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 id="2147483686" r:id="rId2"/>
    <p:sldMasterId id="2147483687" r:id="rId3"/>
    <p:sldMasterId id="2147483688" r:id="rId4"/>
    <p:sldMasterId id="2147483803" r:id="rId5"/>
  </p:sldMasterIdLst>
  <p:notesMasterIdLst>
    <p:notesMasterId r:id="rId30"/>
  </p:notesMasterIdLst>
  <p:handoutMasterIdLst>
    <p:handoutMasterId r:id="rId31"/>
  </p:handoutMasterIdLst>
  <p:sldIdLst>
    <p:sldId id="256" r:id="rId6"/>
    <p:sldId id="266" r:id="rId7"/>
    <p:sldId id="298" r:id="rId8"/>
    <p:sldId id="267" r:id="rId9"/>
    <p:sldId id="259" r:id="rId10"/>
    <p:sldId id="268" r:id="rId11"/>
    <p:sldId id="269" r:id="rId12"/>
    <p:sldId id="270" r:id="rId13"/>
    <p:sldId id="290" r:id="rId14"/>
    <p:sldId id="299" r:id="rId15"/>
    <p:sldId id="300" r:id="rId16"/>
    <p:sldId id="280" r:id="rId17"/>
    <p:sldId id="261" r:id="rId18"/>
    <p:sldId id="301" r:id="rId19"/>
    <p:sldId id="262" r:id="rId20"/>
    <p:sldId id="263" r:id="rId21"/>
    <p:sldId id="281" r:id="rId22"/>
    <p:sldId id="264" r:id="rId23"/>
    <p:sldId id="282" r:id="rId24"/>
    <p:sldId id="284" r:id="rId25"/>
    <p:sldId id="273" r:id="rId26"/>
    <p:sldId id="292" r:id="rId27"/>
    <p:sldId id="275" r:id="rId28"/>
    <p:sldId id="274" r:id="rId29"/>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2D8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Açık Stil 3 - Vurgu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569" autoAdjust="0"/>
    <p:restoredTop sz="93482" autoAdjust="0"/>
  </p:normalViewPr>
  <p:slideViewPr>
    <p:cSldViewPr>
      <p:cViewPr varScale="1">
        <p:scale>
          <a:sx n="89" d="100"/>
          <a:sy n="89" d="100"/>
        </p:scale>
        <p:origin x="1336" y="16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107" d="100"/>
          <a:sy n="107" d="100"/>
        </p:scale>
        <p:origin x="3760" y="1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smtClean="0"/>
            </a:lvl1pPr>
          </a:lstStyle>
          <a:p>
            <a:pPr>
              <a:defRPr/>
            </a:pPr>
            <a:fld id="{05B6F845-B6EC-3941-BAE6-9AD6CB81ABFE}" type="datetimeFigureOut">
              <a:rPr lang="en-US"/>
              <a:pPr>
                <a:defRPr/>
              </a:pPr>
              <a:t>12/13/23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smtClean="0"/>
            </a:lvl1pPr>
          </a:lstStyle>
          <a:p>
            <a:pPr>
              <a:defRPr/>
            </a:pPr>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smtClean="0"/>
            </a:lvl1pPr>
          </a:lstStyle>
          <a:p>
            <a:pPr>
              <a:defRPr/>
            </a:pPr>
            <a:fld id="{B2438DAC-1E20-9048-AC43-0D106383B590}"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smtClean="0"/>
            </a:lvl1pPr>
          </a:lstStyle>
          <a:p>
            <a:pPr>
              <a:defRPr/>
            </a:pPr>
            <a:fld id="{BA3ABACF-1AE0-9B44-AE0C-700382FF400A}" type="datetimeFigureOut">
              <a:rPr lang="en-US"/>
              <a:pPr>
                <a:defRPr/>
              </a:pPr>
              <a:t>12/13/23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smtClean="0"/>
            </a:lvl1pPr>
          </a:lstStyle>
          <a:p>
            <a:pPr>
              <a:defRPr/>
            </a:pPr>
            <a:fld id="{249F21EE-348B-1544-A255-D7531E33CDAC}"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p:cNvSpPr>
          <p:nvPr>
            <p:ph type="dt" sz="half" idx="10"/>
          </p:nvPr>
        </p:nvSpPr>
        <p:spPr/>
        <p:txBody>
          <a:bodyPr/>
          <a:lstStyle>
            <a:lvl1pPr>
              <a:defRPr/>
            </a:lvl1pPr>
          </a:lstStyle>
          <a:p>
            <a:pPr>
              <a:defRPr/>
            </a:pPr>
            <a:r>
              <a:rPr lang="en-US"/>
              <a:t>10/29/2008</a:t>
            </a:r>
          </a:p>
        </p:txBody>
      </p:sp>
      <p:sp>
        <p:nvSpPr>
          <p:cNvPr id="5" name="Rectangle 7"/>
          <p:cNvSpPr>
            <a:spLocks noGrp="1"/>
          </p:cNvSpPr>
          <p:nvPr>
            <p:ph type="ftr" sz="quarter" idx="11"/>
          </p:nvPr>
        </p:nvSpPr>
        <p:spPr/>
        <p:txBody>
          <a:bodyPr/>
          <a:lstStyle>
            <a:lvl1pPr>
              <a:defRPr/>
            </a:lvl1pPr>
          </a:lstStyle>
          <a:p>
            <a:pPr>
              <a:defRPr/>
            </a:pPr>
            <a:endParaRPr lang="en-US"/>
          </a:p>
        </p:txBody>
      </p:sp>
      <p:sp>
        <p:nvSpPr>
          <p:cNvPr id="6"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497974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p:cNvSpPr>
          <p:nvPr>
            <p:ph type="dt" sz="half" idx="10"/>
          </p:nvPr>
        </p:nvSpPr>
        <p:spPr/>
        <p:txBody>
          <a:bodyPr/>
          <a:lstStyle>
            <a:lvl1pPr>
              <a:defRPr/>
            </a:lvl1pPr>
          </a:lstStyle>
          <a:p>
            <a:pPr>
              <a:defRPr/>
            </a:pPr>
            <a:r>
              <a:rPr lang="en-US"/>
              <a:t>10/29/2008</a:t>
            </a:r>
          </a:p>
        </p:txBody>
      </p:sp>
      <p:sp>
        <p:nvSpPr>
          <p:cNvPr id="5" name="Rectangle 7"/>
          <p:cNvSpPr>
            <a:spLocks noGrp="1"/>
          </p:cNvSpPr>
          <p:nvPr>
            <p:ph type="ftr" sz="quarter" idx="11"/>
          </p:nvPr>
        </p:nvSpPr>
        <p:spPr/>
        <p:txBody>
          <a:bodyPr/>
          <a:lstStyle>
            <a:lvl1pPr>
              <a:defRPr/>
            </a:lvl1pPr>
          </a:lstStyle>
          <a:p>
            <a:pPr>
              <a:defRPr/>
            </a:pPr>
            <a:endParaRPr lang="en-US"/>
          </a:p>
        </p:txBody>
      </p:sp>
      <p:sp>
        <p:nvSpPr>
          <p:cNvPr id="6"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721565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p:cNvSpPr>
          <p:nvPr>
            <p:ph type="dt" sz="half" idx="10"/>
          </p:nvPr>
        </p:nvSpPr>
        <p:spPr/>
        <p:txBody>
          <a:bodyPr/>
          <a:lstStyle>
            <a:lvl1pPr>
              <a:defRPr/>
            </a:lvl1pPr>
          </a:lstStyle>
          <a:p>
            <a:pPr>
              <a:defRPr/>
            </a:pPr>
            <a:r>
              <a:rPr lang="en-US"/>
              <a:t>10/29/2008</a:t>
            </a:r>
          </a:p>
        </p:txBody>
      </p:sp>
      <p:sp>
        <p:nvSpPr>
          <p:cNvPr id="5" name="Rectangle 7"/>
          <p:cNvSpPr>
            <a:spLocks noGrp="1"/>
          </p:cNvSpPr>
          <p:nvPr>
            <p:ph type="ftr" sz="quarter" idx="11"/>
          </p:nvPr>
        </p:nvSpPr>
        <p:spPr/>
        <p:txBody>
          <a:bodyPr/>
          <a:lstStyle>
            <a:lvl1pPr>
              <a:defRPr/>
            </a:lvl1pPr>
          </a:lstStyle>
          <a:p>
            <a:pPr>
              <a:defRPr/>
            </a:pPr>
            <a:endParaRPr lang="en-US"/>
          </a:p>
        </p:txBody>
      </p:sp>
      <p:sp>
        <p:nvSpPr>
          <p:cNvPr id="6"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506800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26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p:cNvSpPr>
          <p:nvPr>
            <p:ph type="dt" sz="half" idx="10"/>
          </p:nvPr>
        </p:nvSpPr>
        <p:spPr/>
        <p:txBody>
          <a:bodyPr/>
          <a:lstStyle>
            <a:lvl1pPr>
              <a:defRPr/>
            </a:lvl1pPr>
          </a:lstStyle>
          <a:p>
            <a:pPr>
              <a:defRPr/>
            </a:pPr>
            <a:r>
              <a:rPr lang="en-US"/>
              <a:t>10/29/2008</a:t>
            </a:r>
          </a:p>
        </p:txBody>
      </p:sp>
      <p:sp>
        <p:nvSpPr>
          <p:cNvPr id="6" name="Rectangle 7"/>
          <p:cNvSpPr>
            <a:spLocks noGrp="1"/>
          </p:cNvSpPr>
          <p:nvPr>
            <p:ph type="ftr" sz="quarter" idx="11"/>
          </p:nvPr>
        </p:nvSpPr>
        <p:spPr/>
        <p:txBody>
          <a:bodyPr/>
          <a:lstStyle>
            <a:lvl1pPr>
              <a:defRPr/>
            </a:lvl1pPr>
          </a:lstStyle>
          <a:p>
            <a:pPr>
              <a:defRPr/>
            </a:pPr>
            <a:endParaRPr lang="en-US"/>
          </a:p>
        </p:txBody>
      </p:sp>
      <p:sp>
        <p:nvSpPr>
          <p:cNvPr id="7"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875136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p:cNvSpPr>
          <p:nvPr>
            <p:ph type="dt" sz="half" idx="10"/>
          </p:nvPr>
        </p:nvSpPr>
        <p:spPr/>
        <p:txBody>
          <a:bodyPr/>
          <a:lstStyle>
            <a:lvl1pPr>
              <a:defRPr/>
            </a:lvl1pPr>
          </a:lstStyle>
          <a:p>
            <a:pPr>
              <a:defRPr/>
            </a:pPr>
            <a:r>
              <a:rPr lang="en-US"/>
              <a:t>10/29/2008</a:t>
            </a:r>
          </a:p>
        </p:txBody>
      </p:sp>
      <p:sp>
        <p:nvSpPr>
          <p:cNvPr id="8" name="Rectangle 7"/>
          <p:cNvSpPr>
            <a:spLocks noGrp="1"/>
          </p:cNvSpPr>
          <p:nvPr>
            <p:ph type="ftr" sz="quarter" idx="11"/>
          </p:nvPr>
        </p:nvSpPr>
        <p:spPr/>
        <p:txBody>
          <a:bodyPr/>
          <a:lstStyle>
            <a:lvl1pPr>
              <a:defRPr/>
            </a:lvl1pPr>
          </a:lstStyle>
          <a:p>
            <a:pPr>
              <a:defRPr/>
            </a:pPr>
            <a:endParaRPr lang="en-US"/>
          </a:p>
        </p:txBody>
      </p:sp>
      <p:sp>
        <p:nvSpPr>
          <p:cNvPr id="9"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308648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p:cNvSpPr>
          <p:nvPr>
            <p:ph type="dt" sz="half" idx="10"/>
          </p:nvPr>
        </p:nvSpPr>
        <p:spPr/>
        <p:txBody>
          <a:bodyPr/>
          <a:lstStyle>
            <a:lvl1pPr>
              <a:defRPr/>
            </a:lvl1pPr>
          </a:lstStyle>
          <a:p>
            <a:pPr>
              <a:defRPr/>
            </a:pPr>
            <a:r>
              <a:rPr lang="en-US"/>
              <a:t>10/29/2008</a:t>
            </a:r>
          </a:p>
        </p:txBody>
      </p:sp>
      <p:sp>
        <p:nvSpPr>
          <p:cNvPr id="4" name="Rectangle 7"/>
          <p:cNvSpPr>
            <a:spLocks noGrp="1"/>
          </p:cNvSpPr>
          <p:nvPr>
            <p:ph type="ftr" sz="quarter" idx="11"/>
          </p:nvPr>
        </p:nvSpPr>
        <p:spPr/>
        <p:txBody>
          <a:bodyPr/>
          <a:lstStyle>
            <a:lvl1pPr>
              <a:defRPr/>
            </a:lvl1pPr>
          </a:lstStyle>
          <a:p>
            <a:pPr>
              <a:defRPr/>
            </a:pPr>
            <a:endParaRPr lang="en-US"/>
          </a:p>
        </p:txBody>
      </p:sp>
      <p:sp>
        <p:nvSpPr>
          <p:cNvPr id="5"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288651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p:cNvSpPr>
          <p:nvPr>
            <p:ph type="dt" sz="half" idx="10"/>
          </p:nvPr>
        </p:nvSpPr>
        <p:spPr/>
        <p:txBody>
          <a:bodyPr/>
          <a:lstStyle>
            <a:lvl1pPr>
              <a:defRPr/>
            </a:lvl1pPr>
          </a:lstStyle>
          <a:p>
            <a:pPr>
              <a:defRPr/>
            </a:pPr>
            <a:r>
              <a:rPr lang="en-US"/>
              <a:t>10/29/2008</a:t>
            </a:r>
          </a:p>
        </p:txBody>
      </p:sp>
      <p:sp>
        <p:nvSpPr>
          <p:cNvPr id="3" name="Rectangle 7"/>
          <p:cNvSpPr>
            <a:spLocks noGrp="1"/>
          </p:cNvSpPr>
          <p:nvPr>
            <p:ph type="ftr" sz="quarter" idx="11"/>
          </p:nvPr>
        </p:nvSpPr>
        <p:spPr/>
        <p:txBody>
          <a:bodyPr/>
          <a:lstStyle>
            <a:lvl1pPr>
              <a:defRPr/>
            </a:lvl1pPr>
          </a:lstStyle>
          <a:p>
            <a:pPr>
              <a:defRPr/>
            </a:pPr>
            <a:endParaRPr lang="en-US"/>
          </a:p>
        </p:txBody>
      </p:sp>
      <p:sp>
        <p:nvSpPr>
          <p:cNvPr id="4"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991953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p:cNvSpPr>
          <p:nvPr>
            <p:ph type="dt" sz="half" idx="10"/>
          </p:nvPr>
        </p:nvSpPr>
        <p:spPr/>
        <p:txBody>
          <a:bodyPr/>
          <a:lstStyle>
            <a:lvl1pPr>
              <a:defRPr/>
            </a:lvl1pPr>
          </a:lstStyle>
          <a:p>
            <a:pPr>
              <a:defRPr/>
            </a:pPr>
            <a:r>
              <a:rPr lang="en-US"/>
              <a:t>10/29/2008</a:t>
            </a:r>
          </a:p>
        </p:txBody>
      </p:sp>
      <p:sp>
        <p:nvSpPr>
          <p:cNvPr id="6" name="Rectangle 7"/>
          <p:cNvSpPr>
            <a:spLocks noGrp="1"/>
          </p:cNvSpPr>
          <p:nvPr>
            <p:ph type="ftr" sz="quarter" idx="11"/>
          </p:nvPr>
        </p:nvSpPr>
        <p:spPr/>
        <p:txBody>
          <a:bodyPr/>
          <a:lstStyle>
            <a:lvl1pPr>
              <a:defRPr/>
            </a:lvl1pPr>
          </a:lstStyle>
          <a:p>
            <a:pPr>
              <a:defRPr/>
            </a:pPr>
            <a:endParaRPr lang="en-US"/>
          </a:p>
        </p:txBody>
      </p:sp>
      <p:sp>
        <p:nvSpPr>
          <p:cNvPr id="7"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848502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p:cNvSpPr>
          <p:nvPr>
            <p:ph type="dt" sz="half" idx="10"/>
          </p:nvPr>
        </p:nvSpPr>
        <p:spPr/>
        <p:txBody>
          <a:bodyPr/>
          <a:lstStyle>
            <a:lvl1pPr>
              <a:defRPr/>
            </a:lvl1pPr>
          </a:lstStyle>
          <a:p>
            <a:pPr>
              <a:defRPr/>
            </a:pPr>
            <a:r>
              <a:rPr lang="en-US"/>
              <a:t>10/29/2008</a:t>
            </a:r>
          </a:p>
        </p:txBody>
      </p:sp>
      <p:sp>
        <p:nvSpPr>
          <p:cNvPr id="6" name="Rectangle 7"/>
          <p:cNvSpPr>
            <a:spLocks noGrp="1"/>
          </p:cNvSpPr>
          <p:nvPr>
            <p:ph type="ftr" sz="quarter" idx="11"/>
          </p:nvPr>
        </p:nvSpPr>
        <p:spPr/>
        <p:txBody>
          <a:bodyPr/>
          <a:lstStyle>
            <a:lvl1pPr>
              <a:defRPr/>
            </a:lvl1pPr>
          </a:lstStyle>
          <a:p>
            <a:pPr>
              <a:defRPr/>
            </a:pPr>
            <a:endParaRPr lang="en-US"/>
          </a:p>
        </p:txBody>
      </p:sp>
      <p:sp>
        <p:nvSpPr>
          <p:cNvPr id="7"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493412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p:cNvSpPr>
          <p:nvPr>
            <p:ph type="dt" sz="half" idx="10"/>
          </p:nvPr>
        </p:nvSpPr>
        <p:spPr/>
        <p:txBody>
          <a:bodyPr/>
          <a:lstStyle>
            <a:lvl1pPr>
              <a:defRPr/>
            </a:lvl1pPr>
          </a:lstStyle>
          <a:p>
            <a:pPr>
              <a:defRPr/>
            </a:pPr>
            <a:r>
              <a:rPr lang="en-US"/>
              <a:t>10/29/2008</a:t>
            </a:r>
          </a:p>
        </p:txBody>
      </p:sp>
      <p:sp>
        <p:nvSpPr>
          <p:cNvPr id="5" name="Rectangle 7"/>
          <p:cNvSpPr>
            <a:spLocks noGrp="1"/>
          </p:cNvSpPr>
          <p:nvPr>
            <p:ph type="ftr" sz="quarter" idx="11"/>
          </p:nvPr>
        </p:nvSpPr>
        <p:spPr/>
        <p:txBody>
          <a:bodyPr/>
          <a:lstStyle>
            <a:lvl1pPr>
              <a:defRPr/>
            </a:lvl1pPr>
          </a:lstStyle>
          <a:p>
            <a:pPr>
              <a:defRPr/>
            </a:pPr>
            <a:endParaRPr lang="en-US"/>
          </a:p>
        </p:txBody>
      </p:sp>
      <p:sp>
        <p:nvSpPr>
          <p:cNvPr id="6"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2140807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57900" y="274638"/>
            <a:ext cx="18669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54483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p:cNvSpPr>
          <p:nvPr>
            <p:ph type="dt" sz="half" idx="10"/>
          </p:nvPr>
        </p:nvSpPr>
        <p:spPr/>
        <p:txBody>
          <a:bodyPr/>
          <a:lstStyle>
            <a:lvl1pPr>
              <a:defRPr/>
            </a:lvl1pPr>
          </a:lstStyle>
          <a:p>
            <a:pPr>
              <a:defRPr/>
            </a:pPr>
            <a:r>
              <a:rPr lang="en-US"/>
              <a:t>10/29/2008</a:t>
            </a:r>
          </a:p>
        </p:txBody>
      </p:sp>
      <p:sp>
        <p:nvSpPr>
          <p:cNvPr id="5" name="Rectangle 7"/>
          <p:cNvSpPr>
            <a:spLocks noGrp="1"/>
          </p:cNvSpPr>
          <p:nvPr>
            <p:ph type="ftr" sz="quarter" idx="11"/>
          </p:nvPr>
        </p:nvSpPr>
        <p:spPr/>
        <p:txBody>
          <a:bodyPr/>
          <a:lstStyle>
            <a:lvl1pPr>
              <a:defRPr/>
            </a:lvl1pPr>
          </a:lstStyle>
          <a:p>
            <a:pPr>
              <a:defRPr/>
            </a:pPr>
            <a:endParaRPr lang="en-US"/>
          </a:p>
        </p:txBody>
      </p:sp>
      <p:sp>
        <p:nvSpPr>
          <p:cNvPr id="6"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6106978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p:cNvSpPr>
          <p:nvPr>
            <p:ph type="dt" sz="half" idx="10"/>
          </p:nvPr>
        </p:nvSpPr>
        <p:spPr/>
        <p:txBody>
          <a:bodyPr/>
          <a:lstStyle>
            <a:lvl1pPr>
              <a:defRPr/>
            </a:lvl1pPr>
          </a:lstStyle>
          <a:p>
            <a:pPr>
              <a:defRPr/>
            </a:pPr>
            <a:r>
              <a:rPr lang="en-US"/>
              <a:t>10/29/2008</a:t>
            </a:r>
          </a:p>
        </p:txBody>
      </p:sp>
      <p:sp>
        <p:nvSpPr>
          <p:cNvPr id="5" name="Rectangle 5"/>
          <p:cNvSpPr>
            <a:spLocks noGrp="1"/>
          </p:cNvSpPr>
          <p:nvPr>
            <p:ph type="ftr" sz="quarter" idx="11"/>
          </p:nvPr>
        </p:nvSpPr>
        <p:spPr/>
        <p:txBody>
          <a:bodyPr/>
          <a:lstStyle>
            <a:lvl1pPr>
              <a:defRPr/>
            </a:lvl1pPr>
          </a:lstStyle>
          <a:p>
            <a:pPr>
              <a:defRPr/>
            </a:pPr>
            <a:endParaRPr lang="en-US"/>
          </a:p>
        </p:txBody>
      </p:sp>
      <p:sp>
        <p:nvSpPr>
          <p:cNvPr id="6"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9680667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p:cNvSpPr>
          <p:nvPr>
            <p:ph type="dt" sz="half" idx="10"/>
          </p:nvPr>
        </p:nvSpPr>
        <p:spPr/>
        <p:txBody>
          <a:bodyPr/>
          <a:lstStyle>
            <a:lvl1pPr>
              <a:defRPr/>
            </a:lvl1pPr>
          </a:lstStyle>
          <a:p>
            <a:pPr>
              <a:defRPr/>
            </a:pPr>
            <a:r>
              <a:rPr lang="en-US"/>
              <a:t>10/29/2008</a:t>
            </a:r>
          </a:p>
        </p:txBody>
      </p:sp>
      <p:sp>
        <p:nvSpPr>
          <p:cNvPr id="5" name="Rectangle 5"/>
          <p:cNvSpPr>
            <a:spLocks noGrp="1"/>
          </p:cNvSpPr>
          <p:nvPr>
            <p:ph type="ftr" sz="quarter" idx="11"/>
          </p:nvPr>
        </p:nvSpPr>
        <p:spPr/>
        <p:txBody>
          <a:bodyPr/>
          <a:lstStyle>
            <a:lvl1pPr>
              <a:defRPr/>
            </a:lvl1pPr>
          </a:lstStyle>
          <a:p>
            <a:pPr>
              <a:defRPr/>
            </a:pPr>
            <a:endParaRPr lang="en-US"/>
          </a:p>
        </p:txBody>
      </p:sp>
      <p:sp>
        <p:nvSpPr>
          <p:cNvPr id="6"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755492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p:cNvSpPr>
          <p:nvPr>
            <p:ph type="dt" sz="half" idx="10"/>
          </p:nvPr>
        </p:nvSpPr>
        <p:spPr/>
        <p:txBody>
          <a:bodyPr/>
          <a:lstStyle>
            <a:lvl1pPr>
              <a:defRPr/>
            </a:lvl1pPr>
          </a:lstStyle>
          <a:p>
            <a:pPr>
              <a:defRPr/>
            </a:pPr>
            <a:r>
              <a:rPr lang="en-US"/>
              <a:t>10/29/2008</a:t>
            </a:r>
          </a:p>
        </p:txBody>
      </p:sp>
      <p:sp>
        <p:nvSpPr>
          <p:cNvPr id="5" name="Rectangle 5"/>
          <p:cNvSpPr>
            <a:spLocks noGrp="1"/>
          </p:cNvSpPr>
          <p:nvPr>
            <p:ph type="ftr" sz="quarter" idx="11"/>
          </p:nvPr>
        </p:nvSpPr>
        <p:spPr/>
        <p:txBody>
          <a:bodyPr/>
          <a:lstStyle>
            <a:lvl1pPr>
              <a:defRPr/>
            </a:lvl1pPr>
          </a:lstStyle>
          <a:p>
            <a:pPr>
              <a:defRPr/>
            </a:pPr>
            <a:endParaRPr lang="en-US"/>
          </a:p>
        </p:txBody>
      </p:sp>
      <p:sp>
        <p:nvSpPr>
          <p:cNvPr id="6"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2841339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26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p:cNvSpPr>
          <p:nvPr>
            <p:ph type="dt" sz="half" idx="10"/>
          </p:nvPr>
        </p:nvSpPr>
        <p:spPr/>
        <p:txBody>
          <a:bodyPr/>
          <a:lstStyle>
            <a:lvl1pPr>
              <a:defRPr/>
            </a:lvl1pPr>
          </a:lstStyle>
          <a:p>
            <a:pPr>
              <a:defRPr/>
            </a:pPr>
            <a:r>
              <a:rPr lang="en-US"/>
              <a:t>10/29/2008</a:t>
            </a:r>
          </a:p>
        </p:txBody>
      </p:sp>
      <p:sp>
        <p:nvSpPr>
          <p:cNvPr id="6" name="Rectangle 5"/>
          <p:cNvSpPr>
            <a:spLocks noGrp="1"/>
          </p:cNvSpPr>
          <p:nvPr>
            <p:ph type="ftr" sz="quarter" idx="11"/>
          </p:nvPr>
        </p:nvSpPr>
        <p:spPr/>
        <p:txBody>
          <a:bodyPr/>
          <a:lstStyle>
            <a:lvl1pPr>
              <a:defRPr/>
            </a:lvl1pPr>
          </a:lstStyle>
          <a:p>
            <a:pPr>
              <a:defRPr/>
            </a:pPr>
            <a:endParaRPr lang="en-US"/>
          </a:p>
        </p:txBody>
      </p:sp>
      <p:sp>
        <p:nvSpPr>
          <p:cNvPr id="7"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5833856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p:cNvSpPr>
          <p:nvPr>
            <p:ph type="dt" sz="half" idx="10"/>
          </p:nvPr>
        </p:nvSpPr>
        <p:spPr/>
        <p:txBody>
          <a:bodyPr/>
          <a:lstStyle>
            <a:lvl1pPr>
              <a:defRPr/>
            </a:lvl1pPr>
          </a:lstStyle>
          <a:p>
            <a:pPr>
              <a:defRPr/>
            </a:pPr>
            <a:r>
              <a:rPr lang="en-US"/>
              <a:t>10/29/2008</a:t>
            </a:r>
          </a:p>
        </p:txBody>
      </p:sp>
      <p:sp>
        <p:nvSpPr>
          <p:cNvPr id="8" name="Rectangle 5"/>
          <p:cNvSpPr>
            <a:spLocks noGrp="1"/>
          </p:cNvSpPr>
          <p:nvPr>
            <p:ph type="ftr" sz="quarter" idx="11"/>
          </p:nvPr>
        </p:nvSpPr>
        <p:spPr/>
        <p:txBody>
          <a:bodyPr/>
          <a:lstStyle>
            <a:lvl1pPr>
              <a:defRPr/>
            </a:lvl1pPr>
          </a:lstStyle>
          <a:p>
            <a:pPr>
              <a:defRPr/>
            </a:pPr>
            <a:endParaRPr lang="en-US"/>
          </a:p>
        </p:txBody>
      </p:sp>
      <p:sp>
        <p:nvSpPr>
          <p:cNvPr id="9"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3455516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p:cNvSpPr>
          <p:nvPr>
            <p:ph type="dt" sz="half" idx="10"/>
          </p:nvPr>
        </p:nvSpPr>
        <p:spPr/>
        <p:txBody>
          <a:bodyPr/>
          <a:lstStyle>
            <a:lvl1pPr>
              <a:defRPr/>
            </a:lvl1pPr>
          </a:lstStyle>
          <a:p>
            <a:pPr>
              <a:defRPr/>
            </a:pPr>
            <a:r>
              <a:rPr lang="en-US"/>
              <a:t>10/29/2008</a:t>
            </a:r>
          </a:p>
        </p:txBody>
      </p:sp>
      <p:sp>
        <p:nvSpPr>
          <p:cNvPr id="4" name="Rectangle 5"/>
          <p:cNvSpPr>
            <a:spLocks noGrp="1"/>
          </p:cNvSpPr>
          <p:nvPr>
            <p:ph type="ftr" sz="quarter" idx="11"/>
          </p:nvPr>
        </p:nvSpPr>
        <p:spPr/>
        <p:txBody>
          <a:bodyPr/>
          <a:lstStyle>
            <a:lvl1pPr>
              <a:defRPr/>
            </a:lvl1pPr>
          </a:lstStyle>
          <a:p>
            <a:pPr>
              <a:defRPr/>
            </a:pPr>
            <a:endParaRPr lang="en-US"/>
          </a:p>
        </p:txBody>
      </p:sp>
      <p:sp>
        <p:nvSpPr>
          <p:cNvPr id="5"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8907160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p:cNvSpPr>
          <p:nvPr>
            <p:ph type="dt" sz="half" idx="10"/>
          </p:nvPr>
        </p:nvSpPr>
        <p:spPr/>
        <p:txBody>
          <a:bodyPr/>
          <a:lstStyle>
            <a:lvl1pPr>
              <a:defRPr/>
            </a:lvl1pPr>
          </a:lstStyle>
          <a:p>
            <a:pPr>
              <a:defRPr/>
            </a:pPr>
            <a:r>
              <a:rPr lang="en-US"/>
              <a:t>10/29/2008</a:t>
            </a:r>
          </a:p>
        </p:txBody>
      </p:sp>
      <p:sp>
        <p:nvSpPr>
          <p:cNvPr id="3" name="Rectangle 5"/>
          <p:cNvSpPr>
            <a:spLocks noGrp="1"/>
          </p:cNvSpPr>
          <p:nvPr>
            <p:ph type="ftr" sz="quarter" idx="11"/>
          </p:nvPr>
        </p:nvSpPr>
        <p:spPr/>
        <p:txBody>
          <a:bodyPr/>
          <a:lstStyle>
            <a:lvl1pPr>
              <a:defRPr/>
            </a:lvl1pPr>
          </a:lstStyle>
          <a:p>
            <a:pPr>
              <a:defRPr/>
            </a:pPr>
            <a:endParaRPr lang="en-US"/>
          </a:p>
        </p:txBody>
      </p:sp>
      <p:sp>
        <p:nvSpPr>
          <p:cNvPr id="4"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557625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p:cNvSpPr>
          <p:nvPr>
            <p:ph type="dt" sz="half" idx="10"/>
          </p:nvPr>
        </p:nvSpPr>
        <p:spPr/>
        <p:txBody>
          <a:bodyPr/>
          <a:lstStyle>
            <a:lvl1pPr>
              <a:defRPr/>
            </a:lvl1pPr>
          </a:lstStyle>
          <a:p>
            <a:pPr>
              <a:defRPr/>
            </a:pPr>
            <a:r>
              <a:rPr lang="en-US"/>
              <a:t>10/29/2008</a:t>
            </a:r>
          </a:p>
        </p:txBody>
      </p:sp>
      <p:sp>
        <p:nvSpPr>
          <p:cNvPr id="6" name="Rectangle 5"/>
          <p:cNvSpPr>
            <a:spLocks noGrp="1"/>
          </p:cNvSpPr>
          <p:nvPr>
            <p:ph type="ftr" sz="quarter" idx="11"/>
          </p:nvPr>
        </p:nvSpPr>
        <p:spPr/>
        <p:txBody>
          <a:bodyPr/>
          <a:lstStyle>
            <a:lvl1pPr>
              <a:defRPr/>
            </a:lvl1pPr>
          </a:lstStyle>
          <a:p>
            <a:pPr>
              <a:defRPr/>
            </a:pPr>
            <a:endParaRPr lang="en-US"/>
          </a:p>
        </p:txBody>
      </p:sp>
      <p:sp>
        <p:nvSpPr>
          <p:cNvPr id="7"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186457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p:cNvSpPr>
          <p:nvPr>
            <p:ph type="dt" sz="half" idx="10"/>
          </p:nvPr>
        </p:nvSpPr>
        <p:spPr/>
        <p:txBody>
          <a:bodyPr/>
          <a:lstStyle>
            <a:lvl1pPr>
              <a:defRPr/>
            </a:lvl1pPr>
          </a:lstStyle>
          <a:p>
            <a:pPr>
              <a:defRPr/>
            </a:pPr>
            <a:r>
              <a:rPr lang="en-US"/>
              <a:t>10/29/2008</a:t>
            </a:r>
          </a:p>
        </p:txBody>
      </p:sp>
      <p:sp>
        <p:nvSpPr>
          <p:cNvPr id="6" name="Rectangle 5"/>
          <p:cNvSpPr>
            <a:spLocks noGrp="1"/>
          </p:cNvSpPr>
          <p:nvPr>
            <p:ph type="ftr" sz="quarter" idx="11"/>
          </p:nvPr>
        </p:nvSpPr>
        <p:spPr/>
        <p:txBody>
          <a:bodyPr/>
          <a:lstStyle>
            <a:lvl1pPr>
              <a:defRPr/>
            </a:lvl1pPr>
          </a:lstStyle>
          <a:p>
            <a:pPr>
              <a:defRPr/>
            </a:pPr>
            <a:endParaRPr lang="en-US"/>
          </a:p>
        </p:txBody>
      </p:sp>
      <p:sp>
        <p:nvSpPr>
          <p:cNvPr id="7"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2146487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p:cNvSpPr>
          <p:nvPr>
            <p:ph type="dt" sz="half" idx="10"/>
          </p:nvPr>
        </p:nvSpPr>
        <p:spPr/>
        <p:txBody>
          <a:bodyPr/>
          <a:lstStyle>
            <a:lvl1pPr>
              <a:defRPr/>
            </a:lvl1pPr>
          </a:lstStyle>
          <a:p>
            <a:pPr>
              <a:defRPr/>
            </a:pPr>
            <a:r>
              <a:rPr lang="en-US"/>
              <a:t>10/29/2008</a:t>
            </a:r>
          </a:p>
        </p:txBody>
      </p:sp>
      <p:sp>
        <p:nvSpPr>
          <p:cNvPr id="5" name="Rectangle 5"/>
          <p:cNvSpPr>
            <a:spLocks noGrp="1"/>
          </p:cNvSpPr>
          <p:nvPr>
            <p:ph type="ftr" sz="quarter" idx="11"/>
          </p:nvPr>
        </p:nvSpPr>
        <p:spPr/>
        <p:txBody>
          <a:bodyPr/>
          <a:lstStyle>
            <a:lvl1pPr>
              <a:defRPr/>
            </a:lvl1pPr>
          </a:lstStyle>
          <a:p>
            <a:pPr>
              <a:defRPr/>
            </a:pPr>
            <a:endParaRPr lang="en-US"/>
          </a:p>
        </p:txBody>
      </p:sp>
      <p:sp>
        <p:nvSpPr>
          <p:cNvPr id="6"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6225138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57900" y="274638"/>
            <a:ext cx="18669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54483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p:cNvSpPr>
          <p:nvPr>
            <p:ph type="dt" sz="half" idx="10"/>
          </p:nvPr>
        </p:nvSpPr>
        <p:spPr/>
        <p:txBody>
          <a:bodyPr/>
          <a:lstStyle>
            <a:lvl1pPr>
              <a:defRPr/>
            </a:lvl1pPr>
          </a:lstStyle>
          <a:p>
            <a:pPr>
              <a:defRPr/>
            </a:pPr>
            <a:r>
              <a:rPr lang="en-US"/>
              <a:t>10/29/2008</a:t>
            </a:r>
          </a:p>
        </p:txBody>
      </p:sp>
      <p:sp>
        <p:nvSpPr>
          <p:cNvPr id="5" name="Rectangle 5"/>
          <p:cNvSpPr>
            <a:spLocks noGrp="1"/>
          </p:cNvSpPr>
          <p:nvPr>
            <p:ph type="ftr" sz="quarter" idx="11"/>
          </p:nvPr>
        </p:nvSpPr>
        <p:spPr/>
        <p:txBody>
          <a:bodyPr/>
          <a:lstStyle>
            <a:lvl1pPr>
              <a:defRPr/>
            </a:lvl1pPr>
          </a:lstStyle>
          <a:p>
            <a:pPr>
              <a:defRPr/>
            </a:pPr>
            <a:endParaRPr lang="en-US"/>
          </a:p>
        </p:txBody>
      </p:sp>
      <p:sp>
        <p:nvSpPr>
          <p:cNvPr id="6"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505370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p:cNvSpPr>
          <p:nvPr>
            <p:ph type="dt" sz="half" idx="10"/>
          </p:nvPr>
        </p:nvSpPr>
        <p:spPr/>
        <p:txBody>
          <a:bodyPr/>
          <a:lstStyle>
            <a:lvl1pPr>
              <a:defRPr/>
            </a:lvl1pPr>
          </a:lstStyle>
          <a:p>
            <a:pPr>
              <a:defRPr/>
            </a:pPr>
            <a:r>
              <a:rPr lang="en-US"/>
              <a:t>10/29/2008</a:t>
            </a:r>
          </a:p>
        </p:txBody>
      </p:sp>
      <p:sp>
        <p:nvSpPr>
          <p:cNvPr id="5" name="Rectangle 7"/>
          <p:cNvSpPr>
            <a:spLocks noGrp="1"/>
          </p:cNvSpPr>
          <p:nvPr>
            <p:ph type="ftr" sz="quarter" idx="11"/>
          </p:nvPr>
        </p:nvSpPr>
        <p:spPr/>
        <p:txBody>
          <a:bodyPr/>
          <a:lstStyle>
            <a:lvl1pPr>
              <a:defRPr/>
            </a:lvl1pPr>
          </a:lstStyle>
          <a:p>
            <a:pPr>
              <a:defRPr/>
            </a:pPr>
            <a:endParaRPr lang="en-US"/>
          </a:p>
        </p:txBody>
      </p:sp>
      <p:sp>
        <p:nvSpPr>
          <p:cNvPr id="6"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1195033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p:cNvSpPr>
          <p:nvPr>
            <p:ph type="dt" sz="half" idx="10"/>
          </p:nvPr>
        </p:nvSpPr>
        <p:spPr/>
        <p:txBody>
          <a:bodyPr/>
          <a:lstStyle>
            <a:lvl1pPr>
              <a:defRPr/>
            </a:lvl1pPr>
          </a:lstStyle>
          <a:p>
            <a:pPr>
              <a:defRPr/>
            </a:pPr>
            <a:r>
              <a:rPr lang="en-US"/>
              <a:t>10/29/2008</a:t>
            </a:r>
          </a:p>
        </p:txBody>
      </p:sp>
      <p:sp>
        <p:nvSpPr>
          <p:cNvPr id="5" name="Rectangle 7"/>
          <p:cNvSpPr>
            <a:spLocks noGrp="1"/>
          </p:cNvSpPr>
          <p:nvPr>
            <p:ph type="ftr" sz="quarter" idx="11"/>
          </p:nvPr>
        </p:nvSpPr>
        <p:spPr/>
        <p:txBody>
          <a:bodyPr/>
          <a:lstStyle>
            <a:lvl1pPr>
              <a:defRPr/>
            </a:lvl1pPr>
          </a:lstStyle>
          <a:p>
            <a:pPr>
              <a:defRPr/>
            </a:pPr>
            <a:endParaRPr lang="en-US"/>
          </a:p>
        </p:txBody>
      </p:sp>
      <p:sp>
        <p:nvSpPr>
          <p:cNvPr id="6"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3879334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p:cNvSpPr>
          <p:nvPr>
            <p:ph type="dt" sz="half" idx="10"/>
          </p:nvPr>
        </p:nvSpPr>
        <p:spPr/>
        <p:txBody>
          <a:bodyPr/>
          <a:lstStyle>
            <a:lvl1pPr>
              <a:defRPr/>
            </a:lvl1pPr>
          </a:lstStyle>
          <a:p>
            <a:pPr>
              <a:defRPr/>
            </a:pPr>
            <a:r>
              <a:rPr lang="en-US"/>
              <a:t>10/29/2008</a:t>
            </a:r>
          </a:p>
        </p:txBody>
      </p:sp>
      <p:sp>
        <p:nvSpPr>
          <p:cNvPr id="5" name="Rectangle 7"/>
          <p:cNvSpPr>
            <a:spLocks noGrp="1"/>
          </p:cNvSpPr>
          <p:nvPr>
            <p:ph type="ftr" sz="quarter" idx="11"/>
          </p:nvPr>
        </p:nvSpPr>
        <p:spPr/>
        <p:txBody>
          <a:bodyPr/>
          <a:lstStyle>
            <a:lvl1pPr>
              <a:defRPr/>
            </a:lvl1pPr>
          </a:lstStyle>
          <a:p>
            <a:pPr>
              <a:defRPr/>
            </a:pPr>
            <a:endParaRPr lang="en-US"/>
          </a:p>
        </p:txBody>
      </p:sp>
      <p:sp>
        <p:nvSpPr>
          <p:cNvPr id="6"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0295658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26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p:cNvSpPr>
          <p:nvPr>
            <p:ph type="dt" sz="half" idx="10"/>
          </p:nvPr>
        </p:nvSpPr>
        <p:spPr/>
        <p:txBody>
          <a:bodyPr/>
          <a:lstStyle>
            <a:lvl1pPr>
              <a:defRPr/>
            </a:lvl1pPr>
          </a:lstStyle>
          <a:p>
            <a:pPr>
              <a:defRPr/>
            </a:pPr>
            <a:r>
              <a:rPr lang="en-US"/>
              <a:t>10/29/2008</a:t>
            </a:r>
          </a:p>
        </p:txBody>
      </p:sp>
      <p:sp>
        <p:nvSpPr>
          <p:cNvPr id="6" name="Rectangle 7"/>
          <p:cNvSpPr>
            <a:spLocks noGrp="1"/>
          </p:cNvSpPr>
          <p:nvPr>
            <p:ph type="ftr" sz="quarter" idx="11"/>
          </p:nvPr>
        </p:nvSpPr>
        <p:spPr/>
        <p:txBody>
          <a:bodyPr/>
          <a:lstStyle>
            <a:lvl1pPr>
              <a:defRPr/>
            </a:lvl1pPr>
          </a:lstStyle>
          <a:p>
            <a:pPr>
              <a:defRPr/>
            </a:pPr>
            <a:endParaRPr lang="en-US"/>
          </a:p>
        </p:txBody>
      </p:sp>
      <p:sp>
        <p:nvSpPr>
          <p:cNvPr id="7"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6367407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p:cNvSpPr>
          <p:nvPr>
            <p:ph type="dt" sz="half" idx="10"/>
          </p:nvPr>
        </p:nvSpPr>
        <p:spPr/>
        <p:txBody>
          <a:bodyPr/>
          <a:lstStyle>
            <a:lvl1pPr>
              <a:defRPr/>
            </a:lvl1pPr>
          </a:lstStyle>
          <a:p>
            <a:pPr>
              <a:defRPr/>
            </a:pPr>
            <a:r>
              <a:rPr lang="en-US"/>
              <a:t>10/29/2008</a:t>
            </a:r>
          </a:p>
        </p:txBody>
      </p:sp>
      <p:sp>
        <p:nvSpPr>
          <p:cNvPr id="8" name="Rectangle 7"/>
          <p:cNvSpPr>
            <a:spLocks noGrp="1"/>
          </p:cNvSpPr>
          <p:nvPr>
            <p:ph type="ftr" sz="quarter" idx="11"/>
          </p:nvPr>
        </p:nvSpPr>
        <p:spPr/>
        <p:txBody>
          <a:bodyPr/>
          <a:lstStyle>
            <a:lvl1pPr>
              <a:defRPr/>
            </a:lvl1pPr>
          </a:lstStyle>
          <a:p>
            <a:pPr>
              <a:defRPr/>
            </a:pPr>
            <a:endParaRPr lang="en-US"/>
          </a:p>
        </p:txBody>
      </p:sp>
      <p:sp>
        <p:nvSpPr>
          <p:cNvPr id="9"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5838516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p:cNvSpPr>
          <p:nvPr>
            <p:ph type="dt" sz="half" idx="10"/>
          </p:nvPr>
        </p:nvSpPr>
        <p:spPr/>
        <p:txBody>
          <a:bodyPr/>
          <a:lstStyle>
            <a:lvl1pPr>
              <a:defRPr/>
            </a:lvl1pPr>
          </a:lstStyle>
          <a:p>
            <a:pPr>
              <a:defRPr/>
            </a:pPr>
            <a:r>
              <a:rPr lang="en-US"/>
              <a:t>10/29/2008</a:t>
            </a:r>
          </a:p>
        </p:txBody>
      </p:sp>
      <p:sp>
        <p:nvSpPr>
          <p:cNvPr id="4" name="Rectangle 7"/>
          <p:cNvSpPr>
            <a:spLocks noGrp="1"/>
          </p:cNvSpPr>
          <p:nvPr>
            <p:ph type="ftr" sz="quarter" idx="11"/>
          </p:nvPr>
        </p:nvSpPr>
        <p:spPr/>
        <p:txBody>
          <a:bodyPr/>
          <a:lstStyle>
            <a:lvl1pPr>
              <a:defRPr/>
            </a:lvl1pPr>
          </a:lstStyle>
          <a:p>
            <a:pPr>
              <a:defRPr/>
            </a:pPr>
            <a:endParaRPr lang="en-US"/>
          </a:p>
        </p:txBody>
      </p:sp>
      <p:sp>
        <p:nvSpPr>
          <p:cNvPr id="5"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7351963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p:cNvSpPr>
          <p:nvPr>
            <p:ph type="dt" sz="half" idx="10"/>
          </p:nvPr>
        </p:nvSpPr>
        <p:spPr/>
        <p:txBody>
          <a:bodyPr/>
          <a:lstStyle>
            <a:lvl1pPr>
              <a:defRPr/>
            </a:lvl1pPr>
          </a:lstStyle>
          <a:p>
            <a:pPr>
              <a:defRPr/>
            </a:pPr>
            <a:r>
              <a:rPr lang="en-US"/>
              <a:t>10/29/2008</a:t>
            </a:r>
          </a:p>
        </p:txBody>
      </p:sp>
      <p:sp>
        <p:nvSpPr>
          <p:cNvPr id="3" name="Rectangle 7"/>
          <p:cNvSpPr>
            <a:spLocks noGrp="1"/>
          </p:cNvSpPr>
          <p:nvPr>
            <p:ph type="ftr" sz="quarter" idx="11"/>
          </p:nvPr>
        </p:nvSpPr>
        <p:spPr/>
        <p:txBody>
          <a:bodyPr/>
          <a:lstStyle>
            <a:lvl1pPr>
              <a:defRPr/>
            </a:lvl1pPr>
          </a:lstStyle>
          <a:p>
            <a:pPr>
              <a:defRPr/>
            </a:pPr>
            <a:endParaRPr lang="en-US"/>
          </a:p>
        </p:txBody>
      </p:sp>
      <p:sp>
        <p:nvSpPr>
          <p:cNvPr id="4"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6165903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p:cNvSpPr>
          <p:nvPr>
            <p:ph type="dt" sz="half" idx="10"/>
          </p:nvPr>
        </p:nvSpPr>
        <p:spPr/>
        <p:txBody>
          <a:bodyPr/>
          <a:lstStyle>
            <a:lvl1pPr>
              <a:defRPr/>
            </a:lvl1pPr>
          </a:lstStyle>
          <a:p>
            <a:pPr>
              <a:defRPr/>
            </a:pPr>
            <a:r>
              <a:rPr lang="en-US"/>
              <a:t>10/29/2008</a:t>
            </a:r>
          </a:p>
        </p:txBody>
      </p:sp>
      <p:sp>
        <p:nvSpPr>
          <p:cNvPr id="6" name="Rectangle 7"/>
          <p:cNvSpPr>
            <a:spLocks noGrp="1"/>
          </p:cNvSpPr>
          <p:nvPr>
            <p:ph type="ftr" sz="quarter" idx="11"/>
          </p:nvPr>
        </p:nvSpPr>
        <p:spPr/>
        <p:txBody>
          <a:bodyPr/>
          <a:lstStyle>
            <a:lvl1pPr>
              <a:defRPr/>
            </a:lvl1pPr>
          </a:lstStyle>
          <a:p>
            <a:pPr>
              <a:defRPr/>
            </a:pPr>
            <a:endParaRPr lang="en-US"/>
          </a:p>
        </p:txBody>
      </p:sp>
      <p:sp>
        <p:nvSpPr>
          <p:cNvPr id="7"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4256845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p:cNvSpPr>
          <p:nvPr>
            <p:ph type="dt" sz="half" idx="10"/>
          </p:nvPr>
        </p:nvSpPr>
        <p:spPr/>
        <p:txBody>
          <a:bodyPr/>
          <a:lstStyle>
            <a:lvl1pPr>
              <a:defRPr/>
            </a:lvl1pPr>
          </a:lstStyle>
          <a:p>
            <a:pPr>
              <a:defRPr/>
            </a:pPr>
            <a:r>
              <a:rPr lang="en-US"/>
              <a:t>10/29/2008</a:t>
            </a:r>
          </a:p>
        </p:txBody>
      </p:sp>
      <p:sp>
        <p:nvSpPr>
          <p:cNvPr id="6" name="Rectangle 7"/>
          <p:cNvSpPr>
            <a:spLocks noGrp="1"/>
          </p:cNvSpPr>
          <p:nvPr>
            <p:ph type="ftr" sz="quarter" idx="11"/>
          </p:nvPr>
        </p:nvSpPr>
        <p:spPr/>
        <p:txBody>
          <a:bodyPr/>
          <a:lstStyle>
            <a:lvl1pPr>
              <a:defRPr/>
            </a:lvl1pPr>
          </a:lstStyle>
          <a:p>
            <a:pPr>
              <a:defRPr/>
            </a:pPr>
            <a:endParaRPr lang="en-US"/>
          </a:p>
        </p:txBody>
      </p:sp>
      <p:sp>
        <p:nvSpPr>
          <p:cNvPr id="7"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20058041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p:cNvSpPr>
          <p:nvPr>
            <p:ph type="dt" sz="half" idx="10"/>
          </p:nvPr>
        </p:nvSpPr>
        <p:spPr/>
        <p:txBody>
          <a:bodyPr/>
          <a:lstStyle>
            <a:lvl1pPr>
              <a:defRPr/>
            </a:lvl1pPr>
          </a:lstStyle>
          <a:p>
            <a:pPr>
              <a:defRPr/>
            </a:pPr>
            <a:r>
              <a:rPr lang="en-US"/>
              <a:t>10/29/2008</a:t>
            </a:r>
          </a:p>
        </p:txBody>
      </p:sp>
      <p:sp>
        <p:nvSpPr>
          <p:cNvPr id="5" name="Rectangle 7"/>
          <p:cNvSpPr>
            <a:spLocks noGrp="1"/>
          </p:cNvSpPr>
          <p:nvPr>
            <p:ph type="ftr" sz="quarter" idx="11"/>
          </p:nvPr>
        </p:nvSpPr>
        <p:spPr/>
        <p:txBody>
          <a:bodyPr/>
          <a:lstStyle>
            <a:lvl1pPr>
              <a:defRPr/>
            </a:lvl1pPr>
          </a:lstStyle>
          <a:p>
            <a:pPr>
              <a:defRPr/>
            </a:pPr>
            <a:endParaRPr lang="en-US"/>
          </a:p>
        </p:txBody>
      </p:sp>
      <p:sp>
        <p:nvSpPr>
          <p:cNvPr id="6"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3517223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57900" y="274638"/>
            <a:ext cx="18669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54483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p:cNvSpPr>
          <p:nvPr>
            <p:ph type="dt" sz="half" idx="10"/>
          </p:nvPr>
        </p:nvSpPr>
        <p:spPr/>
        <p:txBody>
          <a:bodyPr/>
          <a:lstStyle>
            <a:lvl1pPr>
              <a:defRPr/>
            </a:lvl1pPr>
          </a:lstStyle>
          <a:p>
            <a:pPr>
              <a:defRPr/>
            </a:pPr>
            <a:r>
              <a:rPr lang="en-US"/>
              <a:t>10/29/2008</a:t>
            </a:r>
          </a:p>
        </p:txBody>
      </p:sp>
      <p:sp>
        <p:nvSpPr>
          <p:cNvPr id="5" name="Rectangle 7"/>
          <p:cNvSpPr>
            <a:spLocks noGrp="1"/>
          </p:cNvSpPr>
          <p:nvPr>
            <p:ph type="ftr" sz="quarter" idx="11"/>
          </p:nvPr>
        </p:nvSpPr>
        <p:spPr/>
        <p:txBody>
          <a:bodyPr/>
          <a:lstStyle>
            <a:lvl1pPr>
              <a:defRPr/>
            </a:lvl1pPr>
          </a:lstStyle>
          <a:p>
            <a:pPr>
              <a:defRPr/>
            </a:pPr>
            <a:endParaRPr lang="en-US"/>
          </a:p>
        </p:txBody>
      </p:sp>
      <p:sp>
        <p:nvSpPr>
          <p:cNvPr id="6" name="Rectangle 8"/>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5217667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p:cNvSpPr>
          <p:nvPr>
            <p:ph type="dt" sz="half" idx="10"/>
          </p:nvPr>
        </p:nvSpPr>
        <p:spPr/>
        <p:txBody>
          <a:bodyPr/>
          <a:lstStyle>
            <a:lvl1pPr>
              <a:defRPr/>
            </a:lvl1pPr>
          </a:lstStyle>
          <a:p>
            <a:pPr>
              <a:defRPr/>
            </a:pPr>
            <a:r>
              <a:rPr lang="en-US"/>
              <a:t>10/29/2008</a:t>
            </a:r>
          </a:p>
        </p:txBody>
      </p:sp>
      <p:sp>
        <p:nvSpPr>
          <p:cNvPr id="5" name="Rectangle 5"/>
          <p:cNvSpPr>
            <a:spLocks noGrp="1"/>
          </p:cNvSpPr>
          <p:nvPr>
            <p:ph type="ftr" sz="quarter" idx="11"/>
          </p:nvPr>
        </p:nvSpPr>
        <p:spPr/>
        <p:txBody>
          <a:bodyPr/>
          <a:lstStyle>
            <a:lvl1pPr>
              <a:defRPr/>
            </a:lvl1pPr>
          </a:lstStyle>
          <a:p>
            <a:pPr>
              <a:defRPr/>
            </a:pPr>
            <a:endParaRPr lang="en-US"/>
          </a:p>
        </p:txBody>
      </p:sp>
      <p:sp>
        <p:nvSpPr>
          <p:cNvPr id="6"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9515865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p:cNvSpPr>
          <p:nvPr>
            <p:ph type="dt" sz="half" idx="10"/>
          </p:nvPr>
        </p:nvSpPr>
        <p:spPr/>
        <p:txBody>
          <a:bodyPr/>
          <a:lstStyle>
            <a:lvl1pPr>
              <a:defRPr/>
            </a:lvl1pPr>
          </a:lstStyle>
          <a:p>
            <a:pPr>
              <a:defRPr/>
            </a:pPr>
            <a:r>
              <a:rPr lang="en-US"/>
              <a:t>10/29/2008</a:t>
            </a:r>
          </a:p>
        </p:txBody>
      </p:sp>
      <p:sp>
        <p:nvSpPr>
          <p:cNvPr id="5" name="Rectangle 5"/>
          <p:cNvSpPr>
            <a:spLocks noGrp="1"/>
          </p:cNvSpPr>
          <p:nvPr>
            <p:ph type="ftr" sz="quarter" idx="11"/>
          </p:nvPr>
        </p:nvSpPr>
        <p:spPr/>
        <p:txBody>
          <a:bodyPr/>
          <a:lstStyle>
            <a:lvl1pPr>
              <a:defRPr/>
            </a:lvl1pPr>
          </a:lstStyle>
          <a:p>
            <a:pPr>
              <a:defRPr/>
            </a:pPr>
            <a:endParaRPr lang="en-US"/>
          </a:p>
        </p:txBody>
      </p:sp>
      <p:sp>
        <p:nvSpPr>
          <p:cNvPr id="6"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7976573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p:cNvSpPr>
          <p:nvPr>
            <p:ph type="dt" sz="half" idx="10"/>
          </p:nvPr>
        </p:nvSpPr>
        <p:spPr/>
        <p:txBody>
          <a:bodyPr/>
          <a:lstStyle>
            <a:lvl1pPr>
              <a:defRPr/>
            </a:lvl1pPr>
          </a:lstStyle>
          <a:p>
            <a:pPr>
              <a:defRPr/>
            </a:pPr>
            <a:r>
              <a:rPr lang="en-US"/>
              <a:t>10/29/2008</a:t>
            </a:r>
          </a:p>
        </p:txBody>
      </p:sp>
      <p:sp>
        <p:nvSpPr>
          <p:cNvPr id="5" name="Rectangle 5"/>
          <p:cNvSpPr>
            <a:spLocks noGrp="1"/>
          </p:cNvSpPr>
          <p:nvPr>
            <p:ph type="ftr" sz="quarter" idx="11"/>
          </p:nvPr>
        </p:nvSpPr>
        <p:spPr/>
        <p:txBody>
          <a:bodyPr/>
          <a:lstStyle>
            <a:lvl1pPr>
              <a:defRPr/>
            </a:lvl1pPr>
          </a:lstStyle>
          <a:p>
            <a:pPr>
              <a:defRPr/>
            </a:pPr>
            <a:endParaRPr lang="en-US"/>
          </a:p>
        </p:txBody>
      </p:sp>
      <p:sp>
        <p:nvSpPr>
          <p:cNvPr id="6"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27921482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26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p:cNvSpPr>
          <p:nvPr>
            <p:ph type="dt" sz="half" idx="10"/>
          </p:nvPr>
        </p:nvSpPr>
        <p:spPr/>
        <p:txBody>
          <a:bodyPr/>
          <a:lstStyle>
            <a:lvl1pPr>
              <a:defRPr/>
            </a:lvl1pPr>
          </a:lstStyle>
          <a:p>
            <a:pPr>
              <a:defRPr/>
            </a:pPr>
            <a:r>
              <a:rPr lang="en-US"/>
              <a:t>10/29/2008</a:t>
            </a:r>
          </a:p>
        </p:txBody>
      </p:sp>
      <p:sp>
        <p:nvSpPr>
          <p:cNvPr id="6" name="Rectangle 5"/>
          <p:cNvSpPr>
            <a:spLocks noGrp="1"/>
          </p:cNvSpPr>
          <p:nvPr>
            <p:ph type="ftr" sz="quarter" idx="11"/>
          </p:nvPr>
        </p:nvSpPr>
        <p:spPr/>
        <p:txBody>
          <a:bodyPr/>
          <a:lstStyle>
            <a:lvl1pPr>
              <a:defRPr/>
            </a:lvl1pPr>
          </a:lstStyle>
          <a:p>
            <a:pPr>
              <a:defRPr/>
            </a:pPr>
            <a:endParaRPr lang="en-US"/>
          </a:p>
        </p:txBody>
      </p:sp>
      <p:sp>
        <p:nvSpPr>
          <p:cNvPr id="7"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51179508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p:cNvSpPr>
          <p:nvPr>
            <p:ph type="dt" sz="half" idx="10"/>
          </p:nvPr>
        </p:nvSpPr>
        <p:spPr/>
        <p:txBody>
          <a:bodyPr/>
          <a:lstStyle>
            <a:lvl1pPr>
              <a:defRPr/>
            </a:lvl1pPr>
          </a:lstStyle>
          <a:p>
            <a:pPr>
              <a:defRPr/>
            </a:pPr>
            <a:r>
              <a:rPr lang="en-US"/>
              <a:t>10/29/2008</a:t>
            </a:r>
          </a:p>
        </p:txBody>
      </p:sp>
      <p:sp>
        <p:nvSpPr>
          <p:cNvPr id="8" name="Rectangle 5"/>
          <p:cNvSpPr>
            <a:spLocks noGrp="1"/>
          </p:cNvSpPr>
          <p:nvPr>
            <p:ph type="ftr" sz="quarter" idx="11"/>
          </p:nvPr>
        </p:nvSpPr>
        <p:spPr/>
        <p:txBody>
          <a:bodyPr/>
          <a:lstStyle>
            <a:lvl1pPr>
              <a:defRPr/>
            </a:lvl1pPr>
          </a:lstStyle>
          <a:p>
            <a:pPr>
              <a:defRPr/>
            </a:pPr>
            <a:endParaRPr lang="en-US"/>
          </a:p>
        </p:txBody>
      </p:sp>
      <p:sp>
        <p:nvSpPr>
          <p:cNvPr id="9"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06790332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p:cNvSpPr>
          <p:nvPr>
            <p:ph type="dt" sz="half" idx="10"/>
          </p:nvPr>
        </p:nvSpPr>
        <p:spPr/>
        <p:txBody>
          <a:bodyPr/>
          <a:lstStyle>
            <a:lvl1pPr>
              <a:defRPr/>
            </a:lvl1pPr>
          </a:lstStyle>
          <a:p>
            <a:pPr>
              <a:defRPr/>
            </a:pPr>
            <a:r>
              <a:rPr lang="en-US"/>
              <a:t>10/29/2008</a:t>
            </a:r>
          </a:p>
        </p:txBody>
      </p:sp>
      <p:sp>
        <p:nvSpPr>
          <p:cNvPr id="4" name="Rectangle 5"/>
          <p:cNvSpPr>
            <a:spLocks noGrp="1"/>
          </p:cNvSpPr>
          <p:nvPr>
            <p:ph type="ftr" sz="quarter" idx="11"/>
          </p:nvPr>
        </p:nvSpPr>
        <p:spPr/>
        <p:txBody>
          <a:bodyPr/>
          <a:lstStyle>
            <a:lvl1pPr>
              <a:defRPr/>
            </a:lvl1pPr>
          </a:lstStyle>
          <a:p>
            <a:pPr>
              <a:defRPr/>
            </a:pPr>
            <a:endParaRPr lang="en-US"/>
          </a:p>
        </p:txBody>
      </p:sp>
      <p:sp>
        <p:nvSpPr>
          <p:cNvPr id="5"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7303452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p:cNvSpPr>
          <p:nvPr>
            <p:ph type="dt" sz="half" idx="10"/>
          </p:nvPr>
        </p:nvSpPr>
        <p:spPr/>
        <p:txBody>
          <a:bodyPr/>
          <a:lstStyle>
            <a:lvl1pPr>
              <a:defRPr/>
            </a:lvl1pPr>
          </a:lstStyle>
          <a:p>
            <a:pPr>
              <a:defRPr/>
            </a:pPr>
            <a:r>
              <a:rPr lang="en-US"/>
              <a:t>10/29/2008</a:t>
            </a:r>
          </a:p>
        </p:txBody>
      </p:sp>
      <p:sp>
        <p:nvSpPr>
          <p:cNvPr id="3" name="Rectangle 5"/>
          <p:cNvSpPr>
            <a:spLocks noGrp="1"/>
          </p:cNvSpPr>
          <p:nvPr>
            <p:ph type="ftr" sz="quarter" idx="11"/>
          </p:nvPr>
        </p:nvSpPr>
        <p:spPr/>
        <p:txBody>
          <a:bodyPr/>
          <a:lstStyle>
            <a:lvl1pPr>
              <a:defRPr/>
            </a:lvl1pPr>
          </a:lstStyle>
          <a:p>
            <a:pPr>
              <a:defRPr/>
            </a:pPr>
            <a:endParaRPr lang="en-US"/>
          </a:p>
        </p:txBody>
      </p:sp>
      <p:sp>
        <p:nvSpPr>
          <p:cNvPr id="4"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68984219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p:cNvSpPr>
          <p:nvPr>
            <p:ph type="dt" sz="half" idx="10"/>
          </p:nvPr>
        </p:nvSpPr>
        <p:spPr/>
        <p:txBody>
          <a:bodyPr/>
          <a:lstStyle>
            <a:lvl1pPr>
              <a:defRPr/>
            </a:lvl1pPr>
          </a:lstStyle>
          <a:p>
            <a:pPr>
              <a:defRPr/>
            </a:pPr>
            <a:r>
              <a:rPr lang="en-US"/>
              <a:t>10/29/2008</a:t>
            </a:r>
          </a:p>
        </p:txBody>
      </p:sp>
      <p:sp>
        <p:nvSpPr>
          <p:cNvPr id="6" name="Rectangle 5"/>
          <p:cNvSpPr>
            <a:spLocks noGrp="1"/>
          </p:cNvSpPr>
          <p:nvPr>
            <p:ph type="ftr" sz="quarter" idx="11"/>
          </p:nvPr>
        </p:nvSpPr>
        <p:spPr/>
        <p:txBody>
          <a:bodyPr/>
          <a:lstStyle>
            <a:lvl1pPr>
              <a:defRPr/>
            </a:lvl1pPr>
          </a:lstStyle>
          <a:p>
            <a:pPr>
              <a:defRPr/>
            </a:pPr>
            <a:endParaRPr lang="en-US"/>
          </a:p>
        </p:txBody>
      </p:sp>
      <p:sp>
        <p:nvSpPr>
          <p:cNvPr id="7"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20610952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p:cNvSpPr>
          <p:nvPr>
            <p:ph type="dt" sz="half" idx="10"/>
          </p:nvPr>
        </p:nvSpPr>
        <p:spPr/>
        <p:txBody>
          <a:bodyPr/>
          <a:lstStyle>
            <a:lvl1pPr>
              <a:defRPr/>
            </a:lvl1pPr>
          </a:lstStyle>
          <a:p>
            <a:pPr>
              <a:defRPr/>
            </a:pPr>
            <a:r>
              <a:rPr lang="en-US"/>
              <a:t>10/29/2008</a:t>
            </a:r>
          </a:p>
        </p:txBody>
      </p:sp>
      <p:sp>
        <p:nvSpPr>
          <p:cNvPr id="6" name="Rectangle 5"/>
          <p:cNvSpPr>
            <a:spLocks noGrp="1"/>
          </p:cNvSpPr>
          <p:nvPr>
            <p:ph type="ftr" sz="quarter" idx="11"/>
          </p:nvPr>
        </p:nvSpPr>
        <p:spPr/>
        <p:txBody>
          <a:bodyPr/>
          <a:lstStyle>
            <a:lvl1pPr>
              <a:defRPr/>
            </a:lvl1pPr>
          </a:lstStyle>
          <a:p>
            <a:pPr>
              <a:defRPr/>
            </a:pPr>
            <a:endParaRPr lang="en-US"/>
          </a:p>
        </p:txBody>
      </p:sp>
      <p:sp>
        <p:nvSpPr>
          <p:cNvPr id="7"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91714485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p:cNvSpPr>
          <p:nvPr>
            <p:ph type="dt" sz="half" idx="10"/>
          </p:nvPr>
        </p:nvSpPr>
        <p:spPr/>
        <p:txBody>
          <a:bodyPr/>
          <a:lstStyle>
            <a:lvl1pPr>
              <a:defRPr/>
            </a:lvl1pPr>
          </a:lstStyle>
          <a:p>
            <a:pPr>
              <a:defRPr/>
            </a:pPr>
            <a:r>
              <a:rPr lang="en-US"/>
              <a:t>10/29/2008</a:t>
            </a:r>
          </a:p>
        </p:txBody>
      </p:sp>
      <p:sp>
        <p:nvSpPr>
          <p:cNvPr id="5" name="Rectangle 5"/>
          <p:cNvSpPr>
            <a:spLocks noGrp="1"/>
          </p:cNvSpPr>
          <p:nvPr>
            <p:ph type="ftr" sz="quarter" idx="11"/>
          </p:nvPr>
        </p:nvSpPr>
        <p:spPr/>
        <p:txBody>
          <a:bodyPr/>
          <a:lstStyle>
            <a:lvl1pPr>
              <a:defRPr/>
            </a:lvl1pPr>
          </a:lstStyle>
          <a:p>
            <a:pPr>
              <a:defRPr/>
            </a:pPr>
            <a:endParaRPr lang="en-US"/>
          </a:p>
        </p:txBody>
      </p:sp>
      <p:sp>
        <p:nvSpPr>
          <p:cNvPr id="6"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60885436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57900" y="274638"/>
            <a:ext cx="18669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54483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p:cNvSpPr>
          <p:nvPr>
            <p:ph type="dt" sz="half" idx="10"/>
          </p:nvPr>
        </p:nvSpPr>
        <p:spPr/>
        <p:txBody>
          <a:bodyPr/>
          <a:lstStyle>
            <a:lvl1pPr>
              <a:defRPr/>
            </a:lvl1pPr>
          </a:lstStyle>
          <a:p>
            <a:pPr>
              <a:defRPr/>
            </a:pPr>
            <a:r>
              <a:rPr lang="en-US"/>
              <a:t>10/29/2008</a:t>
            </a:r>
          </a:p>
        </p:txBody>
      </p:sp>
      <p:sp>
        <p:nvSpPr>
          <p:cNvPr id="5" name="Rectangle 5"/>
          <p:cNvSpPr>
            <a:spLocks noGrp="1"/>
          </p:cNvSpPr>
          <p:nvPr>
            <p:ph type="ftr" sz="quarter" idx="11"/>
          </p:nvPr>
        </p:nvSpPr>
        <p:spPr/>
        <p:txBody>
          <a:bodyPr/>
          <a:lstStyle>
            <a:lvl1pPr>
              <a:defRPr/>
            </a:lvl1pPr>
          </a:lstStyle>
          <a:p>
            <a:pPr>
              <a:defRPr/>
            </a:pPr>
            <a:endParaRPr lang="en-US"/>
          </a:p>
        </p:txBody>
      </p:sp>
      <p:sp>
        <p:nvSpPr>
          <p:cNvPr id="6" name="Rectangle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25568417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4" name="Rectangle 14"/>
          <p:cNvSpPr>
            <a:spLocks noChangeArrowheads="1"/>
          </p:cNvSpPr>
          <p:nvPr/>
        </p:nvSpPr>
        <p:spPr bwMode="white">
          <a:xfrm>
            <a:off x="0" y="670560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5" name="Rectangle 18"/>
          <p:cNvSpPr>
            <a:spLocks noChangeArrowheads="1"/>
          </p:cNvSpPr>
          <p:nvPr/>
        </p:nvSpPr>
        <p:spPr bwMode="white">
          <a:xfrm>
            <a:off x="8991600" y="3175"/>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6" name="Rectangle 5"/>
          <p:cNvSpPr>
            <a:spLocks noChangeArrowheads="1"/>
          </p:cNvSpPr>
          <p:nvPr/>
        </p:nvSpPr>
        <p:spPr bwMode="white">
          <a:xfrm>
            <a:off x="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7" name="Rectangle 15"/>
          <p:cNvSpPr>
            <a:spLocks noChangeArrowheads="1"/>
          </p:cNvSpPr>
          <p:nvPr/>
        </p:nvSpPr>
        <p:spPr bwMode="white">
          <a:xfrm>
            <a:off x="0" y="0"/>
            <a:ext cx="9144000" cy="25146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10" name="Rectangle 11"/>
          <p:cNvSpPr>
            <a:spLocks noChangeArrowheads="1"/>
          </p:cNvSpPr>
          <p:nvPr/>
        </p:nvSpPr>
        <p:spPr bwMode="auto">
          <a:xfrm>
            <a:off x="146050" y="6391275"/>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a:latin typeface="+mn-lt"/>
            </a:endParaRPr>
          </a:p>
        </p:txBody>
      </p:sp>
      <p:sp>
        <p:nvSpPr>
          <p:cNvPr id="11" name="Straight Connector 6"/>
          <p:cNvSpPr>
            <a:spLocks noChangeShapeType="1"/>
          </p:cNvSpPr>
          <p:nvPr/>
        </p:nvSpPr>
        <p:spPr bwMode="auto">
          <a:xfrm>
            <a:off x="155575" y="241935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eaLnBrk="1" fontAlgn="auto" hangingPunct="1">
              <a:spcBef>
                <a:spcPts val="0"/>
              </a:spcBef>
              <a:spcAft>
                <a:spcPts val="0"/>
              </a:spcAft>
              <a:defRPr/>
            </a:pPr>
            <a:endParaRPr lang="en-US">
              <a:latin typeface="+mn-lt"/>
            </a:endParaRPr>
          </a:p>
        </p:txBody>
      </p:sp>
      <p:sp>
        <p:nvSpPr>
          <p:cNvPr id="12" name="Rectangle 9"/>
          <p:cNvSpPr>
            <a:spLocks noChangeArrowheads="1"/>
          </p:cNvSpPr>
          <p:nvPr/>
        </p:nvSpPr>
        <p:spPr bwMode="auto">
          <a:xfrm>
            <a:off x="152400" y="15240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dirty="0">
              <a:latin typeface="+mn-lt"/>
            </a:endParaRPr>
          </a:p>
        </p:txBody>
      </p:sp>
      <p:sp>
        <p:nvSpPr>
          <p:cNvPr id="13" name="Oval 12"/>
          <p:cNvSpPr/>
          <p:nvPr/>
        </p:nvSpPr>
        <p:spPr>
          <a:xfrm>
            <a:off x="4267200" y="211455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Oval 13"/>
          <p:cNvSpPr/>
          <p:nvPr/>
        </p:nvSpPr>
        <p:spPr>
          <a:xfrm>
            <a:off x="4362450" y="2209800"/>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685800" y="381000"/>
            <a:ext cx="7772400" cy="1752600"/>
          </a:xfrm>
        </p:spPr>
        <p:txBody>
          <a:bodyPr/>
          <a:lstStyle>
            <a:lvl1pPr>
              <a:defRPr sz="4200">
                <a:solidFill>
                  <a:schemeClr val="accent1"/>
                </a:solidFill>
              </a:defRPr>
            </a:lvl1pPr>
          </a:lstStyle>
          <a:p>
            <a:r>
              <a:rPr lang="en-US"/>
              <a:t>Click to edit Master title style</a:t>
            </a:r>
          </a:p>
        </p:txBody>
      </p:sp>
      <p:sp>
        <p:nvSpPr>
          <p:cNvPr id="15" name="Date Placeholder 27"/>
          <p:cNvSpPr>
            <a:spLocks noGrp="1"/>
          </p:cNvSpPr>
          <p:nvPr>
            <p:ph type="dt" sz="half" idx="10"/>
          </p:nvPr>
        </p:nvSpPr>
        <p:spPr/>
        <p:txBody>
          <a:bodyPr/>
          <a:lstStyle>
            <a:lvl1pPr>
              <a:defRPr/>
            </a:lvl1pPr>
          </a:lstStyle>
          <a:p>
            <a:pPr>
              <a:defRPr/>
            </a:pPr>
            <a:r>
              <a:rPr lang="en-US"/>
              <a:t>10/29/2008</a:t>
            </a:r>
          </a:p>
        </p:txBody>
      </p:sp>
      <p:sp>
        <p:nvSpPr>
          <p:cNvPr id="16" name="Footer Placeholder 16"/>
          <p:cNvSpPr>
            <a:spLocks noGrp="1"/>
          </p:cNvSpPr>
          <p:nvPr>
            <p:ph type="ftr" sz="quarter" idx="11"/>
          </p:nvPr>
        </p:nvSpPr>
        <p:spPr/>
        <p:txBody>
          <a:bodyPr/>
          <a:lstStyle>
            <a:lvl1pPr>
              <a:defRPr/>
            </a:lvl1pPr>
          </a:lstStyle>
          <a:p>
            <a:pPr>
              <a:defRPr/>
            </a:pPr>
            <a:endParaRPr lang="en-US"/>
          </a:p>
        </p:txBody>
      </p:sp>
      <p:sp>
        <p:nvSpPr>
          <p:cNvPr id="17" name="Slide Number Placeholder 28"/>
          <p:cNvSpPr>
            <a:spLocks noGrp="1"/>
          </p:cNvSpPr>
          <p:nvPr>
            <p:ph type="sldNum" sz="quarter" idx="12"/>
          </p:nvPr>
        </p:nvSpPr>
        <p:spPr>
          <a:xfrm>
            <a:off x="4343400" y="2198688"/>
            <a:ext cx="457200" cy="441325"/>
          </a:xfrm>
        </p:spPr>
        <p:txBody>
          <a:bodyPr/>
          <a:lstStyle>
            <a:lvl1pPr>
              <a:defRPr>
                <a:solidFill>
                  <a:schemeClr val="accent3">
                    <a:shade val="75000"/>
                  </a:schemeClr>
                </a:solidFill>
              </a:defRPr>
            </a:lvl1pPr>
          </a:lstStyle>
          <a:p>
            <a:pPr>
              <a:defRPr/>
            </a:pPr>
            <a:r>
              <a:rPr lang="en-US"/>
              <a:t></a:t>
            </a:r>
          </a:p>
        </p:txBody>
      </p:sp>
    </p:spTree>
    <p:extLst>
      <p:ext uri="{BB962C8B-B14F-4D97-AF65-F5344CB8AC3E}">
        <p14:creationId xmlns:p14="http://schemas.microsoft.com/office/powerpoint/2010/main" val="16921880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lang="en-US"/>
              <a:t>Click to edit Master title style</a:t>
            </a:r>
          </a:p>
        </p:txBody>
      </p:sp>
      <p:sp>
        <p:nvSpPr>
          <p:cNvPr id="8" name="Content Placeholder 7"/>
          <p:cNvSpPr>
            <a:spLocks noGrp="1"/>
          </p:cNvSpPr>
          <p:nvPr>
            <p:ph sz="quarter" idx="1"/>
          </p:nvPr>
        </p:nvSpPr>
        <p:spPr>
          <a:xfrm>
            <a:off x="301752" y="1527048"/>
            <a:ext cx="850392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10/29/2008</a:t>
            </a:r>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4362450" y="1027113"/>
            <a:ext cx="457200" cy="441325"/>
          </a:xfrm>
        </p:spPr>
        <p:txBody>
          <a:bodyPr/>
          <a:lstStyle>
            <a:lvl1pPr>
              <a:defRPr/>
            </a:lvl1pPr>
          </a:lstStyle>
          <a:p>
            <a:pPr>
              <a:defRPr/>
            </a:pPr>
            <a:r>
              <a:rPr lang="en-US"/>
              <a:t></a:t>
            </a:r>
          </a:p>
        </p:txBody>
      </p:sp>
    </p:spTree>
    <p:extLst>
      <p:ext uri="{BB962C8B-B14F-4D97-AF65-F5344CB8AC3E}">
        <p14:creationId xmlns:p14="http://schemas.microsoft.com/office/powerpoint/2010/main" val="792123814"/>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16"/>
          <p:cNvSpPr>
            <a:spLocks noChangeArrowheads="1"/>
          </p:cNvSpPr>
          <p:nvPr/>
        </p:nvSpPr>
        <p:spPr bwMode="white">
          <a:xfrm>
            <a:off x="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5" name="Rectangle 14"/>
          <p:cNvSpPr>
            <a:spLocks noChangeArrowheads="1"/>
          </p:cNvSpPr>
          <p:nvPr/>
        </p:nvSpPr>
        <p:spPr bwMode="white">
          <a:xfrm>
            <a:off x="0" y="670560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6" name="Rectangle 15"/>
          <p:cNvSpPr>
            <a:spLocks noChangeArrowheads="1"/>
          </p:cNvSpPr>
          <p:nvPr/>
        </p:nvSpPr>
        <p:spPr bwMode="white">
          <a:xfrm>
            <a:off x="0" y="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7" name="Rectangle 17"/>
          <p:cNvSpPr>
            <a:spLocks noChangeArrowheads="1"/>
          </p:cNvSpPr>
          <p:nvPr/>
        </p:nvSpPr>
        <p:spPr bwMode="white">
          <a:xfrm>
            <a:off x="8991600" y="1905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8" name="Rectangle 18"/>
          <p:cNvSpPr>
            <a:spLocks noChangeArrowheads="1"/>
          </p:cNvSpPr>
          <p:nvPr/>
        </p:nvSpPr>
        <p:spPr bwMode="white">
          <a:xfrm>
            <a:off x="152400" y="2286000"/>
            <a:ext cx="8832850" cy="3048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9" name="Rectangle 11"/>
          <p:cNvSpPr>
            <a:spLocks noChangeArrowheads="1"/>
          </p:cNvSpPr>
          <p:nvPr/>
        </p:nvSpPr>
        <p:spPr bwMode="auto">
          <a:xfrm>
            <a:off x="155575" y="142875"/>
            <a:ext cx="8832850" cy="2139950"/>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10" name="Rectangle 12"/>
          <p:cNvSpPr>
            <a:spLocks noChangeArrowheads="1"/>
          </p:cNvSpPr>
          <p:nvPr/>
        </p:nvSpPr>
        <p:spPr bwMode="auto">
          <a:xfrm>
            <a:off x="146050" y="6391275"/>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a:latin typeface="+mn-lt"/>
            </a:endParaRPr>
          </a:p>
        </p:txBody>
      </p:sp>
      <p:sp>
        <p:nvSpPr>
          <p:cNvPr id="11" name="Rectangle 13"/>
          <p:cNvSpPr>
            <a:spLocks noChangeArrowheads="1"/>
          </p:cNvSpPr>
          <p:nvPr/>
        </p:nvSpPr>
        <p:spPr bwMode="auto">
          <a:xfrm>
            <a:off x="152400" y="15240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dirty="0">
              <a:latin typeface="+mn-lt"/>
            </a:endParaRPr>
          </a:p>
        </p:txBody>
      </p:sp>
      <p:sp>
        <p:nvSpPr>
          <p:cNvPr id="12" name="Straight Connector 7"/>
          <p:cNvSpPr>
            <a:spLocks noChangeShapeType="1"/>
          </p:cNvSpPr>
          <p:nvPr/>
        </p:nvSpPr>
        <p:spPr bwMode="auto">
          <a:xfrm>
            <a:off x="152400" y="243840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eaLnBrk="1" fontAlgn="auto" hangingPunct="1">
              <a:spcBef>
                <a:spcPts val="0"/>
              </a:spcBef>
              <a:spcAft>
                <a:spcPts val="0"/>
              </a:spcAft>
              <a:defRPr/>
            </a:pPr>
            <a:endParaRPr lang="en-US">
              <a:latin typeface="+mn-lt"/>
            </a:endParaRPr>
          </a:p>
        </p:txBody>
      </p:sp>
      <p:sp>
        <p:nvSpPr>
          <p:cNvPr id="13" name="Oval 9"/>
          <p:cNvSpPr/>
          <p:nvPr/>
        </p:nvSpPr>
        <p:spPr>
          <a:xfrm>
            <a:off x="4267200" y="211455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Oval 10"/>
          <p:cNvSpPr/>
          <p:nvPr/>
        </p:nvSpPr>
        <p:spPr>
          <a:xfrm>
            <a:off x="4362450" y="2209800"/>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 name="Text Placeholder 2"/>
          <p:cNvSpPr>
            <a:spLocks noGrp="1"/>
          </p:cNvSpPr>
          <p:nvPr>
            <p:ph type="body" idx="1"/>
          </p:nvPr>
        </p:nvSpPr>
        <p:spPr>
          <a:xfrm>
            <a:off x="1368426" y="2743200"/>
            <a:ext cx="6480174" cy="1673225"/>
          </a:xfrm>
        </p:spPr>
        <p:txBody>
          <a:bodyPr/>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722313" y="533400"/>
            <a:ext cx="7772400" cy="1524000"/>
          </a:xfrm>
        </p:spPr>
        <p:txBody>
          <a:bodyPr/>
          <a:lstStyle>
            <a:lvl1pPr algn="ctr">
              <a:buNone/>
              <a:defRPr sz="4200" b="0" cap="none" baseline="0">
                <a:solidFill>
                  <a:srgbClr val="FFFFFF"/>
                </a:solidFill>
              </a:defRPr>
            </a:lvl1pPr>
          </a:lstStyle>
          <a:p>
            <a:r>
              <a:rPr lang="en-US"/>
              <a:t>Click to edit Master title style</a:t>
            </a:r>
          </a:p>
        </p:txBody>
      </p:sp>
      <p:sp>
        <p:nvSpPr>
          <p:cNvPr id="15" name="Footer Placeholder 4"/>
          <p:cNvSpPr>
            <a:spLocks noGrp="1"/>
          </p:cNvSpPr>
          <p:nvPr>
            <p:ph type="ftr" sz="quarter" idx="10"/>
          </p:nvPr>
        </p:nvSpPr>
        <p:spPr/>
        <p:txBody>
          <a:bodyPr/>
          <a:lstStyle>
            <a:lvl1pPr>
              <a:defRPr/>
            </a:lvl1pPr>
          </a:lstStyle>
          <a:p>
            <a:pPr>
              <a:defRPr/>
            </a:pPr>
            <a:endParaRPr lang="en-US"/>
          </a:p>
        </p:txBody>
      </p:sp>
      <p:sp>
        <p:nvSpPr>
          <p:cNvPr id="16" name="Date Placeholder 3"/>
          <p:cNvSpPr>
            <a:spLocks noGrp="1"/>
          </p:cNvSpPr>
          <p:nvPr>
            <p:ph type="dt" sz="half" idx="11"/>
          </p:nvPr>
        </p:nvSpPr>
        <p:spPr/>
        <p:txBody>
          <a:bodyPr/>
          <a:lstStyle>
            <a:lvl1pPr>
              <a:defRPr/>
            </a:lvl1pPr>
          </a:lstStyle>
          <a:p>
            <a:pPr>
              <a:defRPr/>
            </a:pPr>
            <a:r>
              <a:rPr lang="en-US"/>
              <a:t>10/29/2008</a:t>
            </a:r>
          </a:p>
        </p:txBody>
      </p:sp>
      <p:sp>
        <p:nvSpPr>
          <p:cNvPr id="17" name="Slide Number Placeholder 5"/>
          <p:cNvSpPr>
            <a:spLocks noGrp="1"/>
          </p:cNvSpPr>
          <p:nvPr>
            <p:ph type="sldNum" sz="quarter" idx="12"/>
          </p:nvPr>
        </p:nvSpPr>
        <p:spPr>
          <a:xfrm>
            <a:off x="4343400" y="2198688"/>
            <a:ext cx="457200" cy="441325"/>
          </a:xfrm>
        </p:spPr>
        <p:txBody>
          <a:bodyPr/>
          <a:lstStyle>
            <a:lvl1pPr>
              <a:defRPr>
                <a:solidFill>
                  <a:schemeClr val="accent3">
                    <a:shade val="75000"/>
                  </a:schemeClr>
                </a:solidFill>
              </a:defRPr>
            </a:lvl1pPr>
          </a:lstStyle>
          <a:p>
            <a:pPr>
              <a:defRPr/>
            </a:pPr>
            <a:r>
              <a:rPr lang="en-US"/>
              <a:t></a:t>
            </a:r>
          </a:p>
        </p:txBody>
      </p:sp>
    </p:spTree>
    <p:extLst>
      <p:ext uri="{BB962C8B-B14F-4D97-AF65-F5344CB8AC3E}">
        <p14:creationId xmlns:p14="http://schemas.microsoft.com/office/powerpoint/2010/main" val="973814145"/>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chemeClr val="bg2"/>
        </a:solidFill>
        <a:effectLst/>
      </p:bgPr>
    </p:bg>
    <p:spTree>
      <p:nvGrpSpPr>
        <p:cNvPr id="1" name=""/>
        <p:cNvGrpSpPr/>
        <p:nvPr/>
      </p:nvGrpSpPr>
      <p:grpSpPr>
        <a:xfrm>
          <a:off x="0" y="0"/>
          <a:ext cx="0" cy="0"/>
          <a:chOff x="0" y="0"/>
          <a:chExt cx="0" cy="0"/>
        </a:xfrm>
      </p:grpSpPr>
      <p:sp>
        <p:nvSpPr>
          <p:cNvPr id="5" name="Straight Connector 7"/>
          <p:cNvSpPr>
            <a:spLocks noChangeShapeType="1"/>
          </p:cNvSpPr>
          <p:nvPr/>
        </p:nvSpPr>
        <p:spPr bwMode="auto">
          <a:xfrm flipV="1">
            <a:off x="4562475" y="1576388"/>
            <a:ext cx="9525" cy="4818062"/>
          </a:xfrm>
          <a:prstGeom prst="line">
            <a:avLst/>
          </a:prstGeom>
          <a:noFill/>
          <a:ln w="9525">
            <a:solidFill>
              <a:schemeClr val="tx2"/>
            </a:solidFill>
            <a:prstDash val="sys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 name="Title 1"/>
          <p:cNvSpPr>
            <a:spLocks noGrp="1"/>
          </p:cNvSpPr>
          <p:nvPr>
            <p:ph type="title"/>
          </p:nvPr>
        </p:nvSpPr>
        <p:spPr>
          <a:xfrm>
            <a:off x="301752" y="228600"/>
            <a:ext cx="8534400" cy="758952"/>
          </a:xfrm>
        </p:spPr>
        <p:txBody>
          <a:bodyPr/>
          <a:lstStyle/>
          <a:p>
            <a:r>
              <a:rPr lang="en-US"/>
              <a:t>Click to edit Master title style</a:t>
            </a:r>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p:cNvSpPr>
            <a:spLocks noGrp="1"/>
          </p:cNvSpPr>
          <p:nvPr>
            <p:ph type="dt" sz="half" idx="10"/>
          </p:nvPr>
        </p:nvSpPr>
        <p:spPr>
          <a:xfrm>
            <a:off x="5791200" y="6410325"/>
            <a:ext cx="3044825" cy="365125"/>
          </a:xfrm>
        </p:spPr>
        <p:txBody>
          <a:bodyPr/>
          <a:lstStyle>
            <a:lvl1pPr>
              <a:defRPr/>
            </a:lvl1pPr>
          </a:lstStyle>
          <a:p>
            <a:pPr>
              <a:defRPr/>
            </a:pPr>
            <a:r>
              <a:rPr lang="en-US"/>
              <a:t>10/29/2008</a:t>
            </a:r>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921461228"/>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solidFill>
          <a:schemeClr val="bg2"/>
        </a:solidFill>
        <a:effectLst/>
      </p:bgPr>
    </p:bg>
    <p:spTree>
      <p:nvGrpSpPr>
        <p:cNvPr id="1" name=""/>
        <p:cNvGrpSpPr/>
        <p:nvPr/>
      </p:nvGrpSpPr>
      <p:grpSpPr>
        <a:xfrm>
          <a:off x="0" y="0"/>
          <a:ext cx="0" cy="0"/>
          <a:chOff x="0" y="0"/>
          <a:chExt cx="0" cy="0"/>
        </a:xfrm>
      </p:grpSpPr>
      <p:sp>
        <p:nvSpPr>
          <p:cNvPr id="7" name="Straight Connector 9"/>
          <p:cNvSpPr>
            <a:spLocks noChangeShapeType="1"/>
          </p:cNvSpPr>
          <p:nvPr/>
        </p:nvSpPr>
        <p:spPr bwMode="auto">
          <a:xfrm flipV="1">
            <a:off x="4572000" y="2200275"/>
            <a:ext cx="0" cy="4187825"/>
          </a:xfrm>
          <a:prstGeom prst="line">
            <a:avLst/>
          </a:prstGeom>
          <a:noFill/>
          <a:ln w="9525">
            <a:solidFill>
              <a:schemeClr val="tx2"/>
            </a:solidFill>
            <a:prstDash val="sys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 name="Rectangle 19"/>
          <p:cNvSpPr>
            <a:spLocks noChangeArrowheads="1"/>
          </p:cNvSpPr>
          <p:nvPr/>
        </p:nvSpPr>
        <p:spPr bwMode="white">
          <a:xfrm>
            <a:off x="0" y="0"/>
            <a:ext cx="9144000" cy="14478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9" name="Rectangle 18"/>
          <p:cNvSpPr>
            <a:spLocks noChangeArrowheads="1"/>
          </p:cNvSpPr>
          <p:nvPr/>
        </p:nvSpPr>
        <p:spPr bwMode="white">
          <a:xfrm>
            <a:off x="0" y="670560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10" name="Rectangle 20"/>
          <p:cNvSpPr>
            <a:spLocks noChangeArrowheads="1"/>
          </p:cNvSpPr>
          <p:nvPr/>
        </p:nvSpPr>
        <p:spPr bwMode="white">
          <a:xfrm>
            <a:off x="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11" name="Rectangle 21"/>
          <p:cNvSpPr>
            <a:spLocks noChangeArrowheads="1"/>
          </p:cNvSpPr>
          <p:nvPr/>
        </p:nvSpPr>
        <p:spPr bwMode="white">
          <a:xfrm>
            <a:off x="899160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12" name="Rectangle 10"/>
          <p:cNvSpPr/>
          <p:nvPr/>
        </p:nvSpPr>
        <p:spPr>
          <a:xfrm>
            <a:off x="152400" y="1371600"/>
            <a:ext cx="8832850"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a:spLocks noChangeArrowheads="1"/>
          </p:cNvSpPr>
          <p:nvPr/>
        </p:nvSpPr>
        <p:spPr bwMode="auto">
          <a:xfrm>
            <a:off x="146050" y="6391275"/>
            <a:ext cx="8832850" cy="311150"/>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a:latin typeface="+mn-lt"/>
            </a:endParaRPr>
          </a:p>
        </p:txBody>
      </p:sp>
      <p:sp>
        <p:nvSpPr>
          <p:cNvPr id="14" name="Straight Connector 14"/>
          <p:cNvSpPr>
            <a:spLocks noChangeShapeType="1"/>
          </p:cNvSpPr>
          <p:nvPr/>
        </p:nvSpPr>
        <p:spPr bwMode="auto">
          <a:xfrm>
            <a:off x="152400" y="1279525"/>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eaLnBrk="1" fontAlgn="auto" hangingPunct="1">
              <a:spcBef>
                <a:spcPts val="0"/>
              </a:spcBef>
              <a:spcAft>
                <a:spcPts val="0"/>
              </a:spcAft>
              <a:defRPr/>
            </a:pPr>
            <a:endParaRPr lang="en-US">
              <a:latin typeface="+mn-lt"/>
            </a:endParaRPr>
          </a:p>
        </p:txBody>
      </p:sp>
      <p:sp>
        <p:nvSpPr>
          <p:cNvPr id="15" name="Rectangle 17"/>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dirty="0">
              <a:latin typeface="+mn-lt"/>
            </a:endParaRPr>
          </a:p>
        </p:txBody>
      </p:sp>
      <p:sp>
        <p:nvSpPr>
          <p:cNvPr id="16" name="Oval 24"/>
          <p:cNvSpPr/>
          <p:nvPr/>
        </p:nvSpPr>
        <p:spPr>
          <a:xfrm>
            <a:off x="4267200" y="955675"/>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Oval 16"/>
          <p:cNvSpPr/>
          <p:nvPr/>
        </p:nvSpPr>
        <p:spPr>
          <a:xfrm>
            <a:off x="4362450" y="1050925"/>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24" name="Content Placeholder 23"/>
          <p:cNvSpPr>
            <a:spLocks noGrp="1"/>
          </p:cNvSpPr>
          <p:nvPr>
            <p:ph sz="quarter" idx="2"/>
          </p:nvPr>
        </p:nvSpPr>
        <p:spPr>
          <a:xfrm>
            <a:off x="301752" y="2471383"/>
            <a:ext cx="4041648" cy="38184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p:cNvSpPr>
            <a:spLocks noGrp="1"/>
          </p:cNvSpPr>
          <p:nvPr>
            <p:ph sz="quarter" idx="4"/>
          </p:nvPr>
        </p:nvSpPr>
        <p:spPr>
          <a:xfrm>
            <a:off x="4800600" y="2471383"/>
            <a:ext cx="4038600" cy="3822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22"/>
          <p:cNvSpPr>
            <a:spLocks noGrp="1"/>
          </p:cNvSpPr>
          <p:nvPr>
            <p:ph type="title"/>
          </p:nvPr>
        </p:nvSpPr>
        <p:spPr/>
        <p:txBody>
          <a:bodyPr rtlCol="0"/>
          <a:lstStyle/>
          <a:p>
            <a:r>
              <a:rPr lang="en-US"/>
              <a:t>Click to edit Master title style</a:t>
            </a:r>
          </a:p>
        </p:txBody>
      </p:sp>
      <p:sp>
        <p:nvSpPr>
          <p:cNvPr id="18" name="Date Placeholder 6"/>
          <p:cNvSpPr>
            <a:spLocks noGrp="1"/>
          </p:cNvSpPr>
          <p:nvPr>
            <p:ph type="dt" sz="half" idx="10"/>
          </p:nvPr>
        </p:nvSpPr>
        <p:spPr/>
        <p:txBody>
          <a:bodyPr/>
          <a:lstStyle>
            <a:lvl1pPr>
              <a:defRPr/>
            </a:lvl1pPr>
          </a:lstStyle>
          <a:p>
            <a:pPr>
              <a:defRPr/>
            </a:pPr>
            <a:r>
              <a:rPr lang="en-US"/>
              <a:t>10/29/2008</a:t>
            </a:r>
          </a:p>
        </p:txBody>
      </p:sp>
      <p:sp>
        <p:nvSpPr>
          <p:cNvPr id="19" name="Footer Placeholder 7"/>
          <p:cNvSpPr>
            <a:spLocks noGrp="1"/>
          </p:cNvSpPr>
          <p:nvPr>
            <p:ph type="ftr" sz="quarter" idx="11"/>
          </p:nvPr>
        </p:nvSpPr>
        <p:spPr>
          <a:xfrm>
            <a:off x="304800" y="6410325"/>
            <a:ext cx="3581400" cy="365125"/>
          </a:xfrm>
        </p:spPr>
        <p:txBody>
          <a:bodyPr/>
          <a:lstStyle>
            <a:lvl1pPr>
              <a:defRPr/>
            </a:lvl1pPr>
          </a:lstStyle>
          <a:p>
            <a:pPr>
              <a:defRPr/>
            </a:pPr>
            <a:endParaRPr lang="en-US"/>
          </a:p>
        </p:txBody>
      </p:sp>
      <p:sp>
        <p:nvSpPr>
          <p:cNvPr id="20" name="Slide Number Placeholder 8"/>
          <p:cNvSpPr>
            <a:spLocks noGrp="1"/>
          </p:cNvSpPr>
          <p:nvPr>
            <p:ph type="sldNum" sz="quarter" idx="12"/>
          </p:nvPr>
        </p:nvSpPr>
        <p:spPr>
          <a:xfrm>
            <a:off x="4343400" y="1042988"/>
            <a:ext cx="457200" cy="441325"/>
          </a:xfrm>
        </p:spPr>
        <p:txBody>
          <a:bodyPr/>
          <a:lstStyle>
            <a:lvl1pPr algn="ctr">
              <a:defRPr/>
            </a:lvl1pPr>
          </a:lstStyle>
          <a:p>
            <a:pPr>
              <a:defRPr/>
            </a:pPr>
            <a:r>
              <a:rPr lang="en-US"/>
              <a:t></a:t>
            </a:r>
          </a:p>
        </p:txBody>
      </p:sp>
    </p:spTree>
    <p:extLst>
      <p:ext uri="{BB962C8B-B14F-4D97-AF65-F5344CB8AC3E}">
        <p14:creationId xmlns:p14="http://schemas.microsoft.com/office/powerpoint/2010/main" val="1494280479"/>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pPr>
              <a:defRPr/>
            </a:pPr>
            <a:r>
              <a:rPr lang="en-US"/>
              <a:t>10/29/2008</a:t>
            </a:r>
          </a:p>
        </p:txBody>
      </p:sp>
      <p:sp>
        <p:nvSpPr>
          <p:cNvPr id="4" name="Footer Placeholder 3"/>
          <p:cNvSpPr>
            <a:spLocks noGrp="1"/>
          </p:cNvSpPr>
          <p:nvPr>
            <p:ph type="ftr" sz="quarter" idx="11"/>
          </p:nvPr>
        </p:nvSpPr>
        <p:spPr/>
        <p:txBody>
          <a:bodyPr/>
          <a:lstStyle>
            <a:lvl1pPr>
              <a:defRPr/>
            </a:lvl1pPr>
          </a:lstStyle>
          <a:p>
            <a:pPr>
              <a:defRPr/>
            </a:pPr>
            <a:endParaRPr lang="en-US"/>
          </a:p>
        </p:txBody>
      </p:sp>
      <p:sp>
        <p:nvSpPr>
          <p:cNvPr id="5" name="Slide Number Placeholder 4"/>
          <p:cNvSpPr>
            <a:spLocks noGrp="1"/>
          </p:cNvSpPr>
          <p:nvPr>
            <p:ph type="sldNum" sz="quarter" idx="12"/>
          </p:nvPr>
        </p:nvSpPr>
        <p:spPr>
          <a:xfrm>
            <a:off x="4343400" y="1036638"/>
            <a:ext cx="457200" cy="441325"/>
          </a:xfrm>
        </p:spPr>
        <p:txBody>
          <a:bodyPr/>
          <a:lstStyle>
            <a:lvl1pPr>
              <a:defRPr/>
            </a:lvl1pPr>
          </a:lstStyle>
          <a:p>
            <a:pPr>
              <a:defRPr/>
            </a:pPr>
            <a:r>
              <a:rPr lang="en-US"/>
              <a:t></a:t>
            </a:r>
          </a:p>
        </p:txBody>
      </p:sp>
    </p:spTree>
    <p:extLst>
      <p:ext uri="{BB962C8B-B14F-4D97-AF65-F5344CB8AC3E}">
        <p14:creationId xmlns:p14="http://schemas.microsoft.com/office/powerpoint/2010/main" val="169824253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6"/>
          <p:cNvSpPr>
            <a:spLocks noChangeArrowheads="1"/>
          </p:cNvSpPr>
          <p:nvPr/>
        </p:nvSpPr>
        <p:spPr bwMode="white">
          <a:xfrm>
            <a:off x="0" y="670560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3" name="Rectangle 7"/>
          <p:cNvSpPr>
            <a:spLocks noChangeArrowheads="1"/>
          </p:cNvSpPr>
          <p:nvPr/>
        </p:nvSpPr>
        <p:spPr bwMode="white">
          <a:xfrm>
            <a:off x="0" y="0"/>
            <a:ext cx="9144000" cy="155575"/>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4" name="Rectangle 9"/>
          <p:cNvSpPr>
            <a:spLocks noChangeArrowheads="1"/>
          </p:cNvSpPr>
          <p:nvPr/>
        </p:nvSpPr>
        <p:spPr bwMode="white">
          <a:xfrm>
            <a:off x="899160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5" name="Rectangle 8"/>
          <p:cNvSpPr>
            <a:spLocks noChangeArrowheads="1"/>
          </p:cNvSpPr>
          <p:nvPr/>
        </p:nvSpPr>
        <p:spPr bwMode="white">
          <a:xfrm>
            <a:off x="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6" name="Rectangle 4"/>
          <p:cNvSpPr>
            <a:spLocks noChangeArrowheads="1"/>
          </p:cNvSpPr>
          <p:nvPr/>
        </p:nvSpPr>
        <p:spPr bwMode="auto">
          <a:xfrm>
            <a:off x="146050" y="6391275"/>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a:latin typeface="+mn-lt"/>
            </a:endParaRPr>
          </a:p>
        </p:txBody>
      </p:sp>
      <p:sp>
        <p:nvSpPr>
          <p:cNvPr id="7" name="Rectangle 5"/>
          <p:cNvSpPr>
            <a:spLocks noChangeArrowheads="1"/>
          </p:cNvSpPr>
          <p:nvPr/>
        </p:nvSpPr>
        <p:spPr bwMode="auto">
          <a:xfrm>
            <a:off x="152400" y="15875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dirty="0">
              <a:latin typeface="+mn-lt"/>
            </a:endParaRPr>
          </a:p>
        </p:txBody>
      </p:sp>
      <p:sp>
        <p:nvSpPr>
          <p:cNvPr id="8" name="Date Placeholder 1"/>
          <p:cNvSpPr>
            <a:spLocks noGrp="1"/>
          </p:cNvSpPr>
          <p:nvPr>
            <p:ph type="dt" sz="half" idx="10"/>
          </p:nvPr>
        </p:nvSpPr>
        <p:spPr/>
        <p:txBody>
          <a:bodyPr/>
          <a:lstStyle>
            <a:lvl1pPr>
              <a:defRPr/>
            </a:lvl1pPr>
          </a:lstStyle>
          <a:p>
            <a:pPr>
              <a:defRPr/>
            </a:pPr>
            <a:r>
              <a:rPr lang="en-US"/>
              <a:t>10/29/2008</a:t>
            </a:r>
          </a:p>
        </p:txBody>
      </p:sp>
      <p:sp>
        <p:nvSpPr>
          <p:cNvPr id="9" name="Footer Placeholder 2"/>
          <p:cNvSpPr>
            <a:spLocks noGrp="1"/>
          </p:cNvSpPr>
          <p:nvPr>
            <p:ph type="ftr" sz="quarter" idx="11"/>
          </p:nvPr>
        </p:nvSpPr>
        <p:spPr/>
        <p:txBody>
          <a:bodyPr/>
          <a:lstStyle>
            <a:lvl1pPr>
              <a:defRPr/>
            </a:lvl1pPr>
          </a:lstStyle>
          <a:p>
            <a:pPr>
              <a:defRPr/>
            </a:pPr>
            <a:endParaRPr lang="en-US"/>
          </a:p>
        </p:txBody>
      </p:sp>
      <p:sp>
        <p:nvSpPr>
          <p:cNvPr id="10" name="Slide Number Placeholder 3"/>
          <p:cNvSpPr>
            <a:spLocks noGrp="1"/>
          </p:cNvSpPr>
          <p:nvPr>
            <p:ph type="sldNum" sz="quarter" idx="12"/>
          </p:nvPr>
        </p:nvSpPr>
        <p:spPr>
          <a:xfrm>
            <a:off x="4267200" y="6324600"/>
            <a:ext cx="609600" cy="441325"/>
          </a:xfrm>
        </p:spPr>
        <p:txBody>
          <a:bodyPr/>
          <a:lstStyle>
            <a:lvl1pPr>
              <a:defRPr>
                <a:solidFill>
                  <a:srgbClr val="FFFFFF"/>
                </a:solidFill>
              </a:defRPr>
            </a:lvl1pPr>
          </a:lstStyle>
          <a:p>
            <a:pPr>
              <a:defRPr/>
            </a:pPr>
            <a:r>
              <a:rPr lang="en-US"/>
              <a:t></a:t>
            </a:r>
          </a:p>
        </p:txBody>
      </p:sp>
    </p:spTree>
    <p:extLst>
      <p:ext uri="{BB962C8B-B14F-4D97-AF65-F5344CB8AC3E}">
        <p14:creationId xmlns:p14="http://schemas.microsoft.com/office/powerpoint/2010/main" val="15713346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18"/>
          <p:cNvSpPr>
            <a:spLocks noChangeArrowheads="1"/>
          </p:cNvSpPr>
          <p:nvPr/>
        </p:nvSpPr>
        <p:spPr bwMode="auto">
          <a:xfrm>
            <a:off x="152400" y="152400"/>
            <a:ext cx="8832850" cy="304800"/>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a:latin typeface="+mn-lt"/>
            </a:endParaRPr>
          </a:p>
        </p:txBody>
      </p:sp>
      <p:sp>
        <p:nvSpPr>
          <p:cNvPr id="6" name="Rectangle 14"/>
          <p:cNvSpPr>
            <a:spLocks noChangeArrowheads="1"/>
          </p:cNvSpPr>
          <p:nvPr/>
        </p:nvSpPr>
        <p:spPr bwMode="white">
          <a:xfrm>
            <a:off x="0" y="670560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7" name="Rectangle 6"/>
          <p:cNvSpPr>
            <a:spLocks noChangeArrowheads="1"/>
          </p:cNvSpPr>
          <p:nvPr/>
        </p:nvSpPr>
        <p:spPr bwMode="white">
          <a:xfrm>
            <a:off x="899160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8" name="Rectangle 15"/>
          <p:cNvSpPr>
            <a:spLocks noChangeArrowheads="1"/>
          </p:cNvSpPr>
          <p:nvPr/>
        </p:nvSpPr>
        <p:spPr bwMode="white">
          <a:xfrm>
            <a:off x="0" y="0"/>
            <a:ext cx="9144000" cy="119063"/>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9" name="Rectangle 16"/>
          <p:cNvSpPr>
            <a:spLocks noChangeArrowheads="1"/>
          </p:cNvSpPr>
          <p:nvPr/>
        </p:nvSpPr>
        <p:spPr bwMode="white">
          <a:xfrm>
            <a:off x="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10"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7"/>
          <p:cNvSpPr>
            <a:spLocks noChangeArrowheads="1"/>
          </p:cNvSpPr>
          <p:nvPr/>
        </p:nvSpPr>
        <p:spPr bwMode="auto">
          <a:xfrm>
            <a:off x="152400" y="15240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dirty="0">
              <a:latin typeface="+mn-lt"/>
            </a:endParaRPr>
          </a:p>
        </p:txBody>
      </p:sp>
      <p:sp>
        <p:nvSpPr>
          <p:cNvPr id="12" name="Straight Connector 8"/>
          <p:cNvSpPr>
            <a:spLocks noChangeShapeType="1"/>
          </p:cNvSpPr>
          <p:nvPr/>
        </p:nvSpPr>
        <p:spPr bwMode="auto">
          <a:xfrm>
            <a:off x="152400" y="53340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eaLnBrk="1" fontAlgn="auto" hangingPunct="1">
              <a:spcBef>
                <a:spcPts val="0"/>
              </a:spcBef>
              <a:spcAft>
                <a:spcPts val="0"/>
              </a:spcAft>
              <a:defRPr/>
            </a:pPr>
            <a:endParaRPr lang="en-US">
              <a:latin typeface="+mn-lt"/>
            </a:endParaRPr>
          </a:p>
        </p:txBody>
      </p:sp>
      <p:sp>
        <p:nvSpPr>
          <p:cNvPr id="13"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Oval 10"/>
          <p:cNvSpPr/>
          <p:nvPr/>
        </p:nvSpPr>
        <p:spPr>
          <a:xfrm>
            <a:off x="1390650" y="323850"/>
            <a:ext cx="419100"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20"/>
          <p:cNvSpPr>
            <a:spLocks noChangeArrowheads="1"/>
          </p:cNvSpPr>
          <p:nvPr/>
        </p:nvSpPr>
        <p:spPr bwMode="auto">
          <a:xfrm>
            <a:off x="149225" y="6388100"/>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a:latin typeface="+mn-lt"/>
            </a:endParaRPr>
          </a:p>
        </p:txBody>
      </p:sp>
      <p:sp>
        <p:nvSpPr>
          <p:cNvPr id="2" name="Title 1"/>
          <p:cNvSpPr>
            <a:spLocks noGrp="1"/>
          </p:cNvSpPr>
          <p:nvPr>
            <p:ph type="title"/>
          </p:nvPr>
        </p:nvSpPr>
        <p:spPr>
          <a:xfrm>
            <a:off x="381000" y="914400"/>
            <a:ext cx="2362200" cy="990600"/>
          </a:xfrm>
        </p:spPr>
        <p:txBody>
          <a:bodyPr>
            <a:noAutofit/>
          </a:bodyPr>
          <a:lstStyle>
            <a:lvl1pPr algn="l">
              <a:buNone/>
              <a:defRPr sz="2200" b="1">
                <a:solidFill>
                  <a:srgbClr val="FFFFFF"/>
                </a:solidFill>
              </a:defRPr>
            </a:lvl1pPr>
          </a:lstStyle>
          <a:p>
            <a:r>
              <a:rPr lang="en-US"/>
              <a:t>Click to edit Master title style</a:t>
            </a:r>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20" name="Content Placeholder 19"/>
          <p:cNvSpPr>
            <a:spLocks noGrp="1"/>
          </p:cNvSpPr>
          <p:nvPr>
            <p:ph sz="quarter" idx="1"/>
          </p:nvPr>
        </p:nvSpPr>
        <p:spPr>
          <a:xfrm>
            <a:off x="3124200" y="685800"/>
            <a:ext cx="56388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Slide Number Placeholder 6"/>
          <p:cNvSpPr>
            <a:spLocks noGrp="1"/>
          </p:cNvSpPr>
          <p:nvPr>
            <p:ph type="sldNum" sz="quarter" idx="10"/>
          </p:nvPr>
        </p:nvSpPr>
        <p:spPr>
          <a:xfrm>
            <a:off x="1371600" y="312738"/>
            <a:ext cx="457200" cy="441325"/>
          </a:xfrm>
        </p:spPr>
        <p:txBody>
          <a:bodyPr/>
          <a:lstStyle>
            <a:lvl1pPr>
              <a:defRPr>
                <a:solidFill>
                  <a:schemeClr val="accent3">
                    <a:shade val="75000"/>
                  </a:schemeClr>
                </a:solidFill>
              </a:defRPr>
            </a:lvl1pPr>
          </a:lstStyle>
          <a:p>
            <a:pPr>
              <a:defRPr/>
            </a:pPr>
            <a:r>
              <a:rPr lang="en-US"/>
              <a:t></a:t>
            </a:r>
          </a:p>
        </p:txBody>
      </p:sp>
      <p:sp>
        <p:nvSpPr>
          <p:cNvPr id="17" name="Date Placeholder 4"/>
          <p:cNvSpPr>
            <a:spLocks noGrp="1"/>
          </p:cNvSpPr>
          <p:nvPr>
            <p:ph type="dt" sz="half" idx="11"/>
          </p:nvPr>
        </p:nvSpPr>
        <p:spPr/>
        <p:txBody>
          <a:bodyPr/>
          <a:lstStyle>
            <a:lvl1pPr>
              <a:defRPr/>
            </a:lvl1pPr>
          </a:lstStyle>
          <a:p>
            <a:pPr>
              <a:defRPr/>
            </a:pPr>
            <a:r>
              <a:rPr lang="en-US"/>
              <a:t>10/29/2008</a:t>
            </a:r>
          </a:p>
        </p:txBody>
      </p:sp>
      <p:sp>
        <p:nvSpPr>
          <p:cNvPr id="18" name="Footer Placeholder 5"/>
          <p:cNvSpPr>
            <a:spLocks noGrp="1"/>
          </p:cNvSpPr>
          <p:nvPr>
            <p:ph type="ftr" sz="quarter" idx="12"/>
          </p:nvPr>
        </p:nvSpPr>
        <p:spPr>
          <a:xfrm>
            <a:off x="301625" y="6410325"/>
            <a:ext cx="3382963" cy="366713"/>
          </a:xfrm>
        </p:spPr>
        <p:txBody>
          <a:bodyPr/>
          <a:lstStyle>
            <a:lvl1pPr>
              <a:defRPr/>
            </a:lvl1pPr>
          </a:lstStyle>
          <a:p>
            <a:pPr>
              <a:defRPr/>
            </a:pPr>
            <a:endParaRPr lang="en-US"/>
          </a:p>
        </p:txBody>
      </p:sp>
    </p:spTree>
    <p:extLst>
      <p:ext uri="{BB962C8B-B14F-4D97-AF65-F5344CB8AC3E}">
        <p14:creationId xmlns:p14="http://schemas.microsoft.com/office/powerpoint/2010/main" val="1684794513"/>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traight Connector 20"/>
          <p:cNvSpPr>
            <a:spLocks noChangeShapeType="1"/>
          </p:cNvSpPr>
          <p:nvPr/>
        </p:nvSpPr>
        <p:spPr bwMode="auto">
          <a:xfrm>
            <a:off x="152400" y="53340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eaLnBrk="1" fontAlgn="auto" hangingPunct="1">
              <a:spcBef>
                <a:spcPts val="0"/>
              </a:spcBef>
              <a:spcAft>
                <a:spcPts val="0"/>
              </a:spcAft>
              <a:defRPr/>
            </a:pPr>
            <a:endParaRPr lang="en-US">
              <a:latin typeface="+mn-lt"/>
            </a:endParaRPr>
          </a:p>
        </p:txBody>
      </p:sp>
      <p:sp>
        <p:nvSpPr>
          <p:cNvPr id="6" name="Rectangle 18"/>
          <p:cNvSpPr>
            <a:spLocks noChangeArrowheads="1"/>
          </p:cNvSpPr>
          <p:nvPr/>
        </p:nvSpPr>
        <p:spPr bwMode="white">
          <a:xfrm>
            <a:off x="0" y="670560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7" name="Rectangle 15"/>
          <p:cNvSpPr>
            <a:spLocks noChangeArrowheads="1"/>
          </p:cNvSpPr>
          <p:nvPr/>
        </p:nvSpPr>
        <p:spPr bwMode="white">
          <a:xfrm>
            <a:off x="899160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8" name="Rectangle 16"/>
          <p:cNvSpPr>
            <a:spLocks noChangeArrowheads="1"/>
          </p:cNvSpPr>
          <p:nvPr/>
        </p:nvSpPr>
        <p:spPr bwMode="white">
          <a:xfrm>
            <a:off x="0" y="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9" name="Rectangle 17"/>
          <p:cNvSpPr>
            <a:spLocks noChangeArrowheads="1"/>
          </p:cNvSpPr>
          <p:nvPr/>
        </p:nvSpPr>
        <p:spPr bwMode="white">
          <a:xfrm>
            <a:off x="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10" name="Rectangle 19"/>
          <p:cNvSpPr>
            <a:spLocks noChangeArrowheads="1"/>
          </p:cNvSpPr>
          <p:nvPr/>
        </p:nvSpPr>
        <p:spPr bwMode="auto">
          <a:xfrm>
            <a:off x="152400" y="152400"/>
            <a:ext cx="8832850" cy="301625"/>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a:latin typeface="+mn-lt"/>
            </a:endParaRPr>
          </a:p>
        </p:txBody>
      </p:sp>
      <p:sp>
        <p:nvSpPr>
          <p:cNvPr id="11"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4"/>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dirty="0">
              <a:latin typeface="+mn-lt"/>
            </a:endParaRPr>
          </a:p>
        </p:txBody>
      </p:sp>
      <p:sp>
        <p:nvSpPr>
          <p:cNvPr id="13"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Oval 12"/>
          <p:cNvSpPr/>
          <p:nvPr/>
        </p:nvSpPr>
        <p:spPr>
          <a:xfrm>
            <a:off x="1390650" y="323850"/>
            <a:ext cx="419100"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21"/>
          <p:cNvSpPr>
            <a:spLocks noChangeArrowheads="1"/>
          </p:cNvSpPr>
          <p:nvPr/>
        </p:nvSpPr>
        <p:spPr bwMode="auto">
          <a:xfrm>
            <a:off x="149225" y="6388100"/>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a:latin typeface="+mn-lt"/>
            </a:endParaRPr>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lang="en-US"/>
              <a:t>Click to edit Master title style</a:t>
            </a:r>
          </a:p>
        </p:txBody>
      </p:sp>
      <p:sp>
        <p:nvSpPr>
          <p:cNvPr id="3" name="Picture Placeholder 2"/>
          <p:cNvSpPr>
            <a:spLocks noGrp="1"/>
          </p:cNvSpPr>
          <p:nvPr>
            <p:ph type="pic" idx="1"/>
          </p:nvPr>
        </p:nvSpPr>
        <p:spPr>
          <a:xfrm>
            <a:off x="3000375" y="609600"/>
            <a:ext cx="5867400" cy="4267200"/>
          </a:xfrm>
        </p:spPr>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a:r>
              <a:rPr lang="en-US"/>
              <a:t>Click to edit Master text styles</a:t>
            </a:r>
          </a:p>
        </p:txBody>
      </p:sp>
      <p:sp>
        <p:nvSpPr>
          <p:cNvPr id="16" name="Slide Number Placeholder 6"/>
          <p:cNvSpPr>
            <a:spLocks noGrp="1"/>
          </p:cNvSpPr>
          <p:nvPr>
            <p:ph type="sldNum" sz="quarter" idx="10"/>
          </p:nvPr>
        </p:nvSpPr>
        <p:spPr>
          <a:xfrm>
            <a:off x="1371600" y="312738"/>
            <a:ext cx="457200" cy="441325"/>
          </a:xfrm>
        </p:spPr>
        <p:txBody>
          <a:bodyPr/>
          <a:lstStyle>
            <a:lvl1pPr>
              <a:defRPr/>
            </a:lvl1pPr>
          </a:lstStyle>
          <a:p>
            <a:pPr>
              <a:defRPr/>
            </a:pPr>
            <a:r>
              <a:rPr lang="en-US"/>
              <a:t></a:t>
            </a:r>
          </a:p>
        </p:txBody>
      </p:sp>
      <p:sp>
        <p:nvSpPr>
          <p:cNvPr id="17" name="Date Placeholder 4"/>
          <p:cNvSpPr>
            <a:spLocks noGrp="1"/>
          </p:cNvSpPr>
          <p:nvPr>
            <p:ph type="dt" sz="half" idx="11"/>
          </p:nvPr>
        </p:nvSpPr>
        <p:spPr>
          <a:xfrm>
            <a:off x="5788025" y="6405563"/>
            <a:ext cx="3044825" cy="365125"/>
          </a:xfrm>
        </p:spPr>
        <p:txBody>
          <a:bodyPr/>
          <a:lstStyle>
            <a:lvl1pPr>
              <a:defRPr/>
            </a:lvl1pPr>
          </a:lstStyle>
          <a:p>
            <a:pPr>
              <a:defRPr/>
            </a:pPr>
            <a:r>
              <a:rPr lang="en-US"/>
              <a:t>10/29/2008</a:t>
            </a:r>
          </a:p>
        </p:txBody>
      </p:sp>
      <p:sp>
        <p:nvSpPr>
          <p:cNvPr id="18" name="Footer Placeholder 5"/>
          <p:cNvSpPr>
            <a:spLocks noGrp="1"/>
          </p:cNvSpPr>
          <p:nvPr>
            <p:ph type="ftr" sz="quarter" idx="12"/>
          </p:nvPr>
        </p:nvSpPr>
        <p:spPr>
          <a:xfrm>
            <a:off x="301625" y="6410325"/>
            <a:ext cx="3584575" cy="366713"/>
          </a:xfrm>
        </p:spPr>
        <p:txBody>
          <a:bodyPr/>
          <a:lstStyle>
            <a:lvl1pPr>
              <a:defRPr/>
            </a:lvl1pPr>
          </a:lstStyle>
          <a:p>
            <a:pPr>
              <a:defRPr/>
            </a:pPr>
            <a:endParaRPr lang="en-US"/>
          </a:p>
        </p:txBody>
      </p:sp>
    </p:spTree>
    <p:extLst>
      <p:ext uri="{BB962C8B-B14F-4D97-AF65-F5344CB8AC3E}">
        <p14:creationId xmlns:p14="http://schemas.microsoft.com/office/powerpoint/2010/main" val="176949429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10/29/2008</a:t>
            </a:r>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r>
              <a:rPr lang="en-US"/>
              <a:t></a:t>
            </a:r>
          </a:p>
        </p:txBody>
      </p:sp>
    </p:spTree>
    <p:extLst>
      <p:ext uri="{BB962C8B-B14F-4D97-AF65-F5344CB8AC3E}">
        <p14:creationId xmlns:p14="http://schemas.microsoft.com/office/powerpoint/2010/main" val="153708921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Pr>
        <a:solidFill>
          <a:schemeClr val="bg2"/>
        </a:solidFill>
        <a:effectLst/>
      </p:bgPr>
    </p:bg>
    <p:spTree>
      <p:nvGrpSpPr>
        <p:cNvPr id="1" name=""/>
        <p:cNvGrpSpPr/>
        <p:nvPr/>
      </p:nvGrpSpPr>
      <p:grpSpPr>
        <a:xfrm>
          <a:off x="0" y="0"/>
          <a:ext cx="0" cy="0"/>
          <a:chOff x="0" y="0"/>
          <a:chExt cx="0" cy="0"/>
        </a:xfrm>
      </p:grpSpPr>
      <p:sp>
        <p:nvSpPr>
          <p:cNvPr id="4" name="Rectangle 6"/>
          <p:cNvSpPr>
            <a:spLocks noChangeArrowheads="1"/>
          </p:cNvSpPr>
          <p:nvPr/>
        </p:nvSpPr>
        <p:spPr bwMode="white">
          <a:xfrm>
            <a:off x="0" y="670560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5" name="Rectangle 7"/>
          <p:cNvSpPr>
            <a:spLocks noChangeArrowheads="1"/>
          </p:cNvSpPr>
          <p:nvPr/>
        </p:nvSpPr>
        <p:spPr bwMode="white">
          <a:xfrm>
            <a:off x="7010400" y="0"/>
            <a:ext cx="21336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6" name="Rectangle 8"/>
          <p:cNvSpPr>
            <a:spLocks noChangeArrowheads="1"/>
          </p:cNvSpPr>
          <p:nvPr/>
        </p:nvSpPr>
        <p:spPr bwMode="white">
          <a:xfrm>
            <a:off x="0" y="0"/>
            <a:ext cx="9144000" cy="155575"/>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7" name="Rectangle 9"/>
          <p:cNvSpPr>
            <a:spLocks noChangeArrowheads="1"/>
          </p:cNvSpPr>
          <p:nvPr/>
        </p:nvSpPr>
        <p:spPr bwMode="white">
          <a:xfrm>
            <a:off x="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8" name="Rectangle 10"/>
          <p:cNvSpPr>
            <a:spLocks noChangeArrowheads="1"/>
          </p:cNvSpPr>
          <p:nvPr/>
        </p:nvSpPr>
        <p:spPr bwMode="auto">
          <a:xfrm>
            <a:off x="146050" y="6391275"/>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a:latin typeface="+mn-lt"/>
            </a:endParaRPr>
          </a:p>
        </p:txBody>
      </p:sp>
      <p:sp>
        <p:nvSpPr>
          <p:cNvPr id="9" name="Rectangle 11"/>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dirty="0">
              <a:latin typeface="+mn-lt"/>
            </a:endParaRPr>
          </a:p>
        </p:txBody>
      </p:sp>
      <p:sp>
        <p:nvSpPr>
          <p:cNvPr id="10" name="Straight Connector 12"/>
          <p:cNvSpPr>
            <a:spLocks noChangeShapeType="1"/>
          </p:cNvSpPr>
          <p:nvPr/>
        </p:nvSpPr>
        <p:spPr bwMode="auto">
          <a:xfrm rot="5400000">
            <a:off x="4021137" y="3278188"/>
            <a:ext cx="6245225"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wrap="none" anchor="ctr"/>
          <a:lstStyle/>
          <a:p>
            <a:pPr eaLnBrk="1" fontAlgn="auto" hangingPunct="1">
              <a:spcBef>
                <a:spcPts val="0"/>
              </a:spcBef>
              <a:spcAft>
                <a:spcPts val="0"/>
              </a:spcAft>
              <a:defRPr/>
            </a:pPr>
            <a:endParaRPr lang="en-US">
              <a:latin typeface="+mn-lt"/>
            </a:endParaRPr>
          </a:p>
        </p:txBody>
      </p:sp>
      <p:sp>
        <p:nvSpPr>
          <p:cNvPr id="11" name="Oval 13"/>
          <p:cNvSpPr/>
          <p:nvPr/>
        </p:nvSpPr>
        <p:spPr>
          <a:xfrm>
            <a:off x="6838950"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Oval 14"/>
          <p:cNvSpPr/>
          <p:nvPr/>
        </p:nvSpPr>
        <p:spPr>
          <a:xfrm>
            <a:off x="6934200" y="3021013"/>
            <a:ext cx="420688"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Vertical Title 1"/>
          <p:cNvSpPr>
            <a:spLocks noGrp="1"/>
          </p:cNvSpPr>
          <p:nvPr>
            <p:ph type="title" orient="vert"/>
          </p:nvPr>
        </p:nvSpPr>
        <p:spPr>
          <a:xfrm>
            <a:off x="7391400" y="304801"/>
            <a:ext cx="1447800" cy="5851525"/>
          </a:xfrm>
        </p:spPr>
        <p:txBody>
          <a:bodyPr vert="eaVert"/>
          <a:lstStyle/>
          <a:p>
            <a:r>
              <a:rPr lang="en-US"/>
              <a:t>Click to edit Master title style</a:t>
            </a:r>
          </a:p>
        </p:txBody>
      </p:sp>
      <p:sp>
        <p:nvSpPr>
          <p:cNvPr id="13" name="Slide Number Placeholder 5"/>
          <p:cNvSpPr>
            <a:spLocks noGrp="1"/>
          </p:cNvSpPr>
          <p:nvPr>
            <p:ph type="sldNum" sz="quarter" idx="10"/>
          </p:nvPr>
        </p:nvSpPr>
        <p:spPr>
          <a:xfrm>
            <a:off x="6915150" y="3009900"/>
            <a:ext cx="457200" cy="441325"/>
          </a:xfrm>
        </p:spPr>
        <p:txBody>
          <a:bodyPr/>
          <a:lstStyle>
            <a:lvl1pPr>
              <a:defRPr/>
            </a:lvl1pPr>
          </a:lstStyle>
          <a:p>
            <a:pPr>
              <a:defRPr/>
            </a:pPr>
            <a:r>
              <a:rPr lang="en-US"/>
              <a:t></a:t>
            </a:r>
          </a:p>
        </p:txBody>
      </p:sp>
      <p:sp>
        <p:nvSpPr>
          <p:cNvPr id="14" name="Date Placeholder 3"/>
          <p:cNvSpPr>
            <a:spLocks noGrp="1"/>
          </p:cNvSpPr>
          <p:nvPr>
            <p:ph type="dt" sz="half" idx="11"/>
          </p:nvPr>
        </p:nvSpPr>
        <p:spPr/>
        <p:txBody>
          <a:bodyPr/>
          <a:lstStyle>
            <a:lvl1pPr>
              <a:defRPr/>
            </a:lvl1pPr>
          </a:lstStyle>
          <a:p>
            <a:pPr>
              <a:defRPr/>
            </a:pPr>
            <a:r>
              <a:rPr lang="en-US"/>
              <a:t>10/29/2008</a:t>
            </a:r>
          </a:p>
        </p:txBody>
      </p:sp>
      <p:sp>
        <p:nvSpPr>
          <p:cNvPr id="15" name="Footer Placeholder 4"/>
          <p:cNvSpPr>
            <a:spLocks noGrp="1"/>
          </p:cNvSpPr>
          <p:nvPr>
            <p:ph type="ftr" sz="quarter" idx="12"/>
          </p:nvPr>
        </p:nvSpPr>
        <p:spPr/>
        <p:txBody>
          <a:bodyPr/>
          <a:lstStyle>
            <a:lvl1pPr>
              <a:defRPr/>
            </a:lvl1pPr>
          </a:lstStyle>
          <a:p>
            <a:pPr>
              <a:defRPr/>
            </a:pPr>
            <a:endParaRPr lang="en-US"/>
          </a:p>
        </p:txBody>
      </p:sp>
    </p:spTree>
    <p:extLst>
      <p:ext uri="{BB962C8B-B14F-4D97-AF65-F5344CB8AC3E}">
        <p14:creationId xmlns:p14="http://schemas.microsoft.com/office/powerpoint/2010/main" val="177766354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6F747D"/>
            </a:gs>
            <a:gs pos="70000">
              <a:srgbClr val="00122B"/>
            </a:gs>
            <a:gs pos="100000">
              <a:srgbClr val="000C22"/>
            </a:gs>
          </a:gsLst>
          <a:lin ang="2160000"/>
        </a:gradFill>
        <a:effectLst/>
      </p:bgPr>
    </p:bg>
    <p:spTree>
      <p:nvGrpSpPr>
        <p:cNvPr id="1" name=""/>
        <p:cNvGrpSpPr/>
        <p:nvPr/>
      </p:nvGrpSpPr>
      <p:grpSpPr>
        <a:xfrm>
          <a:off x="0" y="0"/>
          <a:ext cx="0" cy="0"/>
          <a:chOff x="0" y="0"/>
          <a:chExt cx="0" cy="0"/>
        </a:xfrm>
      </p:grpSpPr>
      <p:sp>
        <p:nvSpPr>
          <p:cNvPr id="1026" name="AutoShape 2"/>
          <p:cNvSpPr>
            <a:spLocks/>
          </p:cNvSpPr>
          <p:nvPr/>
        </p:nvSpPr>
        <p:spPr bwMode="auto">
          <a:xfrm>
            <a:off x="0" y="4751388"/>
            <a:ext cx="9144000" cy="2112962"/>
          </a:xfrm>
          <a:custGeom>
            <a:avLst/>
            <a:gdLst>
              <a:gd name="T0" fmla="*/ 0 w 5760"/>
              <a:gd name="T1" fmla="*/ 2147483646 h 1331"/>
              <a:gd name="T2" fmla="*/ 0 w 5760"/>
              <a:gd name="T3" fmla="*/ 2147483646 h 1331"/>
              <a:gd name="T4" fmla="*/ 2147483646 w 5760"/>
              <a:gd name="T5" fmla="*/ 2147483646 h 1331"/>
              <a:gd name="T6" fmla="*/ 2147483646 w 5760"/>
              <a:gd name="T7" fmla="*/ 0 h 1331"/>
              <a:gd name="T8" fmla="*/ 0 w 5760"/>
              <a:gd name="T9" fmla="*/ 2147483646 h 1331"/>
              <a:gd name="T10" fmla="*/ 0 60000 65536"/>
              <a:gd name="T11" fmla="*/ 0 60000 65536"/>
              <a:gd name="T12" fmla="*/ 0 60000 65536"/>
              <a:gd name="T13" fmla="*/ 0 60000 65536"/>
              <a:gd name="T14" fmla="*/ 0 60000 65536"/>
              <a:gd name="T15" fmla="*/ 0 w 5760"/>
              <a:gd name="T16" fmla="*/ 0 h 1331"/>
              <a:gd name="T17" fmla="*/ 5760 w 5760"/>
              <a:gd name="T18" fmla="*/ 1331 h 1331"/>
            </a:gdLst>
            <a:ahLst/>
            <a:cxnLst>
              <a:cxn ang="T10">
                <a:pos x="T0" y="T1"/>
              </a:cxn>
              <a:cxn ang="T11">
                <a:pos x="T2" y="T3"/>
              </a:cxn>
              <a:cxn ang="T12">
                <a:pos x="T4" y="T5"/>
              </a:cxn>
              <a:cxn ang="T13">
                <a:pos x="T6" y="T7"/>
              </a:cxn>
              <a:cxn ang="T14">
                <a:pos x="T8" y="T9"/>
              </a:cxn>
            </a:cxnLst>
            <a:rect l="T15" t="T16" r="T17" b="T18"/>
            <a:pathLst>
              <a:path w="5760" h="1331">
                <a:moveTo>
                  <a:pt x="0" y="1066"/>
                </a:moveTo>
                <a:lnTo>
                  <a:pt x="0" y="1331"/>
                </a:lnTo>
                <a:lnTo>
                  <a:pt x="5760" y="1331"/>
                </a:lnTo>
                <a:lnTo>
                  <a:pt x="5760" y="0"/>
                </a:lnTo>
                <a:cubicBezTo>
                  <a:pt x="3220" y="1206"/>
                  <a:pt x="2250" y="1146"/>
                  <a:pt x="0" y="1066"/>
                </a:cubicBezTo>
                <a:close/>
              </a:path>
            </a:pathLst>
          </a:custGeom>
          <a:solidFill>
            <a:srgbClr val="7C7C7C">
              <a:alpha val="45097"/>
            </a:srgbClr>
          </a:solidFill>
          <a:ln>
            <a:noFill/>
          </a:ln>
          <a:effectLst>
            <a:outerShdw dist="44450" dir="16200000" algn="ctr" rotWithShape="0">
              <a:srgbClr val="000000">
                <a:alpha val="34998"/>
              </a:srgbClr>
            </a:outerShdw>
          </a:effectLst>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7" name="AutoShape 3"/>
          <p:cNvSpPr>
            <a:spLocks/>
          </p:cNvSpPr>
          <p:nvPr/>
        </p:nvSpPr>
        <p:spPr bwMode="auto">
          <a:xfrm>
            <a:off x="6105525" y="0"/>
            <a:ext cx="3038475" cy="6858000"/>
          </a:xfrm>
          <a:custGeom>
            <a:avLst/>
            <a:gdLst>
              <a:gd name="T0" fmla="*/ 2147483646 w 1914"/>
              <a:gd name="T1" fmla="*/ 2147483646 h 4329"/>
              <a:gd name="T2" fmla="*/ 2147483646 w 1914"/>
              <a:gd name="T3" fmla="*/ 2147483646 h 4329"/>
              <a:gd name="T4" fmla="*/ 2147483646 w 1914"/>
              <a:gd name="T5" fmla="*/ 2147483646 h 4329"/>
              <a:gd name="T6" fmla="*/ 0 w 1914"/>
              <a:gd name="T7" fmla="*/ 0 h 4329"/>
              <a:gd name="T8" fmla="*/ 2147483646 w 1914"/>
              <a:gd name="T9" fmla="*/ 2147483646 h 4329"/>
              <a:gd name="T10" fmla="*/ 0 60000 65536"/>
              <a:gd name="T11" fmla="*/ 0 60000 65536"/>
              <a:gd name="T12" fmla="*/ 0 60000 65536"/>
              <a:gd name="T13" fmla="*/ 0 60000 65536"/>
              <a:gd name="T14" fmla="*/ 0 60000 65536"/>
              <a:gd name="T15" fmla="*/ 0 w 1914"/>
              <a:gd name="T16" fmla="*/ 0 h 4329"/>
              <a:gd name="T17" fmla="*/ 1914 w 1914"/>
              <a:gd name="T18" fmla="*/ 4329 h 4329"/>
            </a:gdLst>
            <a:ahLst/>
            <a:cxnLst>
              <a:cxn ang="T10">
                <a:pos x="T0" y="T1"/>
              </a:cxn>
              <a:cxn ang="T11">
                <a:pos x="T2" y="T3"/>
              </a:cxn>
              <a:cxn ang="T12">
                <a:pos x="T4" y="T5"/>
              </a:cxn>
              <a:cxn ang="T13">
                <a:pos x="T6" y="T7"/>
              </a:cxn>
              <a:cxn ang="T14">
                <a:pos x="T8" y="T9"/>
              </a:cxn>
            </a:cxnLst>
            <a:rect l="T15" t="T16" r="T17" b="T18"/>
            <a:pathLst>
              <a:path w="1914" h="4329">
                <a:moveTo>
                  <a:pt x="1914" y="9"/>
                </a:moveTo>
                <a:lnTo>
                  <a:pt x="1914" y="4329"/>
                </a:lnTo>
                <a:lnTo>
                  <a:pt x="204" y="4327"/>
                </a:lnTo>
                <a:cubicBezTo>
                  <a:pt x="1288" y="3574"/>
                  <a:pt x="1608" y="1590"/>
                  <a:pt x="0" y="0"/>
                </a:cubicBezTo>
                <a:lnTo>
                  <a:pt x="1914" y="9"/>
                </a:lnTo>
                <a:close/>
              </a:path>
            </a:pathLst>
          </a:custGeom>
          <a:solidFill>
            <a:srgbClr val="595959">
              <a:alpha val="39999"/>
            </a:srgbClr>
          </a:solidFill>
          <a:ln>
            <a:noFill/>
          </a:ln>
          <a:effectLst>
            <a:outerShdw dist="50800" dir="10800000" algn="ctr" rotWithShape="0">
              <a:srgbClr val="000000">
                <a:alpha val="45000"/>
              </a:srgbClr>
            </a:outerShdw>
          </a:effectLst>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8" name="Rectangle 4"/>
          <p:cNvSpPr>
            <a:spLocks noGrp="1"/>
          </p:cNvSpPr>
          <p:nvPr>
            <p:ph type="title"/>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45720" tIns="45720" rIns="45720" bIns="45720" numCol="1" anchor="ctr" anchorCtr="0" compatLnSpc="1">
            <a:prstTxWarp prst="textNoShape">
              <a:avLst/>
            </a:prstTxWarp>
          </a:bodyPr>
          <a:lstStyle/>
          <a:p>
            <a:pPr lvl="0"/>
            <a:r>
              <a:rPr lang="en-US" altLang="tr-TR"/>
              <a:t>Click to edit Master title style</a:t>
            </a:r>
          </a:p>
        </p:txBody>
      </p:sp>
      <p:sp>
        <p:nvSpPr>
          <p:cNvPr id="1029" name="Rectangle 5"/>
          <p:cNvSpPr>
            <a:spLocks noGrp="1"/>
          </p:cNvSpPr>
          <p:nvPr>
            <p:ph type="body" idx="1"/>
          </p:nvPr>
        </p:nvSpPr>
        <p:spPr bwMode="auto">
          <a:xfrm>
            <a:off x="457200" y="1600200"/>
            <a:ext cx="7467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tr-TR"/>
              <a:t>Click to edit Master text styles</a:t>
            </a:r>
          </a:p>
          <a:p>
            <a:pPr lvl="1"/>
            <a:r>
              <a:rPr lang="en-US" altLang="tr-TR"/>
              <a:t>Second level</a:t>
            </a:r>
          </a:p>
          <a:p>
            <a:pPr lvl="2"/>
            <a:r>
              <a:rPr lang="en-US" altLang="tr-TR"/>
              <a:t>Third level</a:t>
            </a:r>
          </a:p>
          <a:p>
            <a:pPr lvl="3"/>
            <a:r>
              <a:rPr lang="en-US" altLang="tr-TR"/>
              <a:t>Fourth level</a:t>
            </a:r>
          </a:p>
          <a:p>
            <a:pPr lvl="4"/>
            <a:r>
              <a:rPr lang="en-US" altLang="tr-TR"/>
              <a:t>Fifth level</a:t>
            </a:r>
          </a:p>
        </p:txBody>
      </p:sp>
      <p:sp>
        <p:nvSpPr>
          <p:cNvPr id="14" name="Rectangle 6"/>
          <p:cNvSpPr>
            <a:spLocks noGrp="1"/>
          </p:cNvSpPr>
          <p:nvPr>
            <p:ph type="dt" sz="half" idx="2"/>
          </p:nvPr>
        </p:nvSpPr>
        <p:spPr>
          <a:xfrm>
            <a:off x="457200" y="6421438"/>
            <a:ext cx="2133600" cy="365125"/>
          </a:xfrm>
          <a:prstGeom prst="rect">
            <a:avLst/>
          </a:prstGeom>
        </p:spPr>
        <p:txBody>
          <a:bodyPr vert="horz" bIns="0" anchor="b"/>
          <a:lstStyle>
            <a:lvl1pPr eaLnBrk="1" fontAlgn="auto" hangingPunct="1">
              <a:spcBef>
                <a:spcPts val="0"/>
              </a:spcBef>
              <a:spcAft>
                <a:spcPts val="0"/>
              </a:spcAft>
              <a:defRPr sz="1000">
                <a:solidFill>
                  <a:schemeClr val="tx2">
                    <a:shade val="50000"/>
                  </a:schemeClr>
                </a:solidFill>
                <a:latin typeface="+mn-lt"/>
              </a:defRPr>
            </a:lvl1pPr>
          </a:lstStyle>
          <a:p>
            <a:pPr>
              <a:defRPr/>
            </a:pPr>
            <a:r>
              <a:rPr lang="en-US"/>
              <a:t>10/29/2008</a:t>
            </a:r>
          </a:p>
        </p:txBody>
      </p:sp>
      <p:sp>
        <p:nvSpPr>
          <p:cNvPr id="15" name="Rectangle 7"/>
          <p:cNvSpPr>
            <a:spLocks noGrp="1"/>
          </p:cNvSpPr>
          <p:nvPr>
            <p:ph type="ftr" sz="quarter" idx="3"/>
          </p:nvPr>
        </p:nvSpPr>
        <p:spPr>
          <a:xfrm>
            <a:off x="3124200" y="6421438"/>
            <a:ext cx="2895600" cy="365125"/>
          </a:xfrm>
          <a:prstGeom prst="rect">
            <a:avLst/>
          </a:prstGeom>
        </p:spPr>
        <p:txBody>
          <a:bodyPr vert="horz" lIns="0" rIns="0" bIns="0" anchor="b"/>
          <a:lstStyle>
            <a:lvl1pPr algn="ctr" eaLnBrk="1" fontAlgn="auto" hangingPunct="1">
              <a:spcBef>
                <a:spcPts val="0"/>
              </a:spcBef>
              <a:spcAft>
                <a:spcPts val="0"/>
              </a:spcAft>
              <a:defRPr sz="1000">
                <a:solidFill>
                  <a:schemeClr val="tx2">
                    <a:shade val="50000"/>
                  </a:schemeClr>
                </a:solidFill>
                <a:latin typeface="+mn-lt"/>
              </a:defRPr>
            </a:lvl1pPr>
          </a:lstStyle>
          <a:p>
            <a:pPr>
              <a:defRPr/>
            </a:pPr>
            <a:endParaRPr lang="en-US"/>
          </a:p>
        </p:txBody>
      </p:sp>
      <p:sp>
        <p:nvSpPr>
          <p:cNvPr id="17" name="Rectangle 8"/>
          <p:cNvSpPr>
            <a:spLocks noGrp="1"/>
          </p:cNvSpPr>
          <p:nvPr>
            <p:ph type="sldNum" sz="quarter" idx="4"/>
          </p:nvPr>
        </p:nvSpPr>
        <p:spPr>
          <a:xfrm>
            <a:off x="8153400" y="6421438"/>
            <a:ext cx="762000" cy="365125"/>
          </a:xfrm>
          <a:prstGeom prst="rect">
            <a:avLst/>
          </a:prstGeom>
        </p:spPr>
        <p:txBody>
          <a:bodyPr vert="horz" lIns="0" tIns="0" rIns="0" bIns="0" anchor="b"/>
          <a:lstStyle>
            <a:lvl1pPr algn="r" eaLnBrk="1" fontAlgn="auto" hangingPunct="1">
              <a:spcBef>
                <a:spcPts val="0"/>
              </a:spcBef>
              <a:spcAft>
                <a:spcPts val="0"/>
              </a:spcAft>
              <a:defRPr sz="1000">
                <a:solidFill>
                  <a:schemeClr val="tx2">
                    <a:shade val="50000"/>
                  </a:schemeClr>
                </a:solidFill>
                <a:latin typeface="+mn-lt"/>
              </a:defRPr>
            </a:lvl1pPr>
          </a:lstStyle>
          <a:p>
            <a:pPr>
              <a:defRPr/>
            </a:pPr>
            <a:r>
              <a:rPr lang="en-US"/>
              <a:t></a:t>
            </a:r>
          </a:p>
        </p:txBody>
      </p:sp>
    </p:spTree>
  </p:cSld>
  <p:clrMap bg1="lt1" tx1="dk1" bg2="lt2" tx2="dk2" accent1="accent1" accent2="accent2" accent3="accent3" accent4="accent4" accent5="accent5" accent6="accent6" hlink="hlink" folHlink="folHlink"/>
  <p:sldLayoutIdLst>
    <p:sldLayoutId id="2147484024" r:id="rId1"/>
    <p:sldLayoutId id="2147484025" r:id="rId2"/>
    <p:sldLayoutId id="2147484026" r:id="rId3"/>
    <p:sldLayoutId id="2147484027" r:id="rId4"/>
    <p:sldLayoutId id="2147484028" r:id="rId5"/>
    <p:sldLayoutId id="2147484029" r:id="rId6"/>
    <p:sldLayoutId id="2147484030" r:id="rId7"/>
    <p:sldLayoutId id="2147484031" r:id="rId8"/>
    <p:sldLayoutId id="2147484032" r:id="rId9"/>
    <p:sldLayoutId id="2147484033" r:id="rId10"/>
    <p:sldLayoutId id="2147484034" r:id="rId11"/>
  </p:sldLayoutIdLst>
  <p:hf sldNum="0" hdr="0" ftr="0"/>
  <p:txStyles>
    <p:titleStyle>
      <a:lvl1pPr algn="l" rtl="0" eaLnBrk="1" fontAlgn="base" hangingPunct="1">
        <a:spcBef>
          <a:spcPct val="0"/>
        </a:spcBef>
        <a:spcAft>
          <a:spcPct val="0"/>
        </a:spcAft>
        <a:defRPr sz="4600" kern="1200">
          <a:solidFill>
            <a:schemeClr val="tx1"/>
          </a:solidFill>
          <a:latin typeface="+mj-lt"/>
          <a:ea typeface="+mj-ea"/>
          <a:cs typeface="+mj-cs"/>
        </a:defRPr>
      </a:lvl1pPr>
      <a:lvl2pPr algn="l" rtl="0" eaLnBrk="1" fontAlgn="base" hangingPunct="1">
        <a:spcBef>
          <a:spcPct val="0"/>
        </a:spcBef>
        <a:spcAft>
          <a:spcPct val="0"/>
        </a:spcAft>
        <a:defRPr sz="4600">
          <a:solidFill>
            <a:schemeClr val="tx1"/>
          </a:solidFill>
          <a:latin typeface="Franklin Gothic Book"/>
        </a:defRPr>
      </a:lvl2pPr>
      <a:lvl3pPr algn="l" rtl="0" eaLnBrk="1" fontAlgn="base" hangingPunct="1">
        <a:spcBef>
          <a:spcPct val="0"/>
        </a:spcBef>
        <a:spcAft>
          <a:spcPct val="0"/>
        </a:spcAft>
        <a:defRPr sz="4600">
          <a:solidFill>
            <a:schemeClr val="tx1"/>
          </a:solidFill>
          <a:latin typeface="Franklin Gothic Book"/>
        </a:defRPr>
      </a:lvl3pPr>
      <a:lvl4pPr algn="l" rtl="0" eaLnBrk="1" fontAlgn="base" hangingPunct="1">
        <a:spcBef>
          <a:spcPct val="0"/>
        </a:spcBef>
        <a:spcAft>
          <a:spcPct val="0"/>
        </a:spcAft>
        <a:defRPr sz="4600">
          <a:solidFill>
            <a:schemeClr val="tx1"/>
          </a:solidFill>
          <a:latin typeface="Franklin Gothic Book"/>
        </a:defRPr>
      </a:lvl4pPr>
      <a:lvl5pPr algn="l" rtl="0" eaLnBrk="1" fontAlgn="base" hangingPunct="1">
        <a:spcBef>
          <a:spcPct val="0"/>
        </a:spcBef>
        <a:spcAft>
          <a:spcPct val="0"/>
        </a:spcAft>
        <a:defRPr sz="4600">
          <a:solidFill>
            <a:schemeClr val="tx1"/>
          </a:solidFill>
          <a:latin typeface="Franklin Gothic Book"/>
        </a:defRPr>
      </a:lvl5pPr>
      <a:lvl6pPr marL="457200" algn="l" rtl="0" eaLnBrk="1" fontAlgn="base" hangingPunct="1">
        <a:spcBef>
          <a:spcPct val="0"/>
        </a:spcBef>
        <a:spcAft>
          <a:spcPct val="0"/>
        </a:spcAft>
        <a:defRPr sz="4600">
          <a:solidFill>
            <a:schemeClr val="tx1"/>
          </a:solidFill>
          <a:latin typeface="Franklin Gothic Book"/>
        </a:defRPr>
      </a:lvl6pPr>
      <a:lvl7pPr marL="914400" algn="l" rtl="0" eaLnBrk="1" fontAlgn="base" hangingPunct="1">
        <a:spcBef>
          <a:spcPct val="0"/>
        </a:spcBef>
        <a:spcAft>
          <a:spcPct val="0"/>
        </a:spcAft>
        <a:defRPr sz="4600">
          <a:solidFill>
            <a:schemeClr val="tx1"/>
          </a:solidFill>
          <a:latin typeface="Franklin Gothic Book"/>
        </a:defRPr>
      </a:lvl7pPr>
      <a:lvl8pPr marL="1371600" algn="l" rtl="0" eaLnBrk="1" fontAlgn="base" hangingPunct="1">
        <a:spcBef>
          <a:spcPct val="0"/>
        </a:spcBef>
        <a:spcAft>
          <a:spcPct val="0"/>
        </a:spcAft>
        <a:defRPr sz="4600">
          <a:solidFill>
            <a:schemeClr val="tx1"/>
          </a:solidFill>
          <a:latin typeface="Franklin Gothic Book"/>
        </a:defRPr>
      </a:lvl8pPr>
      <a:lvl9pPr marL="1828800" algn="l" rtl="0" eaLnBrk="1" fontAlgn="base" hangingPunct="1">
        <a:spcBef>
          <a:spcPct val="0"/>
        </a:spcBef>
        <a:spcAft>
          <a:spcPct val="0"/>
        </a:spcAft>
        <a:defRPr sz="4600">
          <a:solidFill>
            <a:schemeClr val="tx1"/>
          </a:solidFill>
          <a:latin typeface="Franklin Gothic Book"/>
        </a:defRPr>
      </a:lvl9pPr>
    </p:titleStyle>
    <p:bodyStyle>
      <a:lvl1pPr marL="419100" indent="-382588" algn="l" rtl="0" eaLnBrk="1" fontAlgn="base" hangingPunct="1">
        <a:spcBef>
          <a:spcPct val="20000"/>
        </a:spcBef>
        <a:spcAft>
          <a:spcPct val="0"/>
        </a:spcAft>
        <a:buClr>
          <a:schemeClr val="accent1"/>
        </a:buClr>
        <a:buSzPct val="80000"/>
        <a:buFont typeface="Wingdings 2" charset="2"/>
        <a:buChar char=""/>
        <a:defRPr sz="3000" kern="1200">
          <a:solidFill>
            <a:schemeClr val="tx1"/>
          </a:solidFill>
          <a:latin typeface="+mn-lt"/>
          <a:ea typeface="+mn-ea"/>
          <a:cs typeface="+mn-cs"/>
        </a:defRPr>
      </a:lvl1pPr>
      <a:lvl2pPr marL="722313" indent="-273050" algn="l" rtl="0" eaLnBrk="1" fontAlgn="base" hangingPunct="1">
        <a:spcBef>
          <a:spcPct val="20000"/>
        </a:spcBef>
        <a:spcAft>
          <a:spcPct val="0"/>
        </a:spcAft>
        <a:buClr>
          <a:schemeClr val="accent1"/>
        </a:buClr>
        <a:buSzPct val="90000"/>
        <a:buFont typeface="Wingdings 2" charset="2"/>
        <a:buChar char=""/>
        <a:defRPr sz="2600" kern="1200">
          <a:solidFill>
            <a:schemeClr val="tx1"/>
          </a:solidFill>
          <a:latin typeface="+mn-lt"/>
          <a:ea typeface="+mn-ea"/>
          <a:cs typeface="+mn-cs"/>
        </a:defRPr>
      </a:lvl2pPr>
      <a:lvl3pPr marL="1004888" indent="-255588" algn="l" rtl="0" eaLnBrk="1" fontAlgn="base" hangingPunct="1">
        <a:spcBef>
          <a:spcPct val="20000"/>
        </a:spcBef>
        <a:spcAft>
          <a:spcPct val="0"/>
        </a:spcAft>
        <a:buClr>
          <a:schemeClr val="accent2"/>
        </a:buClr>
        <a:buSzPct val="85000"/>
        <a:buFont typeface="Arial" charset="0"/>
        <a:buChar char="○"/>
        <a:defRPr sz="2400" kern="1200">
          <a:solidFill>
            <a:schemeClr val="tx1"/>
          </a:solidFill>
          <a:latin typeface="+mn-lt"/>
          <a:ea typeface="+mn-ea"/>
          <a:cs typeface="+mn-cs"/>
        </a:defRPr>
      </a:lvl3pPr>
      <a:lvl4pPr marL="1279525" indent="-236538" algn="l" rtl="0" eaLnBrk="1" fontAlgn="base" hangingPunct="1">
        <a:spcBef>
          <a:spcPct val="20000"/>
        </a:spcBef>
        <a:spcAft>
          <a:spcPct val="0"/>
        </a:spcAft>
        <a:buClr>
          <a:srgbClr val="FEB80A"/>
        </a:buClr>
        <a:buSzPct val="90000"/>
        <a:buFont typeface="Wingdings 2" charset="2"/>
        <a:buChar char=""/>
        <a:defRPr sz="2000" kern="1200">
          <a:solidFill>
            <a:schemeClr val="tx1"/>
          </a:solidFill>
          <a:latin typeface="+mn-lt"/>
          <a:ea typeface="+mn-ea"/>
          <a:cs typeface="+mn-cs"/>
        </a:defRPr>
      </a:lvl4pPr>
      <a:lvl5pPr marL="1489075" indent="-182563" algn="l" rtl="0" eaLnBrk="1" fontAlgn="base" hangingPunct="1">
        <a:spcBef>
          <a:spcPct val="20000"/>
        </a:spcBef>
        <a:spcAft>
          <a:spcPct val="0"/>
        </a:spcAft>
        <a:buClr>
          <a:srgbClr val="00ADDC"/>
        </a:buClr>
        <a:buSzPct val="100000"/>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192E"/>
        </a:solidFill>
        <a:effectLst/>
      </p:bgPr>
    </p:bg>
    <p:spTree>
      <p:nvGrpSpPr>
        <p:cNvPr id="1" name=""/>
        <p:cNvGrpSpPr/>
        <p:nvPr/>
      </p:nvGrpSpPr>
      <p:grpSpPr>
        <a:xfrm>
          <a:off x="0" y="0"/>
          <a:ext cx="0" cy="0"/>
          <a:chOff x="0" y="0"/>
          <a:chExt cx="0" cy="0"/>
        </a:xfrm>
      </p:grpSpPr>
      <p:sp>
        <p:nvSpPr>
          <p:cNvPr id="13314" name="Rectangle 2"/>
          <p:cNvSpPr>
            <a:spLocks noGrp="1"/>
          </p:cNvSpPr>
          <p:nvPr>
            <p:ph type="title"/>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45720" tIns="45720" rIns="45720" bIns="45720" numCol="1" anchor="ctr" anchorCtr="0" compatLnSpc="1">
            <a:prstTxWarp prst="textNoShape">
              <a:avLst/>
            </a:prstTxWarp>
          </a:bodyPr>
          <a:lstStyle/>
          <a:p>
            <a:pPr lvl="0"/>
            <a:r>
              <a:rPr lang="en-US" altLang="tr-TR"/>
              <a:t>Click to edit Master title style</a:t>
            </a:r>
          </a:p>
        </p:txBody>
      </p:sp>
      <p:sp>
        <p:nvSpPr>
          <p:cNvPr id="13315" name="Rectangle 3"/>
          <p:cNvSpPr>
            <a:spLocks noGrp="1"/>
          </p:cNvSpPr>
          <p:nvPr>
            <p:ph type="body" idx="1"/>
          </p:nvPr>
        </p:nvSpPr>
        <p:spPr bwMode="auto">
          <a:xfrm>
            <a:off x="457200" y="1600200"/>
            <a:ext cx="7467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tr-TR"/>
              <a:t>Click to edit Master text styles</a:t>
            </a:r>
          </a:p>
          <a:p>
            <a:pPr lvl="1"/>
            <a:r>
              <a:rPr lang="en-US" altLang="tr-TR"/>
              <a:t>Second level</a:t>
            </a:r>
          </a:p>
          <a:p>
            <a:pPr lvl="2"/>
            <a:r>
              <a:rPr lang="en-US" altLang="tr-TR"/>
              <a:t>Third level</a:t>
            </a:r>
          </a:p>
          <a:p>
            <a:pPr lvl="3"/>
            <a:r>
              <a:rPr lang="en-US" altLang="tr-TR"/>
              <a:t>Fourth level</a:t>
            </a:r>
          </a:p>
          <a:p>
            <a:pPr lvl="4"/>
            <a:r>
              <a:rPr lang="en-US" altLang="tr-TR"/>
              <a:t>Fifth level</a:t>
            </a:r>
          </a:p>
        </p:txBody>
      </p:sp>
      <p:sp>
        <p:nvSpPr>
          <p:cNvPr id="11" name="Rectangle 4"/>
          <p:cNvSpPr>
            <a:spLocks noGrp="1"/>
          </p:cNvSpPr>
          <p:nvPr>
            <p:ph type="dt" sz="half" idx="2"/>
          </p:nvPr>
        </p:nvSpPr>
        <p:spPr>
          <a:xfrm>
            <a:off x="457200" y="6421438"/>
            <a:ext cx="2133600" cy="365125"/>
          </a:xfrm>
          <a:prstGeom prst="rect">
            <a:avLst/>
          </a:prstGeom>
        </p:spPr>
        <p:txBody>
          <a:bodyPr vert="horz" bIns="0" anchor="b"/>
          <a:lstStyle>
            <a:lvl1pPr eaLnBrk="1" fontAlgn="auto" hangingPunct="1">
              <a:spcBef>
                <a:spcPts val="0"/>
              </a:spcBef>
              <a:spcAft>
                <a:spcPts val="0"/>
              </a:spcAft>
              <a:defRPr sz="1000">
                <a:solidFill>
                  <a:schemeClr val="tx2">
                    <a:shade val="50000"/>
                  </a:schemeClr>
                </a:solidFill>
                <a:latin typeface="+mn-lt"/>
              </a:defRPr>
            </a:lvl1pPr>
          </a:lstStyle>
          <a:p>
            <a:pPr>
              <a:defRPr/>
            </a:pPr>
            <a:r>
              <a:rPr lang="en-US"/>
              <a:t>10/29/2008</a:t>
            </a:r>
          </a:p>
        </p:txBody>
      </p:sp>
      <p:sp>
        <p:nvSpPr>
          <p:cNvPr id="13" name="Rectangle 5"/>
          <p:cNvSpPr>
            <a:spLocks noGrp="1"/>
          </p:cNvSpPr>
          <p:nvPr>
            <p:ph type="ftr" sz="quarter" idx="3"/>
          </p:nvPr>
        </p:nvSpPr>
        <p:spPr>
          <a:xfrm>
            <a:off x="3124200" y="6421438"/>
            <a:ext cx="2895600" cy="365125"/>
          </a:xfrm>
          <a:prstGeom prst="rect">
            <a:avLst/>
          </a:prstGeom>
        </p:spPr>
        <p:txBody>
          <a:bodyPr vert="horz" lIns="0" rIns="0" bIns="0" anchor="b"/>
          <a:lstStyle>
            <a:lvl1pPr algn="ctr" eaLnBrk="1" fontAlgn="auto" hangingPunct="1">
              <a:spcBef>
                <a:spcPts val="0"/>
              </a:spcBef>
              <a:spcAft>
                <a:spcPts val="0"/>
              </a:spcAft>
              <a:defRPr sz="1000">
                <a:solidFill>
                  <a:schemeClr val="tx2">
                    <a:shade val="50000"/>
                  </a:schemeClr>
                </a:solidFill>
                <a:latin typeface="+mn-lt"/>
              </a:defRPr>
            </a:lvl1pPr>
          </a:lstStyle>
          <a:p>
            <a:pPr>
              <a:defRPr/>
            </a:pPr>
            <a:endParaRPr lang="en-US"/>
          </a:p>
        </p:txBody>
      </p:sp>
      <p:sp>
        <p:nvSpPr>
          <p:cNvPr id="14" name="Rectangle 6"/>
          <p:cNvSpPr>
            <a:spLocks noGrp="1"/>
          </p:cNvSpPr>
          <p:nvPr>
            <p:ph type="sldNum" sz="quarter" idx="4"/>
          </p:nvPr>
        </p:nvSpPr>
        <p:spPr>
          <a:xfrm>
            <a:off x="8153400" y="6421438"/>
            <a:ext cx="762000" cy="365125"/>
          </a:xfrm>
          <a:prstGeom prst="rect">
            <a:avLst/>
          </a:prstGeom>
        </p:spPr>
        <p:txBody>
          <a:bodyPr vert="horz" lIns="0" tIns="0" rIns="0" bIns="0" anchor="b"/>
          <a:lstStyle>
            <a:lvl1pPr algn="r" eaLnBrk="1" fontAlgn="auto" hangingPunct="1">
              <a:spcBef>
                <a:spcPts val="0"/>
              </a:spcBef>
              <a:spcAft>
                <a:spcPts val="0"/>
              </a:spcAft>
              <a:defRPr sz="1000">
                <a:solidFill>
                  <a:schemeClr val="tx2">
                    <a:shade val="50000"/>
                  </a:schemeClr>
                </a:solidFill>
                <a:latin typeface="+mn-lt"/>
              </a:defRPr>
            </a:lvl1pPr>
          </a:lstStyle>
          <a:p>
            <a:pPr>
              <a:defRPr/>
            </a:pPr>
            <a:r>
              <a:rPr lang="en-US"/>
              <a:t></a:t>
            </a:r>
          </a:p>
        </p:txBody>
      </p:sp>
    </p:spTree>
  </p:cSld>
  <p:clrMap bg1="lt1" tx1="dk1" bg2="lt2" tx2="dk2" accent1="accent1" accent2="accent2" accent3="accent3" accent4="accent4" accent5="accent5" accent6="accent6" hlink="hlink" folHlink="folHlink"/>
  <p:sldLayoutIdLst>
    <p:sldLayoutId id="2147484035" r:id="rId1"/>
    <p:sldLayoutId id="2147484036" r:id="rId2"/>
    <p:sldLayoutId id="2147484037" r:id="rId3"/>
    <p:sldLayoutId id="2147484038" r:id="rId4"/>
    <p:sldLayoutId id="2147484039" r:id="rId5"/>
    <p:sldLayoutId id="2147484040" r:id="rId6"/>
    <p:sldLayoutId id="2147484041" r:id="rId7"/>
    <p:sldLayoutId id="2147484042" r:id="rId8"/>
    <p:sldLayoutId id="2147484043" r:id="rId9"/>
    <p:sldLayoutId id="2147484044" r:id="rId10"/>
    <p:sldLayoutId id="2147484045" r:id="rId11"/>
  </p:sldLayoutIdLst>
  <p:hf sldNum="0" hdr="0" ftr="0"/>
  <p:txStyles>
    <p:titleStyle>
      <a:lvl1pPr algn="l" rtl="0" eaLnBrk="0" fontAlgn="base" hangingPunct="0">
        <a:spcBef>
          <a:spcPct val="0"/>
        </a:spcBef>
        <a:spcAft>
          <a:spcPct val="0"/>
        </a:spcAft>
        <a:defRPr sz="4600" kern="1200">
          <a:solidFill>
            <a:schemeClr val="tx1"/>
          </a:solidFill>
          <a:latin typeface="+mj-lt"/>
          <a:ea typeface="+mj-ea"/>
          <a:cs typeface="+mj-cs"/>
        </a:defRPr>
      </a:lvl1pPr>
      <a:lvl2pPr algn="l" rtl="0" eaLnBrk="0" fontAlgn="base" hangingPunct="0">
        <a:spcBef>
          <a:spcPct val="0"/>
        </a:spcBef>
        <a:spcAft>
          <a:spcPct val="0"/>
        </a:spcAft>
        <a:defRPr sz="4600">
          <a:solidFill>
            <a:schemeClr val="tx1"/>
          </a:solidFill>
          <a:latin typeface="Franklin Gothic Book"/>
        </a:defRPr>
      </a:lvl2pPr>
      <a:lvl3pPr algn="l" rtl="0" eaLnBrk="0" fontAlgn="base" hangingPunct="0">
        <a:spcBef>
          <a:spcPct val="0"/>
        </a:spcBef>
        <a:spcAft>
          <a:spcPct val="0"/>
        </a:spcAft>
        <a:defRPr sz="4600">
          <a:solidFill>
            <a:schemeClr val="tx1"/>
          </a:solidFill>
          <a:latin typeface="Franklin Gothic Book"/>
        </a:defRPr>
      </a:lvl3pPr>
      <a:lvl4pPr algn="l" rtl="0" eaLnBrk="0" fontAlgn="base" hangingPunct="0">
        <a:spcBef>
          <a:spcPct val="0"/>
        </a:spcBef>
        <a:spcAft>
          <a:spcPct val="0"/>
        </a:spcAft>
        <a:defRPr sz="4600">
          <a:solidFill>
            <a:schemeClr val="tx1"/>
          </a:solidFill>
          <a:latin typeface="Franklin Gothic Book"/>
        </a:defRPr>
      </a:lvl4pPr>
      <a:lvl5pPr algn="l" rtl="0" eaLnBrk="0" fontAlgn="base" hangingPunct="0">
        <a:spcBef>
          <a:spcPct val="0"/>
        </a:spcBef>
        <a:spcAft>
          <a:spcPct val="0"/>
        </a:spcAft>
        <a:defRPr sz="4600">
          <a:solidFill>
            <a:schemeClr val="tx1"/>
          </a:solidFill>
          <a:latin typeface="Franklin Gothic Book"/>
        </a:defRPr>
      </a:lvl5pPr>
      <a:lvl6pPr marL="457200" algn="l" rtl="0" fontAlgn="base">
        <a:spcBef>
          <a:spcPct val="0"/>
        </a:spcBef>
        <a:spcAft>
          <a:spcPct val="0"/>
        </a:spcAft>
        <a:defRPr sz="4600">
          <a:solidFill>
            <a:schemeClr val="tx1"/>
          </a:solidFill>
          <a:latin typeface="Franklin Gothic Book"/>
        </a:defRPr>
      </a:lvl6pPr>
      <a:lvl7pPr marL="914400" algn="l" rtl="0" fontAlgn="base">
        <a:spcBef>
          <a:spcPct val="0"/>
        </a:spcBef>
        <a:spcAft>
          <a:spcPct val="0"/>
        </a:spcAft>
        <a:defRPr sz="4600">
          <a:solidFill>
            <a:schemeClr val="tx1"/>
          </a:solidFill>
          <a:latin typeface="Franklin Gothic Book"/>
        </a:defRPr>
      </a:lvl7pPr>
      <a:lvl8pPr marL="1371600" algn="l" rtl="0" fontAlgn="base">
        <a:spcBef>
          <a:spcPct val="0"/>
        </a:spcBef>
        <a:spcAft>
          <a:spcPct val="0"/>
        </a:spcAft>
        <a:defRPr sz="4600">
          <a:solidFill>
            <a:schemeClr val="tx1"/>
          </a:solidFill>
          <a:latin typeface="Franklin Gothic Book"/>
        </a:defRPr>
      </a:lvl8pPr>
      <a:lvl9pPr marL="1828800" algn="l" rtl="0" fontAlgn="base">
        <a:spcBef>
          <a:spcPct val="0"/>
        </a:spcBef>
        <a:spcAft>
          <a:spcPct val="0"/>
        </a:spcAft>
        <a:defRPr sz="4600">
          <a:solidFill>
            <a:schemeClr val="tx1"/>
          </a:solidFill>
          <a:latin typeface="Franklin Gothic Book"/>
        </a:defRPr>
      </a:lvl9pPr>
    </p:titleStyle>
    <p:bodyStyle>
      <a:lvl1pPr marL="419100" indent="-382588" algn="l" rtl="0" eaLnBrk="0" fontAlgn="base" hangingPunct="0">
        <a:spcBef>
          <a:spcPct val="20000"/>
        </a:spcBef>
        <a:spcAft>
          <a:spcPct val="0"/>
        </a:spcAft>
        <a:buClr>
          <a:schemeClr val="accent1"/>
        </a:buClr>
        <a:buSzPct val="80000"/>
        <a:buFont typeface="Wingdings 2" charset="2"/>
        <a:buChar char=""/>
        <a:defRPr sz="3000" kern="1200">
          <a:solidFill>
            <a:schemeClr val="tx1"/>
          </a:solidFill>
          <a:latin typeface="+mn-lt"/>
          <a:ea typeface="+mn-ea"/>
          <a:cs typeface="+mn-cs"/>
        </a:defRPr>
      </a:lvl1pPr>
      <a:lvl2pPr marL="722313" indent="-273050" algn="l" rtl="0" eaLnBrk="0" fontAlgn="base" hangingPunct="0">
        <a:spcBef>
          <a:spcPct val="20000"/>
        </a:spcBef>
        <a:spcAft>
          <a:spcPct val="0"/>
        </a:spcAft>
        <a:buClr>
          <a:schemeClr val="accent1"/>
        </a:buClr>
        <a:buSzPct val="90000"/>
        <a:buFont typeface="Wingdings 2" charset="2"/>
        <a:buChar char=""/>
        <a:defRPr sz="2600" kern="1200">
          <a:solidFill>
            <a:schemeClr val="tx1"/>
          </a:solidFill>
          <a:latin typeface="+mn-lt"/>
          <a:ea typeface="+mn-ea"/>
          <a:cs typeface="+mn-cs"/>
        </a:defRPr>
      </a:lvl2pPr>
      <a:lvl3pPr marL="1004888" indent="-255588" algn="l" rtl="0" eaLnBrk="0" fontAlgn="base" hangingPunct="0">
        <a:spcBef>
          <a:spcPct val="20000"/>
        </a:spcBef>
        <a:spcAft>
          <a:spcPct val="0"/>
        </a:spcAft>
        <a:buClr>
          <a:schemeClr val="accent2"/>
        </a:buClr>
        <a:buSzPct val="85000"/>
        <a:buFont typeface="Arial" charset="0"/>
        <a:buChar char="○"/>
        <a:defRPr sz="2400" kern="1200">
          <a:solidFill>
            <a:schemeClr val="tx1"/>
          </a:solidFill>
          <a:latin typeface="+mn-lt"/>
          <a:ea typeface="+mn-ea"/>
          <a:cs typeface="+mn-cs"/>
        </a:defRPr>
      </a:lvl3pPr>
      <a:lvl4pPr marL="1279525" indent="-236538" algn="l" rtl="0" eaLnBrk="0" fontAlgn="base" hangingPunct="0">
        <a:spcBef>
          <a:spcPct val="20000"/>
        </a:spcBef>
        <a:spcAft>
          <a:spcPct val="0"/>
        </a:spcAft>
        <a:buClr>
          <a:srgbClr val="FEB80A"/>
        </a:buClr>
        <a:buSzPct val="90000"/>
        <a:buFont typeface="Wingdings 2" charset="2"/>
        <a:buChar char=""/>
        <a:defRPr sz="2000" kern="1200">
          <a:solidFill>
            <a:schemeClr val="tx1"/>
          </a:solidFill>
          <a:latin typeface="+mn-lt"/>
          <a:ea typeface="+mn-ea"/>
          <a:cs typeface="+mn-cs"/>
        </a:defRPr>
      </a:lvl4pPr>
      <a:lvl5pPr marL="1489075" indent="-182563" algn="l" rtl="0" eaLnBrk="0" fontAlgn="base" hangingPunct="0">
        <a:spcBef>
          <a:spcPct val="20000"/>
        </a:spcBef>
        <a:spcAft>
          <a:spcPct val="0"/>
        </a:spcAft>
        <a:buClr>
          <a:srgbClr val="00ADDC"/>
        </a:buClr>
        <a:buSzPct val="100000"/>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192E"/>
        </a:solidFill>
        <a:effectLst/>
      </p:bgPr>
    </p:bg>
    <p:spTree>
      <p:nvGrpSpPr>
        <p:cNvPr id="1" name=""/>
        <p:cNvGrpSpPr/>
        <p:nvPr/>
      </p:nvGrpSpPr>
      <p:grpSpPr>
        <a:xfrm>
          <a:off x="0" y="0"/>
          <a:ext cx="0" cy="0"/>
          <a:chOff x="0" y="0"/>
          <a:chExt cx="0" cy="0"/>
        </a:xfrm>
      </p:grpSpPr>
      <p:sp>
        <p:nvSpPr>
          <p:cNvPr id="25602" name="AutoShape 2"/>
          <p:cNvSpPr>
            <a:spLocks/>
          </p:cNvSpPr>
          <p:nvPr/>
        </p:nvSpPr>
        <p:spPr bwMode="auto">
          <a:xfrm>
            <a:off x="0" y="4751388"/>
            <a:ext cx="9144000" cy="2112962"/>
          </a:xfrm>
          <a:custGeom>
            <a:avLst/>
            <a:gdLst>
              <a:gd name="T0" fmla="*/ 0 w 5760"/>
              <a:gd name="T1" fmla="*/ 2147483646 h 1331"/>
              <a:gd name="T2" fmla="*/ 0 w 5760"/>
              <a:gd name="T3" fmla="*/ 2147483646 h 1331"/>
              <a:gd name="T4" fmla="*/ 2147483646 w 5760"/>
              <a:gd name="T5" fmla="*/ 2147483646 h 1331"/>
              <a:gd name="T6" fmla="*/ 2147483646 w 5760"/>
              <a:gd name="T7" fmla="*/ 0 h 1331"/>
              <a:gd name="T8" fmla="*/ 0 w 5760"/>
              <a:gd name="T9" fmla="*/ 2147483646 h 1331"/>
              <a:gd name="T10" fmla="*/ 0 60000 65536"/>
              <a:gd name="T11" fmla="*/ 0 60000 65536"/>
              <a:gd name="T12" fmla="*/ 0 60000 65536"/>
              <a:gd name="T13" fmla="*/ 0 60000 65536"/>
              <a:gd name="T14" fmla="*/ 0 60000 65536"/>
              <a:gd name="T15" fmla="*/ 0 w 5760"/>
              <a:gd name="T16" fmla="*/ 0 h 1331"/>
              <a:gd name="T17" fmla="*/ 5760 w 5760"/>
              <a:gd name="T18" fmla="*/ 1331 h 1331"/>
            </a:gdLst>
            <a:ahLst/>
            <a:cxnLst>
              <a:cxn ang="T10">
                <a:pos x="T0" y="T1"/>
              </a:cxn>
              <a:cxn ang="T11">
                <a:pos x="T2" y="T3"/>
              </a:cxn>
              <a:cxn ang="T12">
                <a:pos x="T4" y="T5"/>
              </a:cxn>
              <a:cxn ang="T13">
                <a:pos x="T6" y="T7"/>
              </a:cxn>
              <a:cxn ang="T14">
                <a:pos x="T8" y="T9"/>
              </a:cxn>
            </a:cxnLst>
            <a:rect l="T15" t="T16" r="T17" b="T18"/>
            <a:pathLst>
              <a:path w="5760" h="1331">
                <a:moveTo>
                  <a:pt x="0" y="1066"/>
                </a:moveTo>
                <a:lnTo>
                  <a:pt x="0" y="1331"/>
                </a:lnTo>
                <a:lnTo>
                  <a:pt x="5760" y="1331"/>
                </a:lnTo>
                <a:lnTo>
                  <a:pt x="5760" y="0"/>
                </a:lnTo>
                <a:cubicBezTo>
                  <a:pt x="3220" y="1206"/>
                  <a:pt x="2250" y="1146"/>
                  <a:pt x="0" y="1066"/>
                </a:cubicBezTo>
                <a:close/>
              </a:path>
            </a:pathLst>
          </a:custGeom>
          <a:solidFill>
            <a:srgbClr val="7C7C7C">
              <a:alpha val="45097"/>
            </a:srgbClr>
          </a:solidFill>
          <a:ln>
            <a:noFill/>
          </a:ln>
          <a:effectLst>
            <a:outerShdw dist="44450" dir="16200000" algn="ctr" rotWithShape="0">
              <a:srgbClr val="000000">
                <a:alpha val="34998"/>
              </a:srgbClr>
            </a:outerShdw>
          </a:effectLst>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03" name="AutoShape 3"/>
          <p:cNvSpPr>
            <a:spLocks/>
          </p:cNvSpPr>
          <p:nvPr/>
        </p:nvSpPr>
        <p:spPr bwMode="auto">
          <a:xfrm>
            <a:off x="7315200" y="0"/>
            <a:ext cx="1828800" cy="6858000"/>
          </a:xfrm>
          <a:custGeom>
            <a:avLst/>
            <a:gdLst>
              <a:gd name="T0" fmla="*/ 2147483646 w 1914"/>
              <a:gd name="T1" fmla="*/ 2147483646 h 4329"/>
              <a:gd name="T2" fmla="*/ 2147483646 w 1914"/>
              <a:gd name="T3" fmla="*/ 2147483646 h 4329"/>
              <a:gd name="T4" fmla="*/ 2147483646 w 1914"/>
              <a:gd name="T5" fmla="*/ 2147483646 h 4329"/>
              <a:gd name="T6" fmla="*/ 0 w 1914"/>
              <a:gd name="T7" fmla="*/ 0 h 4329"/>
              <a:gd name="T8" fmla="*/ 2147483646 w 1914"/>
              <a:gd name="T9" fmla="*/ 2147483646 h 4329"/>
              <a:gd name="T10" fmla="*/ 0 60000 65536"/>
              <a:gd name="T11" fmla="*/ 0 60000 65536"/>
              <a:gd name="T12" fmla="*/ 0 60000 65536"/>
              <a:gd name="T13" fmla="*/ 0 60000 65536"/>
              <a:gd name="T14" fmla="*/ 0 60000 65536"/>
              <a:gd name="T15" fmla="*/ 0 w 1914"/>
              <a:gd name="T16" fmla="*/ 0 h 4329"/>
              <a:gd name="T17" fmla="*/ 1914 w 1914"/>
              <a:gd name="T18" fmla="*/ 4329 h 4329"/>
            </a:gdLst>
            <a:ahLst/>
            <a:cxnLst>
              <a:cxn ang="T10">
                <a:pos x="T0" y="T1"/>
              </a:cxn>
              <a:cxn ang="T11">
                <a:pos x="T2" y="T3"/>
              </a:cxn>
              <a:cxn ang="T12">
                <a:pos x="T4" y="T5"/>
              </a:cxn>
              <a:cxn ang="T13">
                <a:pos x="T6" y="T7"/>
              </a:cxn>
              <a:cxn ang="T14">
                <a:pos x="T8" y="T9"/>
              </a:cxn>
            </a:cxnLst>
            <a:rect l="T15" t="T16" r="T17" b="T18"/>
            <a:pathLst>
              <a:path w="1914" h="4329">
                <a:moveTo>
                  <a:pt x="1914" y="9"/>
                </a:moveTo>
                <a:lnTo>
                  <a:pt x="1914" y="4329"/>
                </a:lnTo>
                <a:lnTo>
                  <a:pt x="204" y="4327"/>
                </a:lnTo>
                <a:cubicBezTo>
                  <a:pt x="1288" y="3574"/>
                  <a:pt x="2082" y="1734"/>
                  <a:pt x="0" y="0"/>
                </a:cubicBezTo>
                <a:lnTo>
                  <a:pt x="1914" y="9"/>
                </a:lnTo>
                <a:close/>
              </a:path>
            </a:pathLst>
          </a:custGeom>
          <a:solidFill>
            <a:srgbClr val="595959">
              <a:alpha val="39999"/>
            </a:srgbClr>
          </a:solidFill>
          <a:ln>
            <a:noFill/>
          </a:ln>
          <a:effectLst>
            <a:outerShdw dist="50800" dir="10800000" algn="ctr" rotWithShape="0">
              <a:srgbClr val="000000">
                <a:alpha val="45000"/>
              </a:srgbClr>
            </a:outerShdw>
          </a:effectLst>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04" name="Rectangle 4"/>
          <p:cNvSpPr>
            <a:spLocks noGrp="1"/>
          </p:cNvSpPr>
          <p:nvPr>
            <p:ph type="title"/>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45720" tIns="45720" rIns="45720" bIns="45720" numCol="1" anchor="ctr" anchorCtr="0" compatLnSpc="1">
            <a:prstTxWarp prst="textNoShape">
              <a:avLst/>
            </a:prstTxWarp>
          </a:bodyPr>
          <a:lstStyle/>
          <a:p>
            <a:pPr lvl="0"/>
            <a:r>
              <a:rPr lang="en-US" altLang="tr-TR"/>
              <a:t>Click to edit Master title style</a:t>
            </a:r>
          </a:p>
        </p:txBody>
      </p:sp>
      <p:sp>
        <p:nvSpPr>
          <p:cNvPr id="25605" name="Rectangle 5"/>
          <p:cNvSpPr>
            <a:spLocks noGrp="1"/>
          </p:cNvSpPr>
          <p:nvPr>
            <p:ph type="body" idx="1"/>
          </p:nvPr>
        </p:nvSpPr>
        <p:spPr bwMode="auto">
          <a:xfrm>
            <a:off x="457200" y="1600200"/>
            <a:ext cx="7467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tr-TR"/>
              <a:t>Click to edit Master text styles</a:t>
            </a:r>
          </a:p>
          <a:p>
            <a:pPr lvl="1"/>
            <a:r>
              <a:rPr lang="en-US" altLang="tr-TR"/>
              <a:t>Second level</a:t>
            </a:r>
          </a:p>
          <a:p>
            <a:pPr lvl="2"/>
            <a:r>
              <a:rPr lang="en-US" altLang="tr-TR"/>
              <a:t>Third level</a:t>
            </a:r>
          </a:p>
          <a:p>
            <a:pPr lvl="3"/>
            <a:r>
              <a:rPr lang="en-US" altLang="tr-TR"/>
              <a:t>Fourth level</a:t>
            </a:r>
          </a:p>
          <a:p>
            <a:pPr lvl="4"/>
            <a:r>
              <a:rPr lang="en-US" altLang="tr-TR"/>
              <a:t>Fifth level</a:t>
            </a:r>
          </a:p>
        </p:txBody>
      </p:sp>
      <p:sp>
        <p:nvSpPr>
          <p:cNvPr id="11" name="Rectangle 6"/>
          <p:cNvSpPr>
            <a:spLocks noGrp="1"/>
          </p:cNvSpPr>
          <p:nvPr>
            <p:ph type="dt" sz="half" idx="2"/>
          </p:nvPr>
        </p:nvSpPr>
        <p:spPr>
          <a:xfrm>
            <a:off x="457200" y="6421438"/>
            <a:ext cx="2133600" cy="365125"/>
          </a:xfrm>
          <a:prstGeom prst="rect">
            <a:avLst/>
          </a:prstGeom>
        </p:spPr>
        <p:txBody>
          <a:bodyPr vert="horz" bIns="0" anchor="b"/>
          <a:lstStyle>
            <a:lvl1pPr eaLnBrk="1" fontAlgn="auto" hangingPunct="1">
              <a:spcBef>
                <a:spcPts val="0"/>
              </a:spcBef>
              <a:spcAft>
                <a:spcPts val="0"/>
              </a:spcAft>
              <a:defRPr sz="1000">
                <a:solidFill>
                  <a:schemeClr val="tx2">
                    <a:shade val="50000"/>
                  </a:schemeClr>
                </a:solidFill>
                <a:latin typeface="+mn-lt"/>
              </a:defRPr>
            </a:lvl1pPr>
          </a:lstStyle>
          <a:p>
            <a:pPr>
              <a:defRPr/>
            </a:pPr>
            <a:r>
              <a:rPr lang="en-US"/>
              <a:t>10/29/2008</a:t>
            </a:r>
          </a:p>
        </p:txBody>
      </p:sp>
      <p:sp>
        <p:nvSpPr>
          <p:cNvPr id="13" name="Rectangle 7"/>
          <p:cNvSpPr>
            <a:spLocks noGrp="1"/>
          </p:cNvSpPr>
          <p:nvPr>
            <p:ph type="ftr" sz="quarter" idx="3"/>
          </p:nvPr>
        </p:nvSpPr>
        <p:spPr>
          <a:xfrm>
            <a:off x="3124200" y="6421438"/>
            <a:ext cx="2895600" cy="365125"/>
          </a:xfrm>
          <a:prstGeom prst="rect">
            <a:avLst/>
          </a:prstGeom>
        </p:spPr>
        <p:txBody>
          <a:bodyPr vert="horz" lIns="0" rIns="0" bIns="0" anchor="b"/>
          <a:lstStyle>
            <a:lvl1pPr algn="ctr" eaLnBrk="1" fontAlgn="auto" hangingPunct="1">
              <a:spcBef>
                <a:spcPts val="0"/>
              </a:spcBef>
              <a:spcAft>
                <a:spcPts val="0"/>
              </a:spcAft>
              <a:defRPr sz="1000">
                <a:solidFill>
                  <a:schemeClr val="tx2">
                    <a:shade val="50000"/>
                  </a:schemeClr>
                </a:solidFill>
                <a:latin typeface="+mn-lt"/>
              </a:defRPr>
            </a:lvl1pPr>
          </a:lstStyle>
          <a:p>
            <a:pPr>
              <a:defRPr/>
            </a:pPr>
            <a:endParaRPr lang="en-US"/>
          </a:p>
        </p:txBody>
      </p:sp>
      <p:sp>
        <p:nvSpPr>
          <p:cNvPr id="14" name="Rectangle 8"/>
          <p:cNvSpPr>
            <a:spLocks noGrp="1"/>
          </p:cNvSpPr>
          <p:nvPr>
            <p:ph type="sldNum" sz="quarter" idx="4"/>
          </p:nvPr>
        </p:nvSpPr>
        <p:spPr>
          <a:xfrm>
            <a:off x="8156575" y="6421438"/>
            <a:ext cx="762000" cy="365125"/>
          </a:xfrm>
          <a:prstGeom prst="rect">
            <a:avLst/>
          </a:prstGeom>
        </p:spPr>
        <p:txBody>
          <a:bodyPr vert="horz" lIns="0" tIns="0" rIns="0" bIns="0" anchor="b"/>
          <a:lstStyle>
            <a:lvl1pPr algn="r" eaLnBrk="1" fontAlgn="auto" hangingPunct="1">
              <a:spcBef>
                <a:spcPts val="0"/>
              </a:spcBef>
              <a:spcAft>
                <a:spcPts val="0"/>
              </a:spcAft>
              <a:defRPr sz="1000">
                <a:solidFill>
                  <a:schemeClr val="tx2">
                    <a:shade val="50000"/>
                  </a:schemeClr>
                </a:solidFill>
                <a:latin typeface="+mn-lt"/>
              </a:defRPr>
            </a:lvl1pPr>
          </a:lstStyle>
          <a:p>
            <a:pPr>
              <a:defRPr/>
            </a:pPr>
            <a:r>
              <a:rPr lang="en-US"/>
              <a:t></a:t>
            </a:r>
          </a:p>
        </p:txBody>
      </p:sp>
    </p:spTree>
  </p:cSld>
  <p:clrMap bg1="lt1" tx1="dk1" bg2="lt2" tx2="dk2" accent1="accent1" accent2="accent2" accent3="accent3" accent4="accent4" accent5="accent5" accent6="accent6" hlink="hlink" folHlink="folHlink"/>
  <p:sldLayoutIdLst>
    <p:sldLayoutId id="2147484046" r:id="rId1"/>
    <p:sldLayoutId id="2147484047" r:id="rId2"/>
    <p:sldLayoutId id="2147484048" r:id="rId3"/>
    <p:sldLayoutId id="2147484049" r:id="rId4"/>
    <p:sldLayoutId id="2147484050" r:id="rId5"/>
    <p:sldLayoutId id="2147484051" r:id="rId6"/>
    <p:sldLayoutId id="2147484052" r:id="rId7"/>
    <p:sldLayoutId id="2147484053" r:id="rId8"/>
    <p:sldLayoutId id="2147484054" r:id="rId9"/>
    <p:sldLayoutId id="2147484055" r:id="rId10"/>
    <p:sldLayoutId id="2147484056" r:id="rId11"/>
  </p:sldLayoutIdLst>
  <p:hf sldNum="0" hdr="0" ftr="0"/>
  <p:txStyles>
    <p:titleStyle>
      <a:lvl1pPr algn="l" rtl="0" eaLnBrk="0" fontAlgn="base" hangingPunct="0">
        <a:spcBef>
          <a:spcPct val="0"/>
        </a:spcBef>
        <a:spcAft>
          <a:spcPct val="0"/>
        </a:spcAft>
        <a:defRPr sz="4600" kern="1200">
          <a:solidFill>
            <a:schemeClr val="tx1"/>
          </a:solidFill>
          <a:latin typeface="+mj-lt"/>
          <a:ea typeface="+mj-ea"/>
          <a:cs typeface="+mj-cs"/>
        </a:defRPr>
      </a:lvl1pPr>
      <a:lvl2pPr algn="l" rtl="0" eaLnBrk="0" fontAlgn="base" hangingPunct="0">
        <a:spcBef>
          <a:spcPct val="0"/>
        </a:spcBef>
        <a:spcAft>
          <a:spcPct val="0"/>
        </a:spcAft>
        <a:defRPr sz="4600">
          <a:solidFill>
            <a:schemeClr val="tx1"/>
          </a:solidFill>
          <a:latin typeface="Franklin Gothic Book"/>
        </a:defRPr>
      </a:lvl2pPr>
      <a:lvl3pPr algn="l" rtl="0" eaLnBrk="0" fontAlgn="base" hangingPunct="0">
        <a:spcBef>
          <a:spcPct val="0"/>
        </a:spcBef>
        <a:spcAft>
          <a:spcPct val="0"/>
        </a:spcAft>
        <a:defRPr sz="4600">
          <a:solidFill>
            <a:schemeClr val="tx1"/>
          </a:solidFill>
          <a:latin typeface="Franklin Gothic Book"/>
        </a:defRPr>
      </a:lvl3pPr>
      <a:lvl4pPr algn="l" rtl="0" eaLnBrk="0" fontAlgn="base" hangingPunct="0">
        <a:spcBef>
          <a:spcPct val="0"/>
        </a:spcBef>
        <a:spcAft>
          <a:spcPct val="0"/>
        </a:spcAft>
        <a:defRPr sz="4600">
          <a:solidFill>
            <a:schemeClr val="tx1"/>
          </a:solidFill>
          <a:latin typeface="Franklin Gothic Book"/>
        </a:defRPr>
      </a:lvl4pPr>
      <a:lvl5pPr algn="l" rtl="0" eaLnBrk="0" fontAlgn="base" hangingPunct="0">
        <a:spcBef>
          <a:spcPct val="0"/>
        </a:spcBef>
        <a:spcAft>
          <a:spcPct val="0"/>
        </a:spcAft>
        <a:defRPr sz="4600">
          <a:solidFill>
            <a:schemeClr val="tx1"/>
          </a:solidFill>
          <a:latin typeface="Franklin Gothic Book"/>
        </a:defRPr>
      </a:lvl5pPr>
      <a:lvl6pPr marL="457200" algn="l" rtl="0" fontAlgn="base">
        <a:spcBef>
          <a:spcPct val="0"/>
        </a:spcBef>
        <a:spcAft>
          <a:spcPct val="0"/>
        </a:spcAft>
        <a:defRPr sz="4600">
          <a:solidFill>
            <a:schemeClr val="tx1"/>
          </a:solidFill>
          <a:latin typeface="Franklin Gothic Book"/>
        </a:defRPr>
      </a:lvl6pPr>
      <a:lvl7pPr marL="914400" algn="l" rtl="0" fontAlgn="base">
        <a:spcBef>
          <a:spcPct val="0"/>
        </a:spcBef>
        <a:spcAft>
          <a:spcPct val="0"/>
        </a:spcAft>
        <a:defRPr sz="4600">
          <a:solidFill>
            <a:schemeClr val="tx1"/>
          </a:solidFill>
          <a:latin typeface="Franklin Gothic Book"/>
        </a:defRPr>
      </a:lvl7pPr>
      <a:lvl8pPr marL="1371600" algn="l" rtl="0" fontAlgn="base">
        <a:spcBef>
          <a:spcPct val="0"/>
        </a:spcBef>
        <a:spcAft>
          <a:spcPct val="0"/>
        </a:spcAft>
        <a:defRPr sz="4600">
          <a:solidFill>
            <a:schemeClr val="tx1"/>
          </a:solidFill>
          <a:latin typeface="Franklin Gothic Book"/>
        </a:defRPr>
      </a:lvl8pPr>
      <a:lvl9pPr marL="1828800" algn="l" rtl="0" fontAlgn="base">
        <a:spcBef>
          <a:spcPct val="0"/>
        </a:spcBef>
        <a:spcAft>
          <a:spcPct val="0"/>
        </a:spcAft>
        <a:defRPr sz="4600">
          <a:solidFill>
            <a:schemeClr val="tx1"/>
          </a:solidFill>
          <a:latin typeface="Franklin Gothic Book"/>
        </a:defRPr>
      </a:lvl9pPr>
    </p:titleStyle>
    <p:bodyStyle>
      <a:lvl1pPr marL="419100" indent="-382588" algn="l" rtl="0" eaLnBrk="0" fontAlgn="base" hangingPunct="0">
        <a:spcBef>
          <a:spcPct val="20000"/>
        </a:spcBef>
        <a:spcAft>
          <a:spcPct val="0"/>
        </a:spcAft>
        <a:buClr>
          <a:schemeClr val="accent1"/>
        </a:buClr>
        <a:buSzPct val="80000"/>
        <a:buFont typeface="Wingdings 2" charset="2"/>
        <a:buChar char=""/>
        <a:defRPr sz="3000" kern="1200">
          <a:solidFill>
            <a:schemeClr val="tx1"/>
          </a:solidFill>
          <a:latin typeface="+mn-lt"/>
          <a:ea typeface="+mn-ea"/>
          <a:cs typeface="+mn-cs"/>
        </a:defRPr>
      </a:lvl1pPr>
      <a:lvl2pPr marL="722313" indent="-273050" algn="l" rtl="0" eaLnBrk="0" fontAlgn="base" hangingPunct="0">
        <a:spcBef>
          <a:spcPct val="20000"/>
        </a:spcBef>
        <a:spcAft>
          <a:spcPct val="0"/>
        </a:spcAft>
        <a:buClr>
          <a:schemeClr val="accent1"/>
        </a:buClr>
        <a:buSzPct val="90000"/>
        <a:buFont typeface="Wingdings 2" charset="2"/>
        <a:buChar char=""/>
        <a:defRPr sz="2600" kern="1200">
          <a:solidFill>
            <a:schemeClr val="tx1"/>
          </a:solidFill>
          <a:latin typeface="+mn-lt"/>
          <a:ea typeface="+mn-ea"/>
          <a:cs typeface="+mn-cs"/>
        </a:defRPr>
      </a:lvl2pPr>
      <a:lvl3pPr marL="1004888" indent="-255588" algn="l" rtl="0" eaLnBrk="0" fontAlgn="base" hangingPunct="0">
        <a:spcBef>
          <a:spcPct val="20000"/>
        </a:spcBef>
        <a:spcAft>
          <a:spcPct val="0"/>
        </a:spcAft>
        <a:buClr>
          <a:schemeClr val="accent2"/>
        </a:buClr>
        <a:buSzPct val="85000"/>
        <a:buFont typeface="Arial" charset="0"/>
        <a:buChar char="○"/>
        <a:defRPr sz="2400" kern="1200">
          <a:solidFill>
            <a:schemeClr val="tx1"/>
          </a:solidFill>
          <a:latin typeface="+mn-lt"/>
          <a:ea typeface="+mn-ea"/>
          <a:cs typeface="+mn-cs"/>
        </a:defRPr>
      </a:lvl3pPr>
      <a:lvl4pPr marL="1279525" indent="-236538" algn="l" rtl="0" eaLnBrk="0" fontAlgn="base" hangingPunct="0">
        <a:spcBef>
          <a:spcPct val="20000"/>
        </a:spcBef>
        <a:spcAft>
          <a:spcPct val="0"/>
        </a:spcAft>
        <a:buClr>
          <a:srgbClr val="FEB80A"/>
        </a:buClr>
        <a:buSzPct val="90000"/>
        <a:buFont typeface="Wingdings 2" charset="2"/>
        <a:buChar char=""/>
        <a:defRPr sz="2000" kern="1200">
          <a:solidFill>
            <a:schemeClr val="tx1"/>
          </a:solidFill>
          <a:latin typeface="+mn-lt"/>
          <a:ea typeface="+mn-ea"/>
          <a:cs typeface="+mn-cs"/>
        </a:defRPr>
      </a:lvl4pPr>
      <a:lvl5pPr marL="1489075" indent="-182563" algn="l" rtl="0" eaLnBrk="0" fontAlgn="base" hangingPunct="0">
        <a:spcBef>
          <a:spcPct val="20000"/>
        </a:spcBef>
        <a:spcAft>
          <a:spcPct val="0"/>
        </a:spcAft>
        <a:buClr>
          <a:srgbClr val="00ADDC"/>
        </a:buClr>
        <a:buSzPct val="100000"/>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0192E"/>
        </a:solidFill>
        <a:effectLst/>
      </p:bgPr>
    </p:bg>
    <p:spTree>
      <p:nvGrpSpPr>
        <p:cNvPr id="1" name=""/>
        <p:cNvGrpSpPr/>
        <p:nvPr/>
      </p:nvGrpSpPr>
      <p:grpSpPr>
        <a:xfrm>
          <a:off x="0" y="0"/>
          <a:ext cx="0" cy="0"/>
          <a:chOff x="0" y="0"/>
          <a:chExt cx="0" cy="0"/>
        </a:xfrm>
      </p:grpSpPr>
      <p:sp>
        <p:nvSpPr>
          <p:cNvPr id="37890" name="Rectangle 2"/>
          <p:cNvSpPr>
            <a:spLocks noGrp="1"/>
          </p:cNvSpPr>
          <p:nvPr>
            <p:ph type="title"/>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45720" tIns="45720" rIns="45720" bIns="45720" numCol="1" anchor="ctr" anchorCtr="0" compatLnSpc="1">
            <a:prstTxWarp prst="textNoShape">
              <a:avLst/>
            </a:prstTxWarp>
          </a:bodyPr>
          <a:lstStyle/>
          <a:p>
            <a:pPr lvl="0"/>
            <a:r>
              <a:rPr lang="en-US" altLang="tr-TR"/>
              <a:t>Click to edit Master title style</a:t>
            </a:r>
          </a:p>
        </p:txBody>
      </p:sp>
      <p:sp>
        <p:nvSpPr>
          <p:cNvPr id="37891" name="Rectangle 3"/>
          <p:cNvSpPr>
            <a:spLocks noGrp="1"/>
          </p:cNvSpPr>
          <p:nvPr>
            <p:ph type="body" idx="1"/>
          </p:nvPr>
        </p:nvSpPr>
        <p:spPr bwMode="auto">
          <a:xfrm>
            <a:off x="457200" y="1600200"/>
            <a:ext cx="7467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tr-TR"/>
              <a:t>Click to edit Master text styles</a:t>
            </a:r>
          </a:p>
          <a:p>
            <a:pPr lvl="1"/>
            <a:r>
              <a:rPr lang="en-US" altLang="tr-TR"/>
              <a:t>Second level</a:t>
            </a:r>
          </a:p>
          <a:p>
            <a:pPr lvl="2"/>
            <a:r>
              <a:rPr lang="en-US" altLang="tr-TR"/>
              <a:t>Third level</a:t>
            </a:r>
          </a:p>
          <a:p>
            <a:pPr lvl="3"/>
            <a:r>
              <a:rPr lang="en-US" altLang="tr-TR"/>
              <a:t>Fourth level</a:t>
            </a:r>
          </a:p>
          <a:p>
            <a:pPr lvl="4"/>
            <a:r>
              <a:rPr lang="en-US" altLang="tr-TR"/>
              <a:t>Fifth level</a:t>
            </a:r>
          </a:p>
        </p:txBody>
      </p:sp>
      <p:sp>
        <p:nvSpPr>
          <p:cNvPr id="11" name="Rectangle 4"/>
          <p:cNvSpPr>
            <a:spLocks noGrp="1"/>
          </p:cNvSpPr>
          <p:nvPr>
            <p:ph type="dt" sz="half" idx="2"/>
          </p:nvPr>
        </p:nvSpPr>
        <p:spPr>
          <a:xfrm>
            <a:off x="457200" y="6421438"/>
            <a:ext cx="2133600" cy="365125"/>
          </a:xfrm>
          <a:prstGeom prst="rect">
            <a:avLst/>
          </a:prstGeom>
        </p:spPr>
        <p:txBody>
          <a:bodyPr vert="horz" bIns="0" anchor="b"/>
          <a:lstStyle>
            <a:lvl1pPr eaLnBrk="1" fontAlgn="auto" hangingPunct="1">
              <a:spcBef>
                <a:spcPts val="0"/>
              </a:spcBef>
              <a:spcAft>
                <a:spcPts val="0"/>
              </a:spcAft>
              <a:defRPr sz="1000">
                <a:solidFill>
                  <a:schemeClr val="tx2">
                    <a:shade val="50000"/>
                  </a:schemeClr>
                </a:solidFill>
                <a:latin typeface="+mn-lt"/>
              </a:defRPr>
            </a:lvl1pPr>
          </a:lstStyle>
          <a:p>
            <a:pPr>
              <a:defRPr/>
            </a:pPr>
            <a:r>
              <a:rPr lang="en-US"/>
              <a:t>10/29/2008</a:t>
            </a:r>
          </a:p>
        </p:txBody>
      </p:sp>
      <p:sp>
        <p:nvSpPr>
          <p:cNvPr id="13" name="Rectangle 5"/>
          <p:cNvSpPr>
            <a:spLocks noGrp="1"/>
          </p:cNvSpPr>
          <p:nvPr>
            <p:ph type="ftr" sz="quarter" idx="3"/>
          </p:nvPr>
        </p:nvSpPr>
        <p:spPr>
          <a:xfrm>
            <a:off x="3124200" y="6421438"/>
            <a:ext cx="2895600" cy="365125"/>
          </a:xfrm>
          <a:prstGeom prst="rect">
            <a:avLst/>
          </a:prstGeom>
        </p:spPr>
        <p:txBody>
          <a:bodyPr vert="horz" lIns="0" rIns="0" bIns="0" anchor="b"/>
          <a:lstStyle>
            <a:lvl1pPr algn="ctr" eaLnBrk="1" fontAlgn="auto" hangingPunct="1">
              <a:spcBef>
                <a:spcPts val="0"/>
              </a:spcBef>
              <a:spcAft>
                <a:spcPts val="0"/>
              </a:spcAft>
              <a:defRPr sz="1000">
                <a:solidFill>
                  <a:schemeClr val="tx2">
                    <a:shade val="50000"/>
                  </a:schemeClr>
                </a:solidFill>
                <a:latin typeface="+mn-lt"/>
              </a:defRPr>
            </a:lvl1pPr>
          </a:lstStyle>
          <a:p>
            <a:pPr>
              <a:defRPr/>
            </a:pPr>
            <a:endParaRPr lang="en-US"/>
          </a:p>
        </p:txBody>
      </p:sp>
      <p:sp>
        <p:nvSpPr>
          <p:cNvPr id="14" name="Rectangle 6"/>
          <p:cNvSpPr>
            <a:spLocks noGrp="1"/>
          </p:cNvSpPr>
          <p:nvPr>
            <p:ph type="sldNum" sz="quarter" idx="4"/>
          </p:nvPr>
        </p:nvSpPr>
        <p:spPr>
          <a:xfrm>
            <a:off x="8153400" y="6421438"/>
            <a:ext cx="762000" cy="365125"/>
          </a:xfrm>
          <a:prstGeom prst="rect">
            <a:avLst/>
          </a:prstGeom>
        </p:spPr>
        <p:txBody>
          <a:bodyPr vert="horz" lIns="0" tIns="0" rIns="0" bIns="0" anchor="b"/>
          <a:lstStyle>
            <a:lvl1pPr algn="r" eaLnBrk="1" fontAlgn="auto" hangingPunct="1">
              <a:spcBef>
                <a:spcPts val="0"/>
              </a:spcBef>
              <a:spcAft>
                <a:spcPts val="0"/>
              </a:spcAft>
              <a:defRPr sz="1000">
                <a:solidFill>
                  <a:schemeClr val="tx2">
                    <a:shade val="50000"/>
                  </a:schemeClr>
                </a:solidFill>
                <a:latin typeface="+mn-lt"/>
              </a:defRPr>
            </a:lvl1pPr>
          </a:lstStyle>
          <a:p>
            <a:pPr>
              <a:defRPr/>
            </a:pPr>
            <a:r>
              <a:rPr lang="en-US"/>
              <a:t></a:t>
            </a:r>
          </a:p>
        </p:txBody>
      </p:sp>
    </p:spTree>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hf sldNum="0" hdr="0" ftr="0"/>
  <p:txStyles>
    <p:titleStyle>
      <a:lvl1pPr algn="l" rtl="0" eaLnBrk="0" fontAlgn="base" hangingPunct="0">
        <a:spcBef>
          <a:spcPct val="0"/>
        </a:spcBef>
        <a:spcAft>
          <a:spcPct val="0"/>
        </a:spcAft>
        <a:defRPr sz="4600" kern="1200">
          <a:solidFill>
            <a:schemeClr val="tx1"/>
          </a:solidFill>
          <a:latin typeface="+mj-lt"/>
          <a:ea typeface="+mj-ea"/>
          <a:cs typeface="+mj-cs"/>
        </a:defRPr>
      </a:lvl1pPr>
      <a:lvl2pPr algn="l" rtl="0" eaLnBrk="0" fontAlgn="base" hangingPunct="0">
        <a:spcBef>
          <a:spcPct val="0"/>
        </a:spcBef>
        <a:spcAft>
          <a:spcPct val="0"/>
        </a:spcAft>
        <a:defRPr sz="4600">
          <a:solidFill>
            <a:schemeClr val="tx1"/>
          </a:solidFill>
          <a:latin typeface="Franklin Gothic Book"/>
        </a:defRPr>
      </a:lvl2pPr>
      <a:lvl3pPr algn="l" rtl="0" eaLnBrk="0" fontAlgn="base" hangingPunct="0">
        <a:spcBef>
          <a:spcPct val="0"/>
        </a:spcBef>
        <a:spcAft>
          <a:spcPct val="0"/>
        </a:spcAft>
        <a:defRPr sz="4600">
          <a:solidFill>
            <a:schemeClr val="tx1"/>
          </a:solidFill>
          <a:latin typeface="Franklin Gothic Book"/>
        </a:defRPr>
      </a:lvl3pPr>
      <a:lvl4pPr algn="l" rtl="0" eaLnBrk="0" fontAlgn="base" hangingPunct="0">
        <a:spcBef>
          <a:spcPct val="0"/>
        </a:spcBef>
        <a:spcAft>
          <a:spcPct val="0"/>
        </a:spcAft>
        <a:defRPr sz="4600">
          <a:solidFill>
            <a:schemeClr val="tx1"/>
          </a:solidFill>
          <a:latin typeface="Franklin Gothic Book"/>
        </a:defRPr>
      </a:lvl4pPr>
      <a:lvl5pPr algn="l" rtl="0" eaLnBrk="0" fontAlgn="base" hangingPunct="0">
        <a:spcBef>
          <a:spcPct val="0"/>
        </a:spcBef>
        <a:spcAft>
          <a:spcPct val="0"/>
        </a:spcAft>
        <a:defRPr sz="4600">
          <a:solidFill>
            <a:schemeClr val="tx1"/>
          </a:solidFill>
          <a:latin typeface="Franklin Gothic Book"/>
        </a:defRPr>
      </a:lvl5pPr>
      <a:lvl6pPr marL="457200" algn="l" rtl="0" fontAlgn="base">
        <a:spcBef>
          <a:spcPct val="0"/>
        </a:spcBef>
        <a:spcAft>
          <a:spcPct val="0"/>
        </a:spcAft>
        <a:defRPr sz="4600">
          <a:solidFill>
            <a:schemeClr val="tx1"/>
          </a:solidFill>
          <a:latin typeface="Franklin Gothic Book"/>
        </a:defRPr>
      </a:lvl6pPr>
      <a:lvl7pPr marL="914400" algn="l" rtl="0" fontAlgn="base">
        <a:spcBef>
          <a:spcPct val="0"/>
        </a:spcBef>
        <a:spcAft>
          <a:spcPct val="0"/>
        </a:spcAft>
        <a:defRPr sz="4600">
          <a:solidFill>
            <a:schemeClr val="tx1"/>
          </a:solidFill>
          <a:latin typeface="Franklin Gothic Book"/>
        </a:defRPr>
      </a:lvl7pPr>
      <a:lvl8pPr marL="1371600" algn="l" rtl="0" fontAlgn="base">
        <a:spcBef>
          <a:spcPct val="0"/>
        </a:spcBef>
        <a:spcAft>
          <a:spcPct val="0"/>
        </a:spcAft>
        <a:defRPr sz="4600">
          <a:solidFill>
            <a:schemeClr val="tx1"/>
          </a:solidFill>
          <a:latin typeface="Franklin Gothic Book"/>
        </a:defRPr>
      </a:lvl8pPr>
      <a:lvl9pPr marL="1828800" algn="l" rtl="0" fontAlgn="base">
        <a:spcBef>
          <a:spcPct val="0"/>
        </a:spcBef>
        <a:spcAft>
          <a:spcPct val="0"/>
        </a:spcAft>
        <a:defRPr sz="4600">
          <a:solidFill>
            <a:schemeClr val="tx1"/>
          </a:solidFill>
          <a:latin typeface="Franklin Gothic Book"/>
        </a:defRPr>
      </a:lvl9pPr>
    </p:titleStyle>
    <p:bodyStyle>
      <a:lvl1pPr marL="419100" indent="-382588" algn="l" rtl="0" eaLnBrk="0" fontAlgn="base" hangingPunct="0">
        <a:spcBef>
          <a:spcPct val="20000"/>
        </a:spcBef>
        <a:spcAft>
          <a:spcPct val="0"/>
        </a:spcAft>
        <a:buClr>
          <a:schemeClr val="accent1"/>
        </a:buClr>
        <a:buSzPct val="80000"/>
        <a:buFont typeface="Wingdings 2" charset="2"/>
        <a:buChar char=""/>
        <a:defRPr sz="3000" kern="1200">
          <a:solidFill>
            <a:schemeClr val="tx1"/>
          </a:solidFill>
          <a:latin typeface="+mn-lt"/>
          <a:ea typeface="+mn-ea"/>
          <a:cs typeface="+mn-cs"/>
        </a:defRPr>
      </a:lvl1pPr>
      <a:lvl2pPr marL="722313" indent="-273050" algn="l" rtl="0" eaLnBrk="0" fontAlgn="base" hangingPunct="0">
        <a:spcBef>
          <a:spcPct val="20000"/>
        </a:spcBef>
        <a:spcAft>
          <a:spcPct val="0"/>
        </a:spcAft>
        <a:buClr>
          <a:schemeClr val="accent1"/>
        </a:buClr>
        <a:buSzPct val="90000"/>
        <a:buFont typeface="Wingdings 2" charset="2"/>
        <a:buChar char=""/>
        <a:defRPr sz="2600" kern="1200">
          <a:solidFill>
            <a:schemeClr val="tx1"/>
          </a:solidFill>
          <a:latin typeface="+mn-lt"/>
          <a:ea typeface="+mn-ea"/>
          <a:cs typeface="+mn-cs"/>
        </a:defRPr>
      </a:lvl2pPr>
      <a:lvl3pPr marL="1004888" indent="-255588" algn="l" rtl="0" eaLnBrk="0" fontAlgn="base" hangingPunct="0">
        <a:spcBef>
          <a:spcPct val="20000"/>
        </a:spcBef>
        <a:spcAft>
          <a:spcPct val="0"/>
        </a:spcAft>
        <a:buClr>
          <a:schemeClr val="accent2"/>
        </a:buClr>
        <a:buSzPct val="85000"/>
        <a:buFont typeface="Arial" charset="0"/>
        <a:buChar char="○"/>
        <a:defRPr sz="2400" kern="1200">
          <a:solidFill>
            <a:schemeClr val="tx1"/>
          </a:solidFill>
          <a:latin typeface="+mn-lt"/>
          <a:ea typeface="+mn-ea"/>
          <a:cs typeface="+mn-cs"/>
        </a:defRPr>
      </a:lvl3pPr>
      <a:lvl4pPr marL="1279525" indent="-236538" algn="l" rtl="0" eaLnBrk="0" fontAlgn="base" hangingPunct="0">
        <a:spcBef>
          <a:spcPct val="20000"/>
        </a:spcBef>
        <a:spcAft>
          <a:spcPct val="0"/>
        </a:spcAft>
        <a:buClr>
          <a:srgbClr val="FEB80A"/>
        </a:buClr>
        <a:buSzPct val="90000"/>
        <a:buFont typeface="Wingdings 2" charset="2"/>
        <a:buChar char=""/>
        <a:defRPr sz="2000" kern="1200">
          <a:solidFill>
            <a:schemeClr val="tx1"/>
          </a:solidFill>
          <a:latin typeface="+mn-lt"/>
          <a:ea typeface="+mn-ea"/>
          <a:cs typeface="+mn-cs"/>
        </a:defRPr>
      </a:lvl4pPr>
      <a:lvl5pPr marL="1489075" indent="-182563" algn="l" rtl="0" eaLnBrk="0" fontAlgn="base" hangingPunct="0">
        <a:spcBef>
          <a:spcPct val="20000"/>
        </a:spcBef>
        <a:spcAft>
          <a:spcPct val="0"/>
        </a:spcAft>
        <a:buClr>
          <a:srgbClr val="00ADDC"/>
        </a:buClr>
        <a:buSzPct val="100000"/>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16"/>
          <p:cNvSpPr>
            <a:spLocks noChangeArrowheads="1"/>
          </p:cNvSpPr>
          <p:nvPr/>
        </p:nvSpPr>
        <p:spPr bwMode="white">
          <a:xfrm>
            <a:off x="0" y="670560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5123" name="Rectangle 15"/>
          <p:cNvSpPr>
            <a:spLocks noChangeArrowheads="1"/>
          </p:cNvSpPr>
          <p:nvPr/>
        </p:nvSpPr>
        <p:spPr bwMode="white">
          <a:xfrm>
            <a:off x="0" y="0"/>
            <a:ext cx="9144000" cy="1393825"/>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5124" name="Rectangle 17"/>
          <p:cNvSpPr>
            <a:spLocks noChangeArrowheads="1"/>
          </p:cNvSpPr>
          <p:nvPr/>
        </p:nvSpPr>
        <p:spPr bwMode="white">
          <a:xfrm>
            <a:off x="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5125" name="Rectangle 18"/>
          <p:cNvSpPr>
            <a:spLocks noChangeArrowheads="1"/>
          </p:cNvSpPr>
          <p:nvPr/>
        </p:nvSpPr>
        <p:spPr bwMode="white">
          <a:xfrm>
            <a:off x="899160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tr-TR" altLang="tr-TR">
              <a:latin typeface="Georgia" panose="02040502050405020303" pitchFamily="18" charset="0"/>
            </a:endParaRPr>
          </a:p>
        </p:txBody>
      </p:sp>
      <p:sp>
        <p:nvSpPr>
          <p:cNvPr id="9" name="Rectangle 8"/>
          <p:cNvSpPr>
            <a:spLocks noChangeArrowheads="1"/>
          </p:cNvSpPr>
          <p:nvPr/>
        </p:nvSpPr>
        <p:spPr bwMode="auto">
          <a:xfrm>
            <a:off x="149225" y="6388100"/>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a:latin typeface="+mn-lt"/>
            </a:endParaRPr>
          </a:p>
        </p:txBody>
      </p:sp>
      <p:sp>
        <p:nvSpPr>
          <p:cNvPr id="14" name="Date Placeholder 13"/>
          <p:cNvSpPr>
            <a:spLocks noGrp="1"/>
          </p:cNvSpPr>
          <p:nvPr>
            <p:ph type="dt" sz="half" idx="2"/>
          </p:nvPr>
        </p:nvSpPr>
        <p:spPr>
          <a:xfrm>
            <a:off x="5791200" y="6405563"/>
            <a:ext cx="3044825" cy="365125"/>
          </a:xfrm>
          <a:prstGeom prst="rect">
            <a:avLst/>
          </a:prstGeom>
        </p:spPr>
        <p:txBody>
          <a:bodyPr vert="horz"/>
          <a:lstStyle>
            <a:lvl1pPr algn="r" eaLnBrk="1" fontAlgn="auto" latinLnBrk="0" hangingPunct="1">
              <a:spcBef>
                <a:spcPts val="0"/>
              </a:spcBef>
              <a:spcAft>
                <a:spcPts val="0"/>
              </a:spcAft>
              <a:defRPr kumimoji="0" sz="1400">
                <a:solidFill>
                  <a:srgbClr val="FFFFFF"/>
                </a:solidFill>
                <a:latin typeface="+mn-lt"/>
              </a:defRPr>
            </a:lvl1pPr>
          </a:lstStyle>
          <a:p>
            <a:pPr>
              <a:defRPr/>
            </a:pPr>
            <a:r>
              <a:rPr lang="en-US"/>
              <a:t>10/29/2008</a:t>
            </a:r>
          </a:p>
        </p:txBody>
      </p:sp>
      <p:sp>
        <p:nvSpPr>
          <p:cNvPr id="3" name="Footer Placeholder 2"/>
          <p:cNvSpPr>
            <a:spLocks noGrp="1"/>
          </p:cNvSpPr>
          <p:nvPr>
            <p:ph type="ftr" sz="quarter" idx="3"/>
          </p:nvPr>
        </p:nvSpPr>
        <p:spPr>
          <a:xfrm>
            <a:off x="304800" y="6410325"/>
            <a:ext cx="3581400" cy="366713"/>
          </a:xfrm>
          <a:prstGeom prst="rect">
            <a:avLst/>
          </a:prstGeom>
        </p:spPr>
        <p:txBody>
          <a:bodyPr vert="horz"/>
          <a:lstStyle>
            <a:lvl1pPr algn="l" eaLnBrk="1" fontAlgn="auto" latinLnBrk="0" hangingPunct="1">
              <a:spcBef>
                <a:spcPts val="0"/>
              </a:spcBef>
              <a:spcAft>
                <a:spcPts val="0"/>
              </a:spcAft>
              <a:defRPr kumimoji="0" sz="1200">
                <a:solidFill>
                  <a:srgbClr val="FFFFFF"/>
                </a:solidFill>
                <a:latin typeface="+mn-lt"/>
              </a:defRPr>
            </a:lvl1pPr>
          </a:lstStyle>
          <a:p>
            <a:pPr>
              <a:defRPr/>
            </a:pPr>
            <a:endParaRPr lang="en-US"/>
          </a:p>
        </p:txBody>
      </p:sp>
      <p:sp>
        <p:nvSpPr>
          <p:cNvPr id="8" name="Rectangle 7"/>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dirty="0">
              <a:latin typeface="+mn-lt"/>
            </a:endParaRPr>
          </a:p>
        </p:txBody>
      </p:sp>
      <p:sp>
        <p:nvSpPr>
          <p:cNvPr id="10" name="Straight Connector 9"/>
          <p:cNvSpPr>
            <a:spLocks noChangeShapeType="1"/>
          </p:cNvSpPr>
          <p:nvPr/>
        </p:nvSpPr>
        <p:spPr bwMode="auto">
          <a:xfrm>
            <a:off x="152400" y="1276350"/>
            <a:ext cx="8832850"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wrap="none" anchor="ctr"/>
          <a:lstStyle/>
          <a:p>
            <a:pPr eaLnBrk="1" fontAlgn="auto" hangingPunct="1">
              <a:spcBef>
                <a:spcPts val="0"/>
              </a:spcBef>
              <a:spcAft>
                <a:spcPts val="0"/>
              </a:spcAft>
              <a:defRPr/>
            </a:pPr>
            <a:endParaRPr lang="en-US">
              <a:latin typeface="+mn-lt"/>
            </a:endParaRPr>
          </a:p>
        </p:txBody>
      </p:sp>
      <p:sp>
        <p:nvSpPr>
          <p:cNvPr id="12" name="Oval 11"/>
          <p:cNvSpPr/>
          <p:nvPr/>
        </p:nvSpPr>
        <p:spPr>
          <a:xfrm>
            <a:off x="4267200" y="955675"/>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Oval 14"/>
          <p:cNvSpPr/>
          <p:nvPr/>
        </p:nvSpPr>
        <p:spPr>
          <a:xfrm>
            <a:off x="4362450" y="1050925"/>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3" name="Slide Number Placeholder 22"/>
          <p:cNvSpPr>
            <a:spLocks noGrp="1"/>
          </p:cNvSpPr>
          <p:nvPr>
            <p:ph type="sldNum" sz="quarter" idx="4"/>
          </p:nvPr>
        </p:nvSpPr>
        <p:spPr>
          <a:xfrm>
            <a:off x="4343400" y="1039813"/>
            <a:ext cx="457200" cy="441325"/>
          </a:xfrm>
          <a:prstGeom prst="rect">
            <a:avLst/>
          </a:prstGeom>
        </p:spPr>
        <p:txBody>
          <a:bodyPr vert="horz" lIns="45720" rIns="45720" anchor="ctr">
            <a:normAutofit/>
          </a:bodyPr>
          <a:lstStyle>
            <a:lvl1pPr algn="ctr" eaLnBrk="1" fontAlgn="auto" latinLnBrk="0" hangingPunct="1">
              <a:spcBef>
                <a:spcPts val="0"/>
              </a:spcBef>
              <a:spcAft>
                <a:spcPts val="0"/>
              </a:spcAft>
              <a:defRPr kumimoji="0" sz="1600">
                <a:solidFill>
                  <a:schemeClr val="accent3">
                    <a:shade val="75000"/>
                  </a:schemeClr>
                </a:solidFill>
                <a:latin typeface="+mn-lt"/>
              </a:defRPr>
            </a:lvl1pPr>
          </a:lstStyle>
          <a:p>
            <a:pPr>
              <a:defRPr/>
            </a:pPr>
            <a:r>
              <a:rPr lang="en-US"/>
              <a:t></a:t>
            </a:r>
          </a:p>
        </p:txBody>
      </p:sp>
      <p:sp>
        <p:nvSpPr>
          <p:cNvPr id="50190" name="Title Placeholder 21"/>
          <p:cNvSpPr>
            <a:spLocks noGrp="1"/>
          </p:cNvSpPr>
          <p:nvPr>
            <p:ph type="title"/>
          </p:nvPr>
        </p:nvSpPr>
        <p:spPr bwMode="auto">
          <a:xfrm>
            <a:off x="301625" y="228600"/>
            <a:ext cx="8534400"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p>
            <a:pPr lvl="0"/>
            <a:r>
              <a:rPr lang="en-US" altLang="tr-TR"/>
              <a:t>Click to edit Master title style</a:t>
            </a:r>
          </a:p>
        </p:txBody>
      </p:sp>
      <p:sp>
        <p:nvSpPr>
          <p:cNvPr id="50191" name="Text Placeholder 12"/>
          <p:cNvSpPr>
            <a:spLocks noGrp="1"/>
          </p:cNvSpPr>
          <p:nvPr>
            <p:ph type="body" idx="1"/>
          </p:nvPr>
        </p:nvSpPr>
        <p:spPr bwMode="auto">
          <a:xfrm>
            <a:off x="301625" y="1524000"/>
            <a:ext cx="8534400" cy="459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tr-TR"/>
              <a:t>Click to edit Master text styles</a:t>
            </a:r>
          </a:p>
          <a:p>
            <a:pPr lvl="1"/>
            <a:r>
              <a:rPr lang="en-US" altLang="tr-TR"/>
              <a:t>Second level</a:t>
            </a:r>
          </a:p>
          <a:p>
            <a:pPr lvl="2"/>
            <a:r>
              <a:rPr lang="en-US" altLang="tr-TR"/>
              <a:t>Third level</a:t>
            </a:r>
          </a:p>
          <a:p>
            <a:pPr lvl="3"/>
            <a:r>
              <a:rPr lang="en-US" altLang="tr-TR"/>
              <a:t>Fourth level</a:t>
            </a:r>
          </a:p>
          <a:p>
            <a:pPr lvl="4"/>
            <a:r>
              <a:rPr lang="en-US" altLang="tr-TR"/>
              <a:t>Fifth level</a:t>
            </a:r>
          </a:p>
        </p:txBody>
      </p:sp>
    </p:spTree>
  </p:cSld>
  <p:clrMap bg1="lt1" tx1="dk1" bg2="lt2" tx2="dk2" accent1="accent1" accent2="accent2" accent3="accent3" accent4="accent4" accent5="accent5" accent6="accent6" hlink="hlink" folHlink="folHlink"/>
  <p:sldLayoutIdLst>
    <p:sldLayoutId id="2147484068" r:id="rId1"/>
    <p:sldLayoutId id="2147484069" r:id="rId2"/>
    <p:sldLayoutId id="2147484070" r:id="rId3"/>
    <p:sldLayoutId id="2147484071" r:id="rId4"/>
    <p:sldLayoutId id="2147484072" r:id="rId5"/>
    <p:sldLayoutId id="2147484073" r:id="rId6"/>
    <p:sldLayoutId id="2147484074" r:id="rId7"/>
    <p:sldLayoutId id="2147484075" r:id="rId8"/>
    <p:sldLayoutId id="2147484076" r:id="rId9"/>
    <p:sldLayoutId id="2147484077" r:id="rId10"/>
    <p:sldLayoutId id="2147484078" r:id="rId11"/>
  </p:sldLayoutIdLst>
  <p:hf sldNum="0" hdr="0" ftr="0"/>
  <p:txStyles>
    <p:titleStyle>
      <a:lvl1pPr algn="ctr" rtl="0" eaLnBrk="0" fontAlgn="base" hangingPunct="0">
        <a:spcBef>
          <a:spcPct val="0"/>
        </a:spcBef>
        <a:spcAft>
          <a:spcPct val="0"/>
        </a:spcAft>
        <a:defRPr sz="3300" kern="1200">
          <a:solidFill>
            <a:srgbClr val="E15900"/>
          </a:solidFill>
          <a:latin typeface="+mj-lt"/>
          <a:ea typeface="+mj-ea"/>
          <a:cs typeface="+mj-cs"/>
        </a:defRPr>
      </a:lvl1pPr>
      <a:lvl2pPr algn="ctr" rtl="0" eaLnBrk="0" fontAlgn="base" hangingPunct="0">
        <a:spcBef>
          <a:spcPct val="0"/>
        </a:spcBef>
        <a:spcAft>
          <a:spcPct val="0"/>
        </a:spcAft>
        <a:defRPr sz="3300">
          <a:solidFill>
            <a:srgbClr val="E15900"/>
          </a:solidFill>
          <a:latin typeface="Georgia" panose="02040502050405020303" pitchFamily="18" charset="0"/>
        </a:defRPr>
      </a:lvl2pPr>
      <a:lvl3pPr algn="ctr" rtl="0" eaLnBrk="0" fontAlgn="base" hangingPunct="0">
        <a:spcBef>
          <a:spcPct val="0"/>
        </a:spcBef>
        <a:spcAft>
          <a:spcPct val="0"/>
        </a:spcAft>
        <a:defRPr sz="3300">
          <a:solidFill>
            <a:srgbClr val="E15900"/>
          </a:solidFill>
          <a:latin typeface="Georgia" panose="02040502050405020303" pitchFamily="18" charset="0"/>
        </a:defRPr>
      </a:lvl3pPr>
      <a:lvl4pPr algn="ctr" rtl="0" eaLnBrk="0" fontAlgn="base" hangingPunct="0">
        <a:spcBef>
          <a:spcPct val="0"/>
        </a:spcBef>
        <a:spcAft>
          <a:spcPct val="0"/>
        </a:spcAft>
        <a:defRPr sz="3300">
          <a:solidFill>
            <a:srgbClr val="E15900"/>
          </a:solidFill>
          <a:latin typeface="Georgia" panose="02040502050405020303" pitchFamily="18" charset="0"/>
        </a:defRPr>
      </a:lvl4pPr>
      <a:lvl5pPr algn="ctr" rtl="0" eaLnBrk="0" fontAlgn="base" hangingPunct="0">
        <a:spcBef>
          <a:spcPct val="0"/>
        </a:spcBef>
        <a:spcAft>
          <a:spcPct val="0"/>
        </a:spcAft>
        <a:defRPr sz="3300">
          <a:solidFill>
            <a:srgbClr val="E15900"/>
          </a:solidFill>
          <a:latin typeface="Georgia" panose="02040502050405020303" pitchFamily="18" charset="0"/>
        </a:defRPr>
      </a:lvl5pPr>
      <a:lvl6pPr marL="457200" algn="ctr" rtl="0" fontAlgn="base">
        <a:spcBef>
          <a:spcPct val="0"/>
        </a:spcBef>
        <a:spcAft>
          <a:spcPct val="0"/>
        </a:spcAft>
        <a:defRPr sz="3300">
          <a:solidFill>
            <a:srgbClr val="E15900"/>
          </a:solidFill>
          <a:latin typeface="Georgia" panose="02040502050405020303" pitchFamily="18" charset="0"/>
        </a:defRPr>
      </a:lvl6pPr>
      <a:lvl7pPr marL="914400" algn="ctr" rtl="0" fontAlgn="base">
        <a:spcBef>
          <a:spcPct val="0"/>
        </a:spcBef>
        <a:spcAft>
          <a:spcPct val="0"/>
        </a:spcAft>
        <a:defRPr sz="3300">
          <a:solidFill>
            <a:srgbClr val="E15900"/>
          </a:solidFill>
          <a:latin typeface="Georgia" panose="02040502050405020303" pitchFamily="18" charset="0"/>
        </a:defRPr>
      </a:lvl7pPr>
      <a:lvl8pPr marL="1371600" algn="ctr" rtl="0" fontAlgn="base">
        <a:spcBef>
          <a:spcPct val="0"/>
        </a:spcBef>
        <a:spcAft>
          <a:spcPct val="0"/>
        </a:spcAft>
        <a:defRPr sz="3300">
          <a:solidFill>
            <a:srgbClr val="E15900"/>
          </a:solidFill>
          <a:latin typeface="Georgia" panose="02040502050405020303" pitchFamily="18" charset="0"/>
        </a:defRPr>
      </a:lvl8pPr>
      <a:lvl9pPr marL="1828800" algn="ctr" rtl="0" fontAlgn="base">
        <a:spcBef>
          <a:spcPct val="0"/>
        </a:spcBef>
        <a:spcAft>
          <a:spcPct val="0"/>
        </a:spcAft>
        <a:defRPr sz="3300">
          <a:solidFill>
            <a:srgbClr val="E15900"/>
          </a:solidFill>
          <a:latin typeface="Georgia" panose="02040502050405020303" pitchFamily="18" charset="0"/>
        </a:defRPr>
      </a:lvl9pPr>
    </p:titleStyle>
    <p:bodyStyle>
      <a:lvl1pPr marL="273050" indent="-273050" algn="l" rtl="0" eaLnBrk="0" fontAlgn="base" hangingPunct="0">
        <a:spcBef>
          <a:spcPct val="20000"/>
        </a:spcBef>
        <a:spcAft>
          <a:spcPct val="0"/>
        </a:spcAft>
        <a:buClr>
          <a:schemeClr val="accent1"/>
        </a:buClr>
        <a:buSzPct val="85000"/>
        <a:buFont typeface="Wingdings 2" charset="2"/>
        <a:buChar char=""/>
        <a:defRPr sz="2700" kern="1200">
          <a:solidFill>
            <a:schemeClr val="tx1"/>
          </a:solidFill>
          <a:latin typeface="+mn-lt"/>
          <a:ea typeface="+mn-ea"/>
          <a:cs typeface="+mn-cs"/>
        </a:defRPr>
      </a:lvl1pPr>
      <a:lvl2pPr marL="547688" indent="-273050" algn="l" rtl="0" eaLnBrk="0" fontAlgn="base" hangingPunct="0">
        <a:spcBef>
          <a:spcPct val="20000"/>
        </a:spcBef>
        <a:spcAft>
          <a:spcPct val="0"/>
        </a:spcAft>
        <a:buClr>
          <a:schemeClr val="accent2"/>
        </a:buClr>
        <a:buSzPct val="70000"/>
        <a:buFont typeface="Wingdings" charset="2"/>
        <a:buChar char=""/>
        <a:defRPr sz="2200" kern="1200">
          <a:solidFill>
            <a:schemeClr val="tx2"/>
          </a:solidFill>
          <a:latin typeface="+mn-lt"/>
          <a:ea typeface="+mn-ea"/>
          <a:cs typeface="+mn-cs"/>
        </a:defRPr>
      </a:lvl2pPr>
      <a:lvl3pPr marL="822325" indent="-228600" algn="l" rtl="0" eaLnBrk="0" fontAlgn="base" hangingPunct="0">
        <a:spcBef>
          <a:spcPct val="20000"/>
        </a:spcBef>
        <a:spcAft>
          <a:spcPct val="0"/>
        </a:spcAft>
        <a:buClr>
          <a:srgbClr val="FF6600"/>
        </a:buClr>
        <a:buSzPct val="75000"/>
        <a:buFont typeface="Wingdings 2" charset="2"/>
        <a:buChar char=""/>
        <a:defRPr sz="2000" kern="1200">
          <a:solidFill>
            <a:schemeClr val="tx1"/>
          </a:solidFill>
          <a:latin typeface="+mn-lt"/>
          <a:ea typeface="+mn-ea"/>
          <a:cs typeface="+mn-cs"/>
        </a:defRPr>
      </a:lvl3pPr>
      <a:lvl4pPr marL="1096963" indent="-228600" algn="l" rtl="0" eaLnBrk="0" fontAlgn="base" hangingPunct="0">
        <a:spcBef>
          <a:spcPct val="20000"/>
        </a:spcBef>
        <a:spcAft>
          <a:spcPct val="0"/>
        </a:spcAft>
        <a:buClr>
          <a:srgbClr val="92D050"/>
        </a:buClr>
        <a:buSzPct val="70000"/>
        <a:buFont typeface="Wingdings" charset="2"/>
        <a:buChar char=""/>
        <a:defRPr sz="2000" kern="1200">
          <a:solidFill>
            <a:schemeClr val="tx2"/>
          </a:solidFill>
          <a:latin typeface="+mn-lt"/>
          <a:ea typeface="+mn-ea"/>
          <a:cs typeface="+mn-cs"/>
        </a:defRPr>
      </a:lvl4pPr>
      <a:lvl5pPr marL="1371600" indent="-228600" algn="l" rtl="0" eaLnBrk="0" fontAlgn="base" hangingPunct="0">
        <a:spcBef>
          <a:spcPct val="20000"/>
        </a:spcBef>
        <a:spcAft>
          <a:spcPct val="0"/>
        </a:spcAft>
        <a:buClr>
          <a:srgbClr val="C00000"/>
        </a:buClr>
        <a:buChar char="•"/>
        <a:defRPr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51.xml"/></Relationships>
</file>

<file path=ppt/slides/_rels/slide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1.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2.png"/><Relationship Id="rId1" Type="http://schemas.openxmlformats.org/officeDocument/2006/relationships/slideLayout" Target="../slideLayouts/slideLayout51.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hyperlink" Target="https://eduimed.usm.my/EIMJ20150702/EIMJ20150702_10.pdf" TargetMode="External"/><Relationship Id="rId1" Type="http://schemas.openxmlformats.org/officeDocument/2006/relationships/slideLayout" Target="../slideLayouts/slideLayout51.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1.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1.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1.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p:cNvSpPr>
          <p:nvPr>
            <p:ph type="subTitle" idx="4294967295"/>
          </p:nvPr>
        </p:nvSpPr>
        <p:spPr>
          <a:xfrm>
            <a:off x="1216528" y="3820142"/>
            <a:ext cx="6480175" cy="2420004"/>
          </a:xfrm>
        </p:spPr>
        <p:txBody>
          <a:bodyPr tIns="0" rIns="45720" bIns="0" anchor="b"/>
          <a:lstStyle/>
          <a:p>
            <a:pPr marL="0" indent="0" algn="ctr" eaLnBrk="1" hangingPunct="1">
              <a:buFont typeface="Wingdings 2" panose="05020102010507070707" pitchFamily="18" charset="2"/>
              <a:buNone/>
              <a:defRPr/>
            </a:pPr>
            <a:endParaRPr lang="tr-TR" sz="5400" i="1" dirty="0">
              <a:solidFill>
                <a:schemeClr val="accent3"/>
              </a:solidFill>
            </a:endParaRPr>
          </a:p>
          <a:p>
            <a:pPr marL="0" indent="0" algn="ctr" eaLnBrk="1" hangingPunct="1">
              <a:buFont typeface="Wingdings 2" panose="05020102010507070707" pitchFamily="18" charset="2"/>
              <a:buNone/>
              <a:defRPr/>
            </a:pPr>
            <a:endParaRPr lang="tr-TR" sz="5400" i="1" dirty="0">
              <a:solidFill>
                <a:schemeClr val="accent3"/>
              </a:solidFill>
            </a:endParaRPr>
          </a:p>
          <a:p>
            <a:pPr marL="0" indent="0" algn="ctr" eaLnBrk="1" hangingPunct="1">
              <a:buFont typeface="Wingdings 2" panose="05020102010507070707" pitchFamily="18" charset="2"/>
              <a:buNone/>
              <a:defRPr/>
            </a:pPr>
            <a:endParaRPr lang="tr-TR" sz="5400" i="1" dirty="0">
              <a:solidFill>
                <a:schemeClr val="accent3"/>
              </a:solidFill>
            </a:endParaRPr>
          </a:p>
          <a:p>
            <a:pPr marL="0" indent="0" algn="ctr" eaLnBrk="1" hangingPunct="1">
              <a:buFont typeface="Wingdings 2" panose="05020102010507070707" pitchFamily="18" charset="2"/>
              <a:buNone/>
              <a:defRPr/>
            </a:pPr>
            <a:endParaRPr lang="tr-TR" sz="5400" i="1" dirty="0">
              <a:solidFill>
                <a:schemeClr val="accent3"/>
              </a:solidFill>
            </a:endParaRPr>
          </a:p>
          <a:p>
            <a:pPr marL="0" indent="0" algn="ctr" eaLnBrk="1" hangingPunct="1">
              <a:buFont typeface="Wingdings 2" panose="05020102010507070707" pitchFamily="18" charset="2"/>
              <a:buNone/>
              <a:defRPr/>
            </a:pPr>
            <a:endParaRPr lang="tr-TR" sz="5400" i="1" dirty="0">
              <a:solidFill>
                <a:schemeClr val="accent3"/>
              </a:solidFill>
            </a:endParaRPr>
          </a:p>
          <a:p>
            <a:pPr marL="0" indent="0" algn="ctr" eaLnBrk="1" hangingPunct="1">
              <a:buFont typeface="Wingdings 2" panose="05020102010507070707" pitchFamily="18" charset="2"/>
              <a:buNone/>
              <a:defRPr/>
            </a:pPr>
            <a:endParaRPr lang="tr-TR" sz="5400" i="1" dirty="0">
              <a:solidFill>
                <a:schemeClr val="accent3"/>
              </a:solidFill>
            </a:endParaRPr>
          </a:p>
          <a:p>
            <a:pPr marL="0" indent="0" algn="ctr" eaLnBrk="1" hangingPunct="1">
              <a:buFont typeface="Wingdings 2" panose="05020102010507070707" pitchFamily="18" charset="2"/>
              <a:buNone/>
              <a:defRPr/>
            </a:pPr>
            <a:endParaRPr lang="tr-TR" sz="5400" i="1" dirty="0">
              <a:solidFill>
                <a:schemeClr val="accent3"/>
              </a:solidFill>
            </a:endParaRPr>
          </a:p>
          <a:p>
            <a:pPr marL="0" indent="0" algn="ctr" eaLnBrk="1" hangingPunct="1">
              <a:buFont typeface="Wingdings 2" panose="05020102010507070707" pitchFamily="18" charset="2"/>
              <a:buNone/>
              <a:defRPr/>
            </a:pPr>
            <a:endParaRPr lang="tr-TR" sz="5400" i="1" dirty="0">
              <a:solidFill>
                <a:schemeClr val="accent3"/>
              </a:solidFill>
            </a:endParaRPr>
          </a:p>
          <a:p>
            <a:pPr marL="0" indent="0" algn="ctr" eaLnBrk="1" hangingPunct="1">
              <a:buFont typeface="Wingdings 2" panose="05020102010507070707" pitchFamily="18" charset="2"/>
              <a:buNone/>
              <a:defRPr/>
            </a:pPr>
            <a:r>
              <a:rPr lang="tr-TR" sz="5400" i="1" dirty="0">
                <a:solidFill>
                  <a:srgbClr val="002060"/>
                </a:solidFill>
              </a:rPr>
              <a:t>Korelasyon</a:t>
            </a:r>
            <a:endParaRPr lang="tr-TR" sz="2800" dirty="0">
              <a:solidFill>
                <a:srgbClr val="002060"/>
              </a:solidFill>
            </a:endParaRPr>
          </a:p>
          <a:p>
            <a:pPr marL="0" indent="0" algn="ctr" eaLnBrk="1" hangingPunct="1">
              <a:buFont typeface="Wingdings 2" panose="05020102010507070707" pitchFamily="18" charset="2"/>
              <a:buNone/>
              <a:defRPr/>
            </a:pPr>
            <a:endParaRPr lang="tr-TR" sz="2800" dirty="0"/>
          </a:p>
          <a:p>
            <a:pPr marL="0" indent="0" algn="ctr" eaLnBrk="1" hangingPunct="1">
              <a:buFont typeface="Wingdings 2" panose="05020102010507070707" pitchFamily="18" charset="2"/>
              <a:buNone/>
              <a:defRPr/>
            </a:pPr>
            <a:endParaRPr lang="tr-TR" sz="2800" dirty="0"/>
          </a:p>
          <a:p>
            <a:pPr marL="0" indent="0" algn="ctr" eaLnBrk="1" hangingPunct="1">
              <a:buFont typeface="Wingdings 2" panose="05020102010507070707" pitchFamily="18" charset="2"/>
              <a:buNone/>
              <a:defRPr/>
            </a:pPr>
            <a:r>
              <a:rPr lang="tr-TR" sz="2800"/>
              <a:t>Prof.Dr</a:t>
            </a:r>
            <a:r>
              <a:rPr lang="tr-TR" sz="2800" dirty="0"/>
              <a:t>. Evrim Genç Kumtepe</a:t>
            </a:r>
            <a:endParaRPr lang="en-US" sz="2800" dirty="0"/>
          </a:p>
        </p:txBody>
      </p:sp>
      <p:grpSp>
        <p:nvGrpSpPr>
          <p:cNvPr id="3" name="Group 2">
            <a:extLst>
              <a:ext uri="{FF2B5EF4-FFF2-40B4-BE49-F238E27FC236}">
                <a16:creationId xmlns:a16="http://schemas.microsoft.com/office/drawing/2014/main" id="{1ECE6E2D-A651-4449-8B77-74BCD4DFE1D2}"/>
              </a:ext>
            </a:extLst>
          </p:cNvPr>
          <p:cNvGrpSpPr/>
          <p:nvPr/>
        </p:nvGrpSpPr>
        <p:grpSpPr>
          <a:xfrm>
            <a:off x="2188363" y="617854"/>
            <a:ext cx="4536504" cy="3199454"/>
            <a:chOff x="838200" y="1736725"/>
            <a:chExt cx="7916864" cy="4267203"/>
          </a:xfrm>
        </p:grpSpPr>
        <p:grpSp>
          <p:nvGrpSpPr>
            <p:cNvPr id="4" name="Group 3">
              <a:extLst>
                <a:ext uri="{FF2B5EF4-FFF2-40B4-BE49-F238E27FC236}">
                  <a16:creationId xmlns:a16="http://schemas.microsoft.com/office/drawing/2014/main" id="{14972151-251E-5D4E-A777-8C55B5143397}"/>
                </a:ext>
              </a:extLst>
            </p:cNvPr>
            <p:cNvGrpSpPr>
              <a:grpSpLocks/>
            </p:cNvGrpSpPr>
            <p:nvPr/>
          </p:nvGrpSpPr>
          <p:grpSpPr bwMode="auto">
            <a:xfrm>
              <a:off x="838200" y="1736725"/>
              <a:ext cx="3043238" cy="1922463"/>
              <a:chOff x="528" y="1094"/>
              <a:chExt cx="1917" cy="1211"/>
            </a:xfrm>
          </p:grpSpPr>
          <p:sp>
            <p:nvSpPr>
              <p:cNvPr id="30" name="Line 3">
                <a:extLst>
                  <a:ext uri="{FF2B5EF4-FFF2-40B4-BE49-F238E27FC236}">
                    <a16:creationId xmlns:a16="http://schemas.microsoft.com/office/drawing/2014/main" id="{41F65F07-EA67-9C41-B249-D82E31C289D7}"/>
                  </a:ext>
                </a:extLst>
              </p:cNvPr>
              <p:cNvSpPr>
                <a:spLocks noChangeShapeType="1"/>
              </p:cNvSpPr>
              <p:nvPr/>
            </p:nvSpPr>
            <p:spPr bwMode="auto">
              <a:xfrm>
                <a:off x="528" y="1248"/>
                <a:ext cx="1" cy="1056"/>
              </a:xfrm>
              <a:prstGeom prst="line">
                <a:avLst/>
              </a:prstGeom>
              <a:noFill/>
              <a:ln w="28440">
                <a:solidFill>
                  <a:srgbClr val="5B5249"/>
                </a:solidFill>
                <a:round/>
                <a:headEnd/>
                <a:tailEnd/>
              </a:ln>
              <a:extLst>
                <a:ext uri="{909E8E84-426E-40DD-AFC4-6F175D3DCCD1}">
                  <a14:hiddenFill xmlns:a14="http://schemas.microsoft.com/office/drawing/2010/main">
                    <a:noFill/>
                  </a14:hiddenFill>
                </a:ext>
              </a:extLst>
            </p:spPr>
            <p:txBody>
              <a:bodyPr/>
              <a:lstStyle/>
              <a:p>
                <a:endParaRPr lang="en-US" sz="1200"/>
              </a:p>
            </p:txBody>
          </p:sp>
          <p:sp>
            <p:nvSpPr>
              <p:cNvPr id="31" name="Line 4">
                <a:extLst>
                  <a:ext uri="{FF2B5EF4-FFF2-40B4-BE49-F238E27FC236}">
                    <a16:creationId xmlns:a16="http://schemas.microsoft.com/office/drawing/2014/main" id="{62A58E9C-BB3A-8241-AAA9-D97084381B01}"/>
                  </a:ext>
                </a:extLst>
              </p:cNvPr>
              <p:cNvSpPr>
                <a:spLocks noChangeShapeType="1"/>
              </p:cNvSpPr>
              <p:nvPr/>
            </p:nvSpPr>
            <p:spPr bwMode="auto">
              <a:xfrm>
                <a:off x="528" y="2304"/>
                <a:ext cx="1872" cy="1"/>
              </a:xfrm>
              <a:prstGeom prst="line">
                <a:avLst/>
              </a:prstGeom>
              <a:noFill/>
              <a:ln w="28440">
                <a:solidFill>
                  <a:srgbClr val="5B5249"/>
                </a:solidFill>
                <a:round/>
                <a:headEnd/>
                <a:tailEnd/>
              </a:ln>
              <a:extLst>
                <a:ext uri="{909E8E84-426E-40DD-AFC4-6F175D3DCCD1}">
                  <a14:hiddenFill xmlns:a14="http://schemas.microsoft.com/office/drawing/2010/main">
                    <a:noFill/>
                  </a14:hiddenFill>
                </a:ext>
              </a:extLst>
            </p:spPr>
            <p:txBody>
              <a:bodyPr/>
              <a:lstStyle/>
              <a:p>
                <a:endParaRPr lang="en-US" sz="1200"/>
              </a:p>
            </p:txBody>
          </p:sp>
          <p:sp>
            <p:nvSpPr>
              <p:cNvPr id="32" name="Oval 5">
                <a:extLst>
                  <a:ext uri="{FF2B5EF4-FFF2-40B4-BE49-F238E27FC236}">
                    <a16:creationId xmlns:a16="http://schemas.microsoft.com/office/drawing/2014/main" id="{D6DD6FE6-DE13-514B-98F1-E2490370C345}"/>
                  </a:ext>
                </a:extLst>
              </p:cNvPr>
              <p:cNvSpPr>
                <a:spLocks noChangeArrowheads="1"/>
              </p:cNvSpPr>
              <p:nvPr/>
            </p:nvSpPr>
            <p:spPr bwMode="auto">
              <a:xfrm rot="19980000">
                <a:off x="677" y="1492"/>
                <a:ext cx="1768" cy="328"/>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sz="1200"/>
              </a:p>
            </p:txBody>
          </p:sp>
          <p:grpSp>
            <p:nvGrpSpPr>
              <p:cNvPr id="33" name="Group 6">
                <a:extLst>
                  <a:ext uri="{FF2B5EF4-FFF2-40B4-BE49-F238E27FC236}">
                    <a16:creationId xmlns:a16="http://schemas.microsoft.com/office/drawing/2014/main" id="{B7B9E048-F9CD-A641-8EE5-7F29C6D1C00B}"/>
                  </a:ext>
                </a:extLst>
              </p:cNvPr>
              <p:cNvGrpSpPr>
                <a:grpSpLocks/>
              </p:cNvGrpSpPr>
              <p:nvPr/>
            </p:nvGrpSpPr>
            <p:grpSpPr bwMode="auto">
              <a:xfrm>
                <a:off x="662" y="1094"/>
                <a:ext cx="839" cy="306"/>
                <a:chOff x="662" y="1094"/>
                <a:chExt cx="839" cy="306"/>
              </a:xfrm>
            </p:grpSpPr>
            <p:sp>
              <p:nvSpPr>
                <p:cNvPr id="34" name="AutoShape 7">
                  <a:extLst>
                    <a:ext uri="{FF2B5EF4-FFF2-40B4-BE49-F238E27FC236}">
                      <a16:creationId xmlns:a16="http://schemas.microsoft.com/office/drawing/2014/main" id="{19BA2541-1347-EB4D-866A-EA7397C48373}"/>
                    </a:ext>
                  </a:extLst>
                </p:cNvPr>
                <p:cNvSpPr>
                  <a:spLocks noChangeArrowheads="1"/>
                </p:cNvSpPr>
                <p:nvPr/>
              </p:nvSpPr>
              <p:spPr bwMode="auto">
                <a:xfrm>
                  <a:off x="662" y="1094"/>
                  <a:ext cx="773" cy="306"/>
                </a:xfrm>
                <a:prstGeom prst="roundRect">
                  <a:avLst>
                    <a:gd name="adj" fmla="val 324"/>
                  </a:avLst>
                </a:prstGeom>
                <a:noFill/>
                <a:ln w="28440">
                  <a:no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200"/>
                </a:p>
              </p:txBody>
            </p:sp>
            <p:sp>
              <p:nvSpPr>
                <p:cNvPr id="35" name="AutoShape 8">
                  <a:extLst>
                    <a:ext uri="{FF2B5EF4-FFF2-40B4-BE49-F238E27FC236}">
                      <a16:creationId xmlns:a16="http://schemas.microsoft.com/office/drawing/2014/main" id="{02EE43B7-6A5A-6E49-8DD9-9ACAE737DDF9}"/>
                    </a:ext>
                  </a:extLst>
                </p:cNvPr>
                <p:cNvSpPr>
                  <a:spLocks noChangeArrowheads="1"/>
                </p:cNvSpPr>
                <p:nvPr/>
              </p:nvSpPr>
              <p:spPr bwMode="auto">
                <a:xfrm>
                  <a:off x="662" y="1094"/>
                  <a:ext cx="839" cy="259"/>
                </a:xfrm>
                <a:prstGeom prst="roundRect">
                  <a:avLst>
                    <a:gd name="adj" fmla="val 324"/>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2160" tIns="46080" rIns="92160" bIns="460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9pPr>
                </a:lstStyle>
                <a:p>
                  <a:pPr>
                    <a:lnSpc>
                      <a:spcPct val="95000"/>
                    </a:lnSpc>
                    <a:buClr>
                      <a:srgbClr val="000000"/>
                    </a:buClr>
                    <a:buSzPct val="100000"/>
                    <a:buFont typeface="Times New Roman" charset="0"/>
                    <a:buNone/>
                  </a:pPr>
                  <a:r>
                    <a:rPr lang="en-GB" altLang="x-none" sz="1600">
                      <a:solidFill>
                        <a:srgbClr val="000000"/>
                      </a:solidFill>
                    </a:rPr>
                    <a:t>r = +.80</a:t>
                  </a:r>
                </a:p>
              </p:txBody>
            </p:sp>
          </p:grpSp>
        </p:grpSp>
        <p:grpSp>
          <p:nvGrpSpPr>
            <p:cNvPr id="5" name="Group 9">
              <a:extLst>
                <a:ext uri="{FF2B5EF4-FFF2-40B4-BE49-F238E27FC236}">
                  <a16:creationId xmlns:a16="http://schemas.microsoft.com/office/drawing/2014/main" id="{AECFD0E1-BB4E-BE42-AE1C-4C6669F989AC}"/>
                </a:ext>
              </a:extLst>
            </p:cNvPr>
            <p:cNvGrpSpPr>
              <a:grpSpLocks/>
            </p:cNvGrpSpPr>
            <p:nvPr/>
          </p:nvGrpSpPr>
          <p:grpSpPr bwMode="auto">
            <a:xfrm>
              <a:off x="4800601" y="1736725"/>
              <a:ext cx="3019426" cy="1919288"/>
              <a:chOff x="3024" y="1094"/>
              <a:chExt cx="1902" cy="1209"/>
            </a:xfrm>
          </p:grpSpPr>
          <p:grpSp>
            <p:nvGrpSpPr>
              <p:cNvPr id="23" name="Group 10">
                <a:extLst>
                  <a:ext uri="{FF2B5EF4-FFF2-40B4-BE49-F238E27FC236}">
                    <a16:creationId xmlns:a16="http://schemas.microsoft.com/office/drawing/2014/main" id="{6E77934A-000F-034B-82D4-3DF7CD3F2FF7}"/>
                  </a:ext>
                </a:extLst>
              </p:cNvPr>
              <p:cNvGrpSpPr>
                <a:grpSpLocks/>
              </p:cNvGrpSpPr>
              <p:nvPr/>
            </p:nvGrpSpPr>
            <p:grpSpPr bwMode="auto">
              <a:xfrm>
                <a:off x="3024" y="1248"/>
                <a:ext cx="1871" cy="1055"/>
                <a:chOff x="3024" y="1248"/>
                <a:chExt cx="1871" cy="1055"/>
              </a:xfrm>
            </p:grpSpPr>
            <p:sp>
              <p:nvSpPr>
                <p:cNvPr id="28" name="Line 11">
                  <a:extLst>
                    <a:ext uri="{FF2B5EF4-FFF2-40B4-BE49-F238E27FC236}">
                      <a16:creationId xmlns:a16="http://schemas.microsoft.com/office/drawing/2014/main" id="{496D3165-9838-254E-88BE-8893AAFE9BB9}"/>
                    </a:ext>
                  </a:extLst>
                </p:cNvPr>
                <p:cNvSpPr>
                  <a:spLocks noChangeShapeType="1"/>
                </p:cNvSpPr>
                <p:nvPr/>
              </p:nvSpPr>
              <p:spPr bwMode="auto">
                <a:xfrm>
                  <a:off x="3024" y="1248"/>
                  <a:ext cx="1" cy="1056"/>
                </a:xfrm>
                <a:prstGeom prst="line">
                  <a:avLst/>
                </a:prstGeom>
                <a:noFill/>
                <a:ln w="28440">
                  <a:solidFill>
                    <a:srgbClr val="5B5249"/>
                  </a:solidFill>
                  <a:round/>
                  <a:headEnd/>
                  <a:tailEnd/>
                </a:ln>
                <a:extLst>
                  <a:ext uri="{909E8E84-426E-40DD-AFC4-6F175D3DCCD1}">
                    <a14:hiddenFill xmlns:a14="http://schemas.microsoft.com/office/drawing/2010/main">
                      <a:noFill/>
                    </a14:hiddenFill>
                  </a:ext>
                </a:extLst>
              </p:spPr>
              <p:txBody>
                <a:bodyPr/>
                <a:lstStyle/>
                <a:p>
                  <a:endParaRPr lang="en-US" sz="1200"/>
                </a:p>
              </p:txBody>
            </p:sp>
            <p:sp>
              <p:nvSpPr>
                <p:cNvPr id="29" name="Line 12">
                  <a:extLst>
                    <a:ext uri="{FF2B5EF4-FFF2-40B4-BE49-F238E27FC236}">
                      <a16:creationId xmlns:a16="http://schemas.microsoft.com/office/drawing/2014/main" id="{CBCE87A0-1B29-EC47-B9D0-8DC5EB9D9106}"/>
                    </a:ext>
                  </a:extLst>
                </p:cNvPr>
                <p:cNvSpPr>
                  <a:spLocks noChangeShapeType="1"/>
                </p:cNvSpPr>
                <p:nvPr/>
              </p:nvSpPr>
              <p:spPr bwMode="auto">
                <a:xfrm>
                  <a:off x="3024" y="2304"/>
                  <a:ext cx="1872" cy="1"/>
                </a:xfrm>
                <a:prstGeom prst="line">
                  <a:avLst/>
                </a:prstGeom>
                <a:noFill/>
                <a:ln w="28440">
                  <a:solidFill>
                    <a:srgbClr val="5B5249"/>
                  </a:solidFill>
                  <a:round/>
                  <a:headEnd/>
                  <a:tailEnd/>
                </a:ln>
                <a:extLst>
                  <a:ext uri="{909E8E84-426E-40DD-AFC4-6F175D3DCCD1}">
                    <a14:hiddenFill xmlns:a14="http://schemas.microsoft.com/office/drawing/2010/main">
                      <a:noFill/>
                    </a14:hiddenFill>
                  </a:ext>
                </a:extLst>
              </p:spPr>
              <p:txBody>
                <a:bodyPr/>
                <a:lstStyle/>
                <a:p>
                  <a:endParaRPr lang="en-US" sz="1200"/>
                </a:p>
              </p:txBody>
            </p:sp>
          </p:grpSp>
          <p:sp>
            <p:nvSpPr>
              <p:cNvPr id="24" name="Oval 13">
                <a:extLst>
                  <a:ext uri="{FF2B5EF4-FFF2-40B4-BE49-F238E27FC236}">
                    <a16:creationId xmlns:a16="http://schemas.microsoft.com/office/drawing/2014/main" id="{35FB7321-841C-A744-8A09-4E9CBD8ED5A9}"/>
                  </a:ext>
                </a:extLst>
              </p:cNvPr>
              <p:cNvSpPr>
                <a:spLocks noChangeArrowheads="1"/>
              </p:cNvSpPr>
              <p:nvPr/>
            </p:nvSpPr>
            <p:spPr bwMode="auto">
              <a:xfrm rot="19980000">
                <a:off x="3158" y="1332"/>
                <a:ext cx="1768" cy="592"/>
              </a:xfrm>
              <a:prstGeom prst="ellipse">
                <a:avLst/>
              </a:prstGeom>
              <a:solidFill>
                <a:schemeClr val="accent2"/>
              </a:solidFill>
              <a:ln w="28440">
                <a:solidFill>
                  <a:srgbClr val="5B5249"/>
                </a:solidFill>
                <a:round/>
                <a:headEnd/>
                <a:tailEnd/>
              </a:ln>
            </p:spPr>
            <p:txBody>
              <a:bodyPr wrap="none" anchor="ctr"/>
              <a:lstStyle/>
              <a:p>
                <a:endParaRPr lang="en-US" sz="1200"/>
              </a:p>
            </p:txBody>
          </p:sp>
          <p:grpSp>
            <p:nvGrpSpPr>
              <p:cNvPr id="25" name="Group 14">
                <a:extLst>
                  <a:ext uri="{FF2B5EF4-FFF2-40B4-BE49-F238E27FC236}">
                    <a16:creationId xmlns:a16="http://schemas.microsoft.com/office/drawing/2014/main" id="{0066DDB2-4A7C-BF43-8C90-DA07F8798236}"/>
                  </a:ext>
                </a:extLst>
              </p:cNvPr>
              <p:cNvGrpSpPr>
                <a:grpSpLocks/>
              </p:cNvGrpSpPr>
              <p:nvPr/>
            </p:nvGrpSpPr>
            <p:grpSpPr bwMode="auto">
              <a:xfrm>
                <a:off x="3158" y="1094"/>
                <a:ext cx="839" cy="306"/>
                <a:chOff x="3158" y="1094"/>
                <a:chExt cx="839" cy="306"/>
              </a:xfrm>
            </p:grpSpPr>
            <p:sp>
              <p:nvSpPr>
                <p:cNvPr id="26" name="AutoShape 15">
                  <a:extLst>
                    <a:ext uri="{FF2B5EF4-FFF2-40B4-BE49-F238E27FC236}">
                      <a16:creationId xmlns:a16="http://schemas.microsoft.com/office/drawing/2014/main" id="{1A7C3D61-630E-1046-8606-7A732156D639}"/>
                    </a:ext>
                  </a:extLst>
                </p:cNvPr>
                <p:cNvSpPr>
                  <a:spLocks noChangeArrowheads="1"/>
                </p:cNvSpPr>
                <p:nvPr/>
              </p:nvSpPr>
              <p:spPr bwMode="auto">
                <a:xfrm>
                  <a:off x="3158" y="1094"/>
                  <a:ext cx="773" cy="306"/>
                </a:xfrm>
                <a:prstGeom prst="roundRect">
                  <a:avLst>
                    <a:gd name="adj" fmla="val 324"/>
                  </a:avLst>
                </a:prstGeom>
                <a:noFill/>
                <a:ln w="28440">
                  <a:no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200"/>
                </a:p>
              </p:txBody>
            </p:sp>
            <p:sp>
              <p:nvSpPr>
                <p:cNvPr id="27" name="AutoShape 16">
                  <a:extLst>
                    <a:ext uri="{FF2B5EF4-FFF2-40B4-BE49-F238E27FC236}">
                      <a16:creationId xmlns:a16="http://schemas.microsoft.com/office/drawing/2014/main" id="{0125495D-8B06-5F47-A5F4-28CDA4AB5CE5}"/>
                    </a:ext>
                  </a:extLst>
                </p:cNvPr>
                <p:cNvSpPr>
                  <a:spLocks noChangeArrowheads="1"/>
                </p:cNvSpPr>
                <p:nvPr/>
              </p:nvSpPr>
              <p:spPr bwMode="auto">
                <a:xfrm>
                  <a:off x="3158" y="1094"/>
                  <a:ext cx="839" cy="259"/>
                </a:xfrm>
                <a:prstGeom prst="roundRect">
                  <a:avLst>
                    <a:gd name="adj" fmla="val 324"/>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2160" tIns="46080" rIns="92160" bIns="460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9pPr>
                </a:lstStyle>
                <a:p>
                  <a:pPr>
                    <a:lnSpc>
                      <a:spcPct val="95000"/>
                    </a:lnSpc>
                    <a:buClr>
                      <a:srgbClr val="000000"/>
                    </a:buClr>
                    <a:buSzPct val="100000"/>
                    <a:buFont typeface="Times New Roman" charset="0"/>
                    <a:buNone/>
                  </a:pPr>
                  <a:r>
                    <a:rPr lang="en-GB" altLang="x-none" sz="1600">
                      <a:solidFill>
                        <a:srgbClr val="000000"/>
                      </a:solidFill>
                    </a:rPr>
                    <a:t>r = +.60</a:t>
                  </a:r>
                </a:p>
              </p:txBody>
            </p:sp>
          </p:grpSp>
        </p:grpSp>
        <p:grpSp>
          <p:nvGrpSpPr>
            <p:cNvPr id="6" name="Group 17">
              <a:extLst>
                <a:ext uri="{FF2B5EF4-FFF2-40B4-BE49-F238E27FC236}">
                  <a16:creationId xmlns:a16="http://schemas.microsoft.com/office/drawing/2014/main" id="{F64177E1-4A20-FE40-B3CB-3F14FE1D2AA3}"/>
                </a:ext>
              </a:extLst>
            </p:cNvPr>
            <p:cNvGrpSpPr>
              <a:grpSpLocks/>
            </p:cNvGrpSpPr>
            <p:nvPr/>
          </p:nvGrpSpPr>
          <p:grpSpPr bwMode="auto">
            <a:xfrm>
              <a:off x="838200" y="4191001"/>
              <a:ext cx="3602038" cy="1689101"/>
              <a:chOff x="528" y="2640"/>
              <a:chExt cx="2269" cy="1064"/>
            </a:xfrm>
          </p:grpSpPr>
          <p:sp>
            <p:nvSpPr>
              <p:cNvPr id="15" name="Oval 18">
                <a:extLst>
                  <a:ext uri="{FF2B5EF4-FFF2-40B4-BE49-F238E27FC236}">
                    <a16:creationId xmlns:a16="http://schemas.microsoft.com/office/drawing/2014/main" id="{AB6FA959-9906-7D42-A02F-1853FA877D4B}"/>
                  </a:ext>
                </a:extLst>
              </p:cNvPr>
              <p:cNvSpPr>
                <a:spLocks noChangeArrowheads="1"/>
              </p:cNvSpPr>
              <p:nvPr/>
            </p:nvSpPr>
            <p:spPr bwMode="auto">
              <a:xfrm rot="19980000">
                <a:off x="681" y="2678"/>
                <a:ext cx="1768" cy="764"/>
              </a:xfrm>
              <a:prstGeom prst="ellipse">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endParaRPr lang="en-US" sz="1200"/>
              </a:p>
            </p:txBody>
          </p:sp>
          <p:grpSp>
            <p:nvGrpSpPr>
              <p:cNvPr id="16" name="Group 19">
                <a:extLst>
                  <a:ext uri="{FF2B5EF4-FFF2-40B4-BE49-F238E27FC236}">
                    <a16:creationId xmlns:a16="http://schemas.microsoft.com/office/drawing/2014/main" id="{8CBC9F30-EEFB-6E49-BCDE-4214B5A5844F}"/>
                  </a:ext>
                </a:extLst>
              </p:cNvPr>
              <p:cNvGrpSpPr>
                <a:grpSpLocks/>
              </p:cNvGrpSpPr>
              <p:nvPr/>
            </p:nvGrpSpPr>
            <p:grpSpPr bwMode="auto">
              <a:xfrm>
                <a:off x="528" y="2640"/>
                <a:ext cx="2269" cy="1064"/>
                <a:chOff x="528" y="2640"/>
                <a:chExt cx="2269" cy="1064"/>
              </a:xfrm>
            </p:grpSpPr>
            <p:grpSp>
              <p:nvGrpSpPr>
                <p:cNvPr id="17" name="Group 20">
                  <a:extLst>
                    <a:ext uri="{FF2B5EF4-FFF2-40B4-BE49-F238E27FC236}">
                      <a16:creationId xmlns:a16="http://schemas.microsoft.com/office/drawing/2014/main" id="{99B0CA7B-C243-7A45-9E05-C151CEAE9BFA}"/>
                    </a:ext>
                  </a:extLst>
                </p:cNvPr>
                <p:cNvGrpSpPr>
                  <a:grpSpLocks/>
                </p:cNvGrpSpPr>
                <p:nvPr/>
              </p:nvGrpSpPr>
              <p:grpSpPr bwMode="auto">
                <a:xfrm>
                  <a:off x="528" y="2640"/>
                  <a:ext cx="1871" cy="1055"/>
                  <a:chOff x="528" y="2640"/>
                  <a:chExt cx="1871" cy="1055"/>
                </a:xfrm>
              </p:grpSpPr>
              <p:sp>
                <p:nvSpPr>
                  <p:cNvPr id="21" name="Line 21">
                    <a:extLst>
                      <a:ext uri="{FF2B5EF4-FFF2-40B4-BE49-F238E27FC236}">
                        <a16:creationId xmlns:a16="http://schemas.microsoft.com/office/drawing/2014/main" id="{7FD0E96C-FC14-2341-A90B-7D34A9F764BB}"/>
                      </a:ext>
                    </a:extLst>
                  </p:cNvPr>
                  <p:cNvSpPr>
                    <a:spLocks noChangeShapeType="1"/>
                  </p:cNvSpPr>
                  <p:nvPr/>
                </p:nvSpPr>
                <p:spPr bwMode="auto">
                  <a:xfrm>
                    <a:off x="528" y="2640"/>
                    <a:ext cx="1" cy="1056"/>
                  </a:xfrm>
                  <a:prstGeom prst="line">
                    <a:avLst/>
                  </a:prstGeom>
                  <a:noFill/>
                  <a:ln w="28440">
                    <a:solidFill>
                      <a:srgbClr val="5B5249"/>
                    </a:solidFill>
                    <a:round/>
                    <a:headEnd/>
                    <a:tailEnd/>
                  </a:ln>
                  <a:extLst>
                    <a:ext uri="{909E8E84-426E-40DD-AFC4-6F175D3DCCD1}">
                      <a14:hiddenFill xmlns:a14="http://schemas.microsoft.com/office/drawing/2010/main">
                        <a:noFill/>
                      </a14:hiddenFill>
                    </a:ext>
                  </a:extLst>
                </p:spPr>
                <p:txBody>
                  <a:bodyPr/>
                  <a:lstStyle/>
                  <a:p>
                    <a:endParaRPr lang="en-US" sz="1200"/>
                  </a:p>
                </p:txBody>
              </p:sp>
              <p:sp>
                <p:nvSpPr>
                  <p:cNvPr id="22" name="Line 22">
                    <a:extLst>
                      <a:ext uri="{FF2B5EF4-FFF2-40B4-BE49-F238E27FC236}">
                        <a16:creationId xmlns:a16="http://schemas.microsoft.com/office/drawing/2014/main" id="{F02B0B8D-55D9-DE41-BD06-542209A00FF0}"/>
                      </a:ext>
                    </a:extLst>
                  </p:cNvPr>
                  <p:cNvSpPr>
                    <a:spLocks noChangeShapeType="1"/>
                  </p:cNvSpPr>
                  <p:nvPr/>
                </p:nvSpPr>
                <p:spPr bwMode="auto">
                  <a:xfrm>
                    <a:off x="528" y="3696"/>
                    <a:ext cx="1872" cy="1"/>
                  </a:xfrm>
                  <a:prstGeom prst="line">
                    <a:avLst/>
                  </a:prstGeom>
                  <a:noFill/>
                  <a:ln w="28440">
                    <a:solidFill>
                      <a:srgbClr val="5B5249"/>
                    </a:solidFill>
                    <a:round/>
                    <a:headEnd/>
                    <a:tailEnd/>
                  </a:ln>
                  <a:extLst>
                    <a:ext uri="{909E8E84-426E-40DD-AFC4-6F175D3DCCD1}">
                      <a14:hiddenFill xmlns:a14="http://schemas.microsoft.com/office/drawing/2010/main">
                        <a:noFill/>
                      </a14:hiddenFill>
                    </a:ext>
                  </a:extLst>
                </p:spPr>
                <p:txBody>
                  <a:bodyPr/>
                  <a:lstStyle/>
                  <a:p>
                    <a:endParaRPr lang="en-US" sz="1200"/>
                  </a:p>
                </p:txBody>
              </p:sp>
            </p:grpSp>
            <p:grpSp>
              <p:nvGrpSpPr>
                <p:cNvPr id="18" name="Group 23">
                  <a:extLst>
                    <a:ext uri="{FF2B5EF4-FFF2-40B4-BE49-F238E27FC236}">
                      <a16:creationId xmlns:a16="http://schemas.microsoft.com/office/drawing/2014/main" id="{DAE42695-73E3-E145-BF0D-37B4D61C68A6}"/>
                    </a:ext>
                  </a:extLst>
                </p:cNvPr>
                <p:cNvGrpSpPr>
                  <a:grpSpLocks/>
                </p:cNvGrpSpPr>
                <p:nvPr/>
              </p:nvGrpSpPr>
              <p:grpSpPr bwMode="auto">
                <a:xfrm>
                  <a:off x="1958" y="3398"/>
                  <a:ext cx="839" cy="306"/>
                  <a:chOff x="1958" y="3398"/>
                  <a:chExt cx="839" cy="306"/>
                </a:xfrm>
              </p:grpSpPr>
              <p:sp>
                <p:nvSpPr>
                  <p:cNvPr id="19" name="AutoShape 24">
                    <a:extLst>
                      <a:ext uri="{FF2B5EF4-FFF2-40B4-BE49-F238E27FC236}">
                        <a16:creationId xmlns:a16="http://schemas.microsoft.com/office/drawing/2014/main" id="{054E6CB5-7021-B447-B68F-32D682365911}"/>
                      </a:ext>
                    </a:extLst>
                  </p:cNvPr>
                  <p:cNvSpPr>
                    <a:spLocks noChangeArrowheads="1"/>
                  </p:cNvSpPr>
                  <p:nvPr/>
                </p:nvSpPr>
                <p:spPr bwMode="auto">
                  <a:xfrm>
                    <a:off x="1958" y="3398"/>
                    <a:ext cx="773" cy="306"/>
                  </a:xfrm>
                  <a:prstGeom prst="roundRect">
                    <a:avLst>
                      <a:gd name="adj" fmla="val 324"/>
                    </a:avLst>
                  </a:prstGeom>
                  <a:noFill/>
                  <a:ln w="28440">
                    <a:no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200"/>
                  </a:p>
                </p:txBody>
              </p:sp>
              <p:sp>
                <p:nvSpPr>
                  <p:cNvPr id="20" name="AutoShape 25">
                    <a:extLst>
                      <a:ext uri="{FF2B5EF4-FFF2-40B4-BE49-F238E27FC236}">
                        <a16:creationId xmlns:a16="http://schemas.microsoft.com/office/drawing/2014/main" id="{61E925A1-E326-624E-818B-2EA858DD61EB}"/>
                      </a:ext>
                    </a:extLst>
                  </p:cNvPr>
                  <p:cNvSpPr>
                    <a:spLocks noChangeArrowheads="1"/>
                  </p:cNvSpPr>
                  <p:nvPr/>
                </p:nvSpPr>
                <p:spPr bwMode="auto">
                  <a:xfrm>
                    <a:off x="1958" y="3398"/>
                    <a:ext cx="839" cy="259"/>
                  </a:xfrm>
                  <a:prstGeom prst="roundRect">
                    <a:avLst>
                      <a:gd name="adj" fmla="val 324"/>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2160" tIns="46080" rIns="92160" bIns="460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9pPr>
                  </a:lstStyle>
                  <a:p>
                    <a:pPr>
                      <a:lnSpc>
                        <a:spcPct val="95000"/>
                      </a:lnSpc>
                      <a:buClr>
                        <a:srgbClr val="000000"/>
                      </a:buClr>
                      <a:buSzPct val="100000"/>
                      <a:buFont typeface="Times New Roman" charset="0"/>
                      <a:buNone/>
                    </a:pPr>
                    <a:r>
                      <a:rPr lang="en-GB" altLang="x-none" sz="1600" dirty="0">
                        <a:solidFill>
                          <a:srgbClr val="000000"/>
                        </a:solidFill>
                      </a:rPr>
                      <a:t>r = +.40</a:t>
                    </a:r>
                  </a:p>
                </p:txBody>
              </p:sp>
            </p:grpSp>
          </p:grpSp>
        </p:grpSp>
        <p:grpSp>
          <p:nvGrpSpPr>
            <p:cNvPr id="7" name="Group 26">
              <a:extLst>
                <a:ext uri="{FF2B5EF4-FFF2-40B4-BE49-F238E27FC236}">
                  <a16:creationId xmlns:a16="http://schemas.microsoft.com/office/drawing/2014/main" id="{83823D61-457F-6645-943A-F4F84C0CD8AC}"/>
                </a:ext>
              </a:extLst>
            </p:cNvPr>
            <p:cNvGrpSpPr>
              <a:grpSpLocks/>
            </p:cNvGrpSpPr>
            <p:nvPr/>
          </p:nvGrpSpPr>
          <p:grpSpPr bwMode="auto">
            <a:xfrm>
              <a:off x="4876801" y="3816352"/>
              <a:ext cx="3878263" cy="2187576"/>
              <a:chOff x="3072" y="2404"/>
              <a:chExt cx="2443" cy="1378"/>
            </a:xfrm>
          </p:grpSpPr>
          <p:grpSp>
            <p:nvGrpSpPr>
              <p:cNvPr id="8" name="Group 27">
                <a:extLst>
                  <a:ext uri="{FF2B5EF4-FFF2-40B4-BE49-F238E27FC236}">
                    <a16:creationId xmlns:a16="http://schemas.microsoft.com/office/drawing/2014/main" id="{50381227-D3DD-7A4B-BB25-D85846E08A7B}"/>
                  </a:ext>
                </a:extLst>
              </p:cNvPr>
              <p:cNvGrpSpPr>
                <a:grpSpLocks/>
              </p:cNvGrpSpPr>
              <p:nvPr/>
            </p:nvGrpSpPr>
            <p:grpSpPr bwMode="auto">
              <a:xfrm>
                <a:off x="3072" y="2648"/>
                <a:ext cx="1871" cy="1055"/>
                <a:chOff x="3072" y="2648"/>
                <a:chExt cx="1871" cy="1055"/>
              </a:xfrm>
            </p:grpSpPr>
            <p:sp>
              <p:nvSpPr>
                <p:cNvPr id="13" name="Line 28">
                  <a:extLst>
                    <a:ext uri="{FF2B5EF4-FFF2-40B4-BE49-F238E27FC236}">
                      <a16:creationId xmlns:a16="http://schemas.microsoft.com/office/drawing/2014/main" id="{915489F6-A19D-3F49-9326-BDDB1289FE0E}"/>
                    </a:ext>
                  </a:extLst>
                </p:cNvPr>
                <p:cNvSpPr>
                  <a:spLocks noChangeShapeType="1"/>
                </p:cNvSpPr>
                <p:nvPr/>
              </p:nvSpPr>
              <p:spPr bwMode="auto">
                <a:xfrm>
                  <a:off x="3072" y="2648"/>
                  <a:ext cx="1" cy="1056"/>
                </a:xfrm>
                <a:prstGeom prst="line">
                  <a:avLst/>
                </a:prstGeom>
                <a:noFill/>
                <a:ln w="28440">
                  <a:noFill/>
                  <a:round/>
                  <a:headEnd/>
                  <a:tailEnd/>
                </a:ln>
                <a:extLst>
                  <a:ext uri="{909E8E84-426E-40DD-AFC4-6F175D3DCCD1}">
                    <a14:hiddenFill xmlns:a14="http://schemas.microsoft.com/office/drawing/2010/main">
                      <a:noFill/>
                    </a14:hiddenFill>
                  </a:ext>
                </a:extLst>
              </p:spPr>
              <p:txBody>
                <a:bodyPr/>
                <a:lstStyle/>
                <a:p>
                  <a:endParaRPr lang="en-US" sz="1200"/>
                </a:p>
              </p:txBody>
            </p:sp>
            <p:sp>
              <p:nvSpPr>
                <p:cNvPr id="14" name="Line 29">
                  <a:extLst>
                    <a:ext uri="{FF2B5EF4-FFF2-40B4-BE49-F238E27FC236}">
                      <a16:creationId xmlns:a16="http://schemas.microsoft.com/office/drawing/2014/main" id="{EAE80B00-6411-8B49-81EE-9C39DBC4BAD0}"/>
                    </a:ext>
                  </a:extLst>
                </p:cNvPr>
                <p:cNvSpPr>
                  <a:spLocks noChangeShapeType="1"/>
                </p:cNvSpPr>
                <p:nvPr/>
              </p:nvSpPr>
              <p:spPr bwMode="auto">
                <a:xfrm>
                  <a:off x="3072" y="3704"/>
                  <a:ext cx="1872" cy="1"/>
                </a:xfrm>
                <a:prstGeom prst="line">
                  <a:avLst/>
                </a:prstGeom>
                <a:noFill/>
                <a:ln w="28440">
                  <a:noFill/>
                  <a:round/>
                  <a:headEnd/>
                  <a:tailEnd/>
                </a:ln>
                <a:extLst>
                  <a:ext uri="{909E8E84-426E-40DD-AFC4-6F175D3DCCD1}">
                    <a14:hiddenFill xmlns:a14="http://schemas.microsoft.com/office/drawing/2010/main">
                      <a:noFill/>
                    </a14:hiddenFill>
                  </a:ext>
                </a:extLst>
              </p:spPr>
              <p:txBody>
                <a:bodyPr/>
                <a:lstStyle/>
                <a:p>
                  <a:endParaRPr lang="en-US" sz="1200"/>
                </a:p>
              </p:txBody>
            </p:sp>
          </p:grpSp>
          <p:sp>
            <p:nvSpPr>
              <p:cNvPr id="9" name="Oval 30">
                <a:extLst>
                  <a:ext uri="{FF2B5EF4-FFF2-40B4-BE49-F238E27FC236}">
                    <a16:creationId xmlns:a16="http://schemas.microsoft.com/office/drawing/2014/main" id="{9E484B05-F2E7-0240-AE4C-69D8F11BA301}"/>
                  </a:ext>
                </a:extLst>
              </p:cNvPr>
              <p:cNvSpPr>
                <a:spLocks noChangeArrowheads="1"/>
              </p:cNvSpPr>
              <p:nvPr/>
            </p:nvSpPr>
            <p:spPr bwMode="auto">
              <a:xfrm rot="19980000">
                <a:off x="3180" y="2404"/>
                <a:ext cx="1847" cy="1157"/>
              </a:xfrm>
              <a:prstGeom prst="ellipse">
                <a:avLst/>
              </a:prstGeom>
              <a:ln>
                <a:noFill/>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endParaRPr lang="en-US" sz="1200"/>
              </a:p>
            </p:txBody>
          </p:sp>
          <p:grpSp>
            <p:nvGrpSpPr>
              <p:cNvPr id="10" name="Group 31">
                <a:extLst>
                  <a:ext uri="{FF2B5EF4-FFF2-40B4-BE49-F238E27FC236}">
                    <a16:creationId xmlns:a16="http://schemas.microsoft.com/office/drawing/2014/main" id="{7BC62754-77AF-3241-A72C-AE7C90619273}"/>
                  </a:ext>
                </a:extLst>
              </p:cNvPr>
              <p:cNvGrpSpPr>
                <a:grpSpLocks/>
              </p:cNvGrpSpPr>
              <p:nvPr/>
            </p:nvGrpSpPr>
            <p:grpSpPr bwMode="auto">
              <a:xfrm>
                <a:off x="4263" y="3454"/>
                <a:ext cx="1252" cy="328"/>
                <a:chOff x="4263" y="3454"/>
                <a:chExt cx="1252" cy="328"/>
              </a:xfrm>
            </p:grpSpPr>
            <p:sp>
              <p:nvSpPr>
                <p:cNvPr id="11" name="AutoShape 32">
                  <a:extLst>
                    <a:ext uri="{FF2B5EF4-FFF2-40B4-BE49-F238E27FC236}">
                      <a16:creationId xmlns:a16="http://schemas.microsoft.com/office/drawing/2014/main" id="{6BAA7B2B-99E9-7041-8455-69314ED9BA35}"/>
                    </a:ext>
                  </a:extLst>
                </p:cNvPr>
                <p:cNvSpPr>
                  <a:spLocks noChangeArrowheads="1"/>
                </p:cNvSpPr>
                <p:nvPr/>
              </p:nvSpPr>
              <p:spPr bwMode="auto">
                <a:xfrm>
                  <a:off x="4742" y="3454"/>
                  <a:ext cx="773" cy="306"/>
                </a:xfrm>
                <a:prstGeom prst="roundRect">
                  <a:avLst>
                    <a:gd name="adj" fmla="val 324"/>
                  </a:avLst>
                </a:prstGeom>
                <a:noFill/>
                <a:ln w="28440">
                  <a:no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200"/>
                </a:p>
              </p:txBody>
            </p:sp>
            <p:sp>
              <p:nvSpPr>
                <p:cNvPr id="12" name="AutoShape 33">
                  <a:extLst>
                    <a:ext uri="{FF2B5EF4-FFF2-40B4-BE49-F238E27FC236}">
                      <a16:creationId xmlns:a16="http://schemas.microsoft.com/office/drawing/2014/main" id="{1F13F137-EE4A-A742-BC3F-1E858910AE1D}"/>
                    </a:ext>
                  </a:extLst>
                </p:cNvPr>
                <p:cNvSpPr>
                  <a:spLocks noChangeArrowheads="1"/>
                </p:cNvSpPr>
                <p:nvPr/>
              </p:nvSpPr>
              <p:spPr bwMode="auto">
                <a:xfrm>
                  <a:off x="4263" y="3523"/>
                  <a:ext cx="839" cy="259"/>
                </a:xfrm>
                <a:prstGeom prst="roundRect">
                  <a:avLst>
                    <a:gd name="adj" fmla="val 324"/>
                  </a:avLst>
                </a:prstGeom>
                <a:noFill/>
                <a:ln w="9525">
                  <a:noFill/>
                  <a:round/>
                  <a:headEnd/>
                  <a:tailEnd/>
                </a:ln>
                <a:extLst>
                  <a:ext uri="{909E8E84-426E-40DD-AFC4-6F175D3DCCD1}">
                    <a14:hiddenFill xmlns:a14="http://schemas.microsoft.com/office/drawing/2010/main">
                      <a:solidFill>
                        <a:srgbClr val="FFFFFF"/>
                      </a:solidFill>
                    </a14:hiddenFill>
                  </a:ext>
                </a:extLst>
              </p:spPr>
              <p:txBody>
                <a:bodyPr wrap="none" lIns="92160" tIns="46080" rIns="92160" bIns="460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5pPr>
                  <a:lvl6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6pPr>
                  <a:lvl7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7pPr>
                  <a:lvl8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8pPr>
                  <a:lvl9pPr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charset="0"/>
                    </a:defRPr>
                  </a:lvl9pPr>
                </a:lstStyle>
                <a:p>
                  <a:pPr>
                    <a:lnSpc>
                      <a:spcPct val="95000"/>
                    </a:lnSpc>
                    <a:buClr>
                      <a:srgbClr val="000000"/>
                    </a:buClr>
                    <a:buSzPct val="100000"/>
                    <a:buFont typeface="Times New Roman" charset="0"/>
                    <a:buNone/>
                  </a:pPr>
                  <a:r>
                    <a:rPr lang="en-GB" altLang="x-none" sz="1600">
                      <a:solidFill>
                        <a:srgbClr val="000000"/>
                      </a:solidFill>
                    </a:rPr>
                    <a:t>r = +.20</a:t>
                  </a:r>
                </a:p>
              </p:txBody>
            </p:sp>
          </p:gr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1 Başlık"/>
          <p:cNvSpPr txBox="1">
            <a:spLocks/>
          </p:cNvSpPr>
          <p:nvPr/>
        </p:nvSpPr>
        <p:spPr bwMode="auto">
          <a:xfrm>
            <a:off x="433388" y="457200"/>
            <a:ext cx="8458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Wingdings 2" charset="2"/>
              <a:buChar char=""/>
              <a:defRPr sz="2700">
                <a:solidFill>
                  <a:schemeClr val="tx1"/>
                </a:solidFill>
                <a:latin typeface="Georgia" charset="0"/>
              </a:defRPr>
            </a:lvl1pPr>
            <a:lvl2pPr marL="547688" indent="-273050">
              <a:spcBef>
                <a:spcPct val="20000"/>
              </a:spcBef>
              <a:buClr>
                <a:schemeClr val="accent2"/>
              </a:buClr>
              <a:buSzPct val="70000"/>
              <a:buFont typeface="Wingdings" charset="2"/>
              <a:buChar char=""/>
              <a:defRPr sz="2200">
                <a:solidFill>
                  <a:schemeClr val="tx2"/>
                </a:solidFill>
                <a:latin typeface="Georgia" charset="0"/>
              </a:defRPr>
            </a:lvl2pPr>
            <a:lvl3pPr marL="822325" indent="-228600">
              <a:spcBef>
                <a:spcPct val="20000"/>
              </a:spcBef>
              <a:buClr>
                <a:srgbClr val="FF6600"/>
              </a:buClr>
              <a:buSzPct val="75000"/>
              <a:buFont typeface="Wingdings 2" charset="2"/>
              <a:buChar char=""/>
              <a:defRPr sz="2000">
                <a:solidFill>
                  <a:schemeClr val="tx1"/>
                </a:solidFill>
                <a:latin typeface="Georgia" charset="0"/>
              </a:defRPr>
            </a:lvl3pPr>
            <a:lvl4pPr marL="1096963" indent="-228600">
              <a:spcBef>
                <a:spcPct val="20000"/>
              </a:spcBef>
              <a:buClr>
                <a:srgbClr val="92D050"/>
              </a:buClr>
              <a:buSzPct val="70000"/>
              <a:buFont typeface="Wingdings" charset="2"/>
              <a:buChar char=""/>
              <a:defRPr sz="2000">
                <a:solidFill>
                  <a:schemeClr val="tx2"/>
                </a:solidFill>
                <a:latin typeface="Georgia" charset="0"/>
              </a:defRPr>
            </a:lvl4pPr>
            <a:lvl5pPr marL="1371600" indent="-228600">
              <a:spcBef>
                <a:spcPct val="20000"/>
              </a:spcBef>
              <a:buClr>
                <a:srgbClr val="C00000"/>
              </a:buClr>
              <a:buChar char="•"/>
              <a:defRPr>
                <a:solidFill>
                  <a:schemeClr val="tx1"/>
                </a:solidFill>
                <a:latin typeface="Georgia" charset="0"/>
              </a:defRPr>
            </a:lvl5pPr>
            <a:lvl6pPr marL="1828800" indent="-228600" eaLnBrk="0" fontAlgn="base" hangingPunct="0">
              <a:spcBef>
                <a:spcPct val="20000"/>
              </a:spcBef>
              <a:spcAft>
                <a:spcPct val="0"/>
              </a:spcAft>
              <a:buClr>
                <a:srgbClr val="C00000"/>
              </a:buClr>
              <a:buChar char="•"/>
              <a:defRPr>
                <a:solidFill>
                  <a:schemeClr val="tx1"/>
                </a:solidFill>
                <a:latin typeface="Georgia" charset="0"/>
              </a:defRPr>
            </a:lvl6pPr>
            <a:lvl7pPr marL="2286000" indent="-228600" eaLnBrk="0" fontAlgn="base" hangingPunct="0">
              <a:spcBef>
                <a:spcPct val="20000"/>
              </a:spcBef>
              <a:spcAft>
                <a:spcPct val="0"/>
              </a:spcAft>
              <a:buClr>
                <a:srgbClr val="C00000"/>
              </a:buClr>
              <a:buChar char="•"/>
              <a:defRPr>
                <a:solidFill>
                  <a:schemeClr val="tx1"/>
                </a:solidFill>
                <a:latin typeface="Georgia" charset="0"/>
              </a:defRPr>
            </a:lvl7pPr>
            <a:lvl8pPr marL="2743200" indent="-228600" eaLnBrk="0" fontAlgn="base" hangingPunct="0">
              <a:spcBef>
                <a:spcPct val="20000"/>
              </a:spcBef>
              <a:spcAft>
                <a:spcPct val="0"/>
              </a:spcAft>
              <a:buClr>
                <a:srgbClr val="C00000"/>
              </a:buClr>
              <a:buChar char="•"/>
              <a:defRPr>
                <a:solidFill>
                  <a:schemeClr val="tx1"/>
                </a:solidFill>
                <a:latin typeface="Georgia" charset="0"/>
              </a:defRPr>
            </a:lvl8pPr>
            <a:lvl9pPr marL="3200400" indent="-228600" eaLnBrk="0" fontAlgn="base" hangingPunct="0">
              <a:spcBef>
                <a:spcPct val="20000"/>
              </a:spcBef>
              <a:spcAft>
                <a:spcPct val="0"/>
              </a:spcAft>
              <a:buClr>
                <a:srgbClr val="C00000"/>
              </a:buClr>
              <a:buChar char="•"/>
              <a:defRPr>
                <a:solidFill>
                  <a:schemeClr val="tx1"/>
                </a:solidFill>
                <a:latin typeface="Georgia" charset="0"/>
              </a:defRPr>
            </a:lvl9pPr>
          </a:lstStyle>
          <a:p>
            <a:pPr algn="ctr" eaLnBrk="1" hangingPunct="1">
              <a:spcBef>
                <a:spcPct val="0"/>
              </a:spcBef>
              <a:buClrTx/>
              <a:buSzTx/>
              <a:buFontTx/>
              <a:buNone/>
            </a:pPr>
            <a:r>
              <a:rPr lang="tr-TR" altLang="tr-TR" sz="3200" b="1" dirty="0" err="1">
                <a:solidFill>
                  <a:srgbClr val="E15900"/>
                </a:solidFill>
              </a:rPr>
              <a:t>Korelasyonel</a:t>
            </a:r>
            <a:r>
              <a:rPr lang="tr-TR" altLang="tr-TR" sz="3200" b="1" dirty="0">
                <a:solidFill>
                  <a:srgbClr val="E15900"/>
                </a:solidFill>
              </a:rPr>
              <a:t> </a:t>
            </a:r>
            <a:r>
              <a:rPr lang="tr-TR" altLang="tr-TR" sz="3200" b="1" dirty="0" err="1">
                <a:solidFill>
                  <a:srgbClr val="E15900"/>
                </a:solidFill>
              </a:rPr>
              <a:t>vs</a:t>
            </a:r>
            <a:r>
              <a:rPr lang="tr-TR" altLang="tr-TR" sz="3200" b="1" dirty="0">
                <a:solidFill>
                  <a:srgbClr val="E15900"/>
                </a:solidFill>
              </a:rPr>
              <a:t> </a:t>
            </a:r>
            <a:r>
              <a:rPr lang="tr-TR" altLang="tr-TR" sz="3200" b="1" dirty="0" err="1">
                <a:solidFill>
                  <a:srgbClr val="E15900"/>
                </a:solidFill>
              </a:rPr>
              <a:t>Nedensel</a:t>
            </a:r>
            <a:endParaRPr lang="tr-TR" altLang="tr-TR" sz="3200" b="1" dirty="0">
              <a:solidFill>
                <a:srgbClr val="E15900"/>
              </a:solidFill>
            </a:endParaRPr>
          </a:p>
        </p:txBody>
      </p:sp>
      <p:sp>
        <p:nvSpPr>
          <p:cNvPr id="63490" name="2 İçerik Yer Tutucusu"/>
          <p:cNvSpPr txBox="1">
            <a:spLocks/>
          </p:cNvSpPr>
          <p:nvPr/>
        </p:nvSpPr>
        <p:spPr bwMode="auto">
          <a:xfrm>
            <a:off x="3040588" y="1057940"/>
            <a:ext cx="5957188" cy="514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spcBef>
                <a:spcPct val="20000"/>
              </a:spcBef>
              <a:buClr>
                <a:schemeClr val="accent1"/>
              </a:buClr>
              <a:buSzPct val="85000"/>
              <a:buFont typeface="Wingdings 2" charset="2"/>
              <a:buChar char=""/>
              <a:defRPr sz="2700">
                <a:solidFill>
                  <a:schemeClr val="tx1"/>
                </a:solidFill>
                <a:latin typeface="Georgia" charset="0"/>
              </a:defRPr>
            </a:lvl1pPr>
            <a:lvl2pPr marL="547688" indent="-273050">
              <a:spcBef>
                <a:spcPct val="20000"/>
              </a:spcBef>
              <a:buClr>
                <a:schemeClr val="accent2"/>
              </a:buClr>
              <a:buSzPct val="70000"/>
              <a:buFont typeface="Wingdings" charset="2"/>
              <a:buChar char=""/>
              <a:defRPr sz="2200">
                <a:solidFill>
                  <a:schemeClr val="tx2"/>
                </a:solidFill>
                <a:latin typeface="Georgia" charset="0"/>
              </a:defRPr>
            </a:lvl2pPr>
            <a:lvl3pPr marL="822325" indent="-228600">
              <a:spcBef>
                <a:spcPct val="20000"/>
              </a:spcBef>
              <a:buClr>
                <a:srgbClr val="FF6600"/>
              </a:buClr>
              <a:buSzPct val="75000"/>
              <a:buFont typeface="Wingdings 2" charset="2"/>
              <a:buChar char=""/>
              <a:defRPr sz="2000">
                <a:solidFill>
                  <a:schemeClr val="tx1"/>
                </a:solidFill>
                <a:latin typeface="Georgia" charset="0"/>
              </a:defRPr>
            </a:lvl3pPr>
            <a:lvl4pPr marL="1096963" indent="-228600">
              <a:spcBef>
                <a:spcPct val="20000"/>
              </a:spcBef>
              <a:buClr>
                <a:srgbClr val="92D050"/>
              </a:buClr>
              <a:buSzPct val="70000"/>
              <a:buFont typeface="Wingdings" charset="2"/>
              <a:buChar char=""/>
              <a:defRPr sz="2000">
                <a:solidFill>
                  <a:schemeClr val="tx2"/>
                </a:solidFill>
                <a:latin typeface="Georgia" charset="0"/>
              </a:defRPr>
            </a:lvl4pPr>
            <a:lvl5pPr marL="1371600" indent="-228600">
              <a:spcBef>
                <a:spcPct val="20000"/>
              </a:spcBef>
              <a:buClr>
                <a:srgbClr val="C00000"/>
              </a:buClr>
              <a:buChar char="•"/>
              <a:defRPr>
                <a:solidFill>
                  <a:schemeClr val="tx1"/>
                </a:solidFill>
                <a:latin typeface="Georgia" charset="0"/>
              </a:defRPr>
            </a:lvl5pPr>
            <a:lvl6pPr marL="1828800" indent="-228600" eaLnBrk="0" fontAlgn="base" hangingPunct="0">
              <a:spcBef>
                <a:spcPct val="20000"/>
              </a:spcBef>
              <a:spcAft>
                <a:spcPct val="0"/>
              </a:spcAft>
              <a:buClr>
                <a:srgbClr val="C00000"/>
              </a:buClr>
              <a:buChar char="•"/>
              <a:defRPr>
                <a:solidFill>
                  <a:schemeClr val="tx1"/>
                </a:solidFill>
                <a:latin typeface="Georgia" charset="0"/>
              </a:defRPr>
            </a:lvl6pPr>
            <a:lvl7pPr marL="2286000" indent="-228600" eaLnBrk="0" fontAlgn="base" hangingPunct="0">
              <a:spcBef>
                <a:spcPct val="20000"/>
              </a:spcBef>
              <a:spcAft>
                <a:spcPct val="0"/>
              </a:spcAft>
              <a:buClr>
                <a:srgbClr val="C00000"/>
              </a:buClr>
              <a:buChar char="•"/>
              <a:defRPr>
                <a:solidFill>
                  <a:schemeClr val="tx1"/>
                </a:solidFill>
                <a:latin typeface="Georgia" charset="0"/>
              </a:defRPr>
            </a:lvl7pPr>
            <a:lvl8pPr marL="2743200" indent="-228600" eaLnBrk="0" fontAlgn="base" hangingPunct="0">
              <a:spcBef>
                <a:spcPct val="20000"/>
              </a:spcBef>
              <a:spcAft>
                <a:spcPct val="0"/>
              </a:spcAft>
              <a:buClr>
                <a:srgbClr val="C00000"/>
              </a:buClr>
              <a:buChar char="•"/>
              <a:defRPr>
                <a:solidFill>
                  <a:schemeClr val="tx1"/>
                </a:solidFill>
                <a:latin typeface="Georgia" charset="0"/>
              </a:defRPr>
            </a:lvl8pPr>
            <a:lvl9pPr marL="3200400" indent="-228600" eaLnBrk="0" fontAlgn="base" hangingPunct="0">
              <a:spcBef>
                <a:spcPct val="20000"/>
              </a:spcBef>
              <a:spcAft>
                <a:spcPct val="0"/>
              </a:spcAft>
              <a:buClr>
                <a:srgbClr val="C00000"/>
              </a:buClr>
              <a:buChar char="•"/>
              <a:defRPr>
                <a:solidFill>
                  <a:schemeClr val="tx1"/>
                </a:solidFill>
                <a:latin typeface="Georgia" charset="0"/>
              </a:defRPr>
            </a:lvl9pPr>
          </a:lstStyle>
          <a:p>
            <a:pPr eaLnBrk="1" hangingPunct="1">
              <a:lnSpc>
                <a:spcPct val="90000"/>
              </a:lnSpc>
            </a:pPr>
            <a:r>
              <a:rPr lang="tr-TR" altLang="x-none" sz="2400" dirty="0">
                <a:ea typeface="Arial" charset="0"/>
                <a:cs typeface="Arial" charset="0"/>
              </a:rPr>
              <a:t>Korelasyonel araştırma, iki ya da daha çok değişken arasındaki ilişkinin herhangi bir şekilde bu değişkenlere müdahale edilmeden incelendiği araştırmalardır.   </a:t>
            </a:r>
          </a:p>
          <a:p>
            <a:pPr lvl="1" eaLnBrk="1" hangingPunct="1">
              <a:lnSpc>
                <a:spcPct val="90000"/>
              </a:lnSpc>
            </a:pPr>
            <a:r>
              <a:rPr lang="tr-TR" altLang="x-none" sz="2400" dirty="0">
                <a:ea typeface="Arial" charset="0"/>
                <a:cs typeface="Arial" charset="0"/>
              </a:rPr>
              <a:t>Değişkenlere müdahale edilmemesi özelliği ile nedensel karşılaştırma araştırmalarına benzer. </a:t>
            </a:r>
          </a:p>
          <a:p>
            <a:pPr lvl="1" eaLnBrk="1" hangingPunct="1">
              <a:lnSpc>
                <a:spcPct val="90000"/>
              </a:lnSpc>
            </a:pPr>
            <a:r>
              <a:rPr lang="tr-TR" altLang="x-none" sz="2400" dirty="0">
                <a:ea typeface="Arial" charset="0"/>
                <a:cs typeface="Arial" charset="0"/>
              </a:rPr>
              <a:t>Ancak nedensel karşılaştırma araştırmalarında bağımlı değişkeni etkileyen bağımsız değişkenler neden-sonuç ilişkisi içinde belirlenmeye çalışılırken, korelasyonel araştırmalarda sadece değişkenlerin birlikte değişimleri incelenir.</a:t>
            </a:r>
          </a:p>
          <a:p>
            <a:pPr eaLnBrk="1" hangingPunct="1"/>
            <a:endParaRPr lang="tr-TR" altLang="x-none" sz="2400" dirty="0">
              <a:ea typeface="Arial" charset="0"/>
              <a:cs typeface="Arial" charset="0"/>
            </a:endParaRPr>
          </a:p>
        </p:txBody>
      </p:sp>
      <p:pic>
        <p:nvPicPr>
          <p:cNvPr id="6" name="Picture 2" descr="Idot;lgili resi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077" y="1988840"/>
            <a:ext cx="3067541" cy="23042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txBox="1">
            <a:spLocks/>
          </p:cNvSpPr>
          <p:nvPr/>
        </p:nvSpPr>
        <p:spPr bwMode="auto">
          <a:xfrm>
            <a:off x="152400" y="228600"/>
            <a:ext cx="8686800"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85000"/>
              <a:buFont typeface="Wingdings 2" charset="2"/>
              <a:buChar char=""/>
              <a:defRPr sz="2700">
                <a:solidFill>
                  <a:schemeClr val="tx1"/>
                </a:solidFill>
                <a:latin typeface="Georgia" charset="0"/>
              </a:defRPr>
            </a:lvl1pPr>
            <a:lvl2pPr marL="547688" indent="-273050">
              <a:spcBef>
                <a:spcPct val="20000"/>
              </a:spcBef>
              <a:buClr>
                <a:schemeClr val="accent2"/>
              </a:buClr>
              <a:buSzPct val="70000"/>
              <a:buFont typeface="Wingdings" charset="2"/>
              <a:buChar char=""/>
              <a:defRPr sz="2200">
                <a:solidFill>
                  <a:schemeClr val="tx2"/>
                </a:solidFill>
                <a:latin typeface="Georgia" charset="0"/>
              </a:defRPr>
            </a:lvl2pPr>
            <a:lvl3pPr marL="822325" indent="-228600">
              <a:spcBef>
                <a:spcPct val="20000"/>
              </a:spcBef>
              <a:buClr>
                <a:srgbClr val="FF6600"/>
              </a:buClr>
              <a:buSzPct val="75000"/>
              <a:buFont typeface="Wingdings 2" charset="2"/>
              <a:buChar char=""/>
              <a:defRPr sz="2000">
                <a:solidFill>
                  <a:schemeClr val="tx1"/>
                </a:solidFill>
                <a:latin typeface="Georgia" charset="0"/>
              </a:defRPr>
            </a:lvl3pPr>
            <a:lvl4pPr marL="1096963" indent="-228600">
              <a:spcBef>
                <a:spcPct val="20000"/>
              </a:spcBef>
              <a:buClr>
                <a:srgbClr val="92D050"/>
              </a:buClr>
              <a:buSzPct val="70000"/>
              <a:buFont typeface="Wingdings" charset="2"/>
              <a:buChar char=""/>
              <a:defRPr sz="2000">
                <a:solidFill>
                  <a:schemeClr val="tx2"/>
                </a:solidFill>
                <a:latin typeface="Georgia" charset="0"/>
              </a:defRPr>
            </a:lvl4pPr>
            <a:lvl5pPr marL="1371600" indent="-228600">
              <a:spcBef>
                <a:spcPct val="20000"/>
              </a:spcBef>
              <a:buClr>
                <a:srgbClr val="C00000"/>
              </a:buClr>
              <a:buChar char="•"/>
              <a:defRPr>
                <a:solidFill>
                  <a:schemeClr val="tx1"/>
                </a:solidFill>
                <a:latin typeface="Georgia" charset="0"/>
              </a:defRPr>
            </a:lvl5pPr>
            <a:lvl6pPr marL="1828800" indent="-228600" eaLnBrk="0" fontAlgn="base" hangingPunct="0">
              <a:spcBef>
                <a:spcPct val="20000"/>
              </a:spcBef>
              <a:spcAft>
                <a:spcPct val="0"/>
              </a:spcAft>
              <a:buClr>
                <a:srgbClr val="C00000"/>
              </a:buClr>
              <a:buChar char="•"/>
              <a:defRPr>
                <a:solidFill>
                  <a:schemeClr val="tx1"/>
                </a:solidFill>
                <a:latin typeface="Georgia" charset="0"/>
              </a:defRPr>
            </a:lvl6pPr>
            <a:lvl7pPr marL="2286000" indent="-228600" eaLnBrk="0" fontAlgn="base" hangingPunct="0">
              <a:spcBef>
                <a:spcPct val="20000"/>
              </a:spcBef>
              <a:spcAft>
                <a:spcPct val="0"/>
              </a:spcAft>
              <a:buClr>
                <a:srgbClr val="C00000"/>
              </a:buClr>
              <a:buChar char="•"/>
              <a:defRPr>
                <a:solidFill>
                  <a:schemeClr val="tx1"/>
                </a:solidFill>
                <a:latin typeface="Georgia" charset="0"/>
              </a:defRPr>
            </a:lvl7pPr>
            <a:lvl8pPr marL="2743200" indent="-228600" eaLnBrk="0" fontAlgn="base" hangingPunct="0">
              <a:spcBef>
                <a:spcPct val="20000"/>
              </a:spcBef>
              <a:spcAft>
                <a:spcPct val="0"/>
              </a:spcAft>
              <a:buClr>
                <a:srgbClr val="C00000"/>
              </a:buClr>
              <a:buChar char="•"/>
              <a:defRPr>
                <a:solidFill>
                  <a:schemeClr val="tx1"/>
                </a:solidFill>
                <a:latin typeface="Georgia" charset="0"/>
              </a:defRPr>
            </a:lvl8pPr>
            <a:lvl9pPr marL="3200400" indent="-228600" eaLnBrk="0" fontAlgn="base" hangingPunct="0">
              <a:spcBef>
                <a:spcPct val="20000"/>
              </a:spcBef>
              <a:spcAft>
                <a:spcPct val="0"/>
              </a:spcAft>
              <a:buClr>
                <a:srgbClr val="C00000"/>
              </a:buClr>
              <a:buChar char="•"/>
              <a:defRPr>
                <a:solidFill>
                  <a:schemeClr val="tx1"/>
                </a:solidFill>
                <a:latin typeface="Georgia" charset="0"/>
              </a:defRPr>
            </a:lvl9pPr>
          </a:lstStyle>
          <a:p>
            <a:pPr algn="ctr" eaLnBrk="1" hangingPunct="1">
              <a:spcBef>
                <a:spcPct val="0"/>
              </a:spcBef>
              <a:buClrTx/>
              <a:buSzTx/>
              <a:buFontTx/>
              <a:buNone/>
            </a:pPr>
            <a:r>
              <a:rPr lang="tr-TR" altLang="tr-TR" sz="4400">
                <a:solidFill>
                  <a:srgbClr val="E15900"/>
                </a:solidFill>
              </a:rPr>
              <a:t>Korelasyon Analizinin Amaçları</a:t>
            </a:r>
          </a:p>
        </p:txBody>
      </p:sp>
      <p:sp>
        <p:nvSpPr>
          <p:cNvPr id="70658" name="Dikdörtgen 3"/>
          <p:cNvSpPr>
            <a:spLocks noChangeArrowheads="1"/>
          </p:cNvSpPr>
          <p:nvPr/>
        </p:nvSpPr>
        <p:spPr bwMode="auto">
          <a:xfrm>
            <a:off x="379274" y="1033463"/>
            <a:ext cx="8612326" cy="4555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nn-NO" altLang="x-none" sz="2000" b="1" u="sng" dirty="0" err="1">
                <a:solidFill>
                  <a:schemeClr val="accent3">
                    <a:lumMod val="75000"/>
                  </a:schemeClr>
                </a:solidFill>
              </a:rPr>
              <a:t>Temel</a:t>
            </a:r>
            <a:r>
              <a:rPr lang="nn-NO" altLang="x-none" sz="2000" b="1" u="sng" dirty="0">
                <a:solidFill>
                  <a:schemeClr val="accent3">
                    <a:lumMod val="75000"/>
                  </a:schemeClr>
                </a:solidFill>
              </a:rPr>
              <a:t> </a:t>
            </a:r>
            <a:r>
              <a:rPr lang="nn-NO" altLang="x-none" sz="2000" b="1" u="sng" dirty="0" err="1">
                <a:solidFill>
                  <a:schemeClr val="accent3">
                    <a:lumMod val="75000"/>
                  </a:schemeClr>
                </a:solidFill>
              </a:rPr>
              <a:t>iki</a:t>
            </a:r>
            <a:r>
              <a:rPr lang="nn-NO" altLang="x-none" sz="2000" b="1" u="sng" dirty="0">
                <a:solidFill>
                  <a:schemeClr val="accent3">
                    <a:lumMod val="75000"/>
                  </a:schemeClr>
                </a:solidFill>
              </a:rPr>
              <a:t> </a:t>
            </a:r>
            <a:r>
              <a:rPr lang="nn-NO" altLang="x-none" sz="2000" b="1" u="sng" dirty="0" err="1">
                <a:solidFill>
                  <a:schemeClr val="accent3">
                    <a:lumMod val="75000"/>
                  </a:schemeClr>
                </a:solidFill>
              </a:rPr>
              <a:t>amacı</a:t>
            </a:r>
            <a:r>
              <a:rPr lang="nn-NO" altLang="x-none" sz="2000" b="1" u="sng" dirty="0">
                <a:solidFill>
                  <a:schemeClr val="accent3">
                    <a:lumMod val="75000"/>
                  </a:schemeClr>
                </a:solidFill>
              </a:rPr>
              <a:t> </a:t>
            </a:r>
            <a:r>
              <a:rPr lang="nn-NO" altLang="x-none" sz="2000" b="1" u="sng" dirty="0" err="1">
                <a:solidFill>
                  <a:schemeClr val="accent3">
                    <a:lumMod val="75000"/>
                  </a:schemeClr>
                </a:solidFill>
              </a:rPr>
              <a:t>vardır</a:t>
            </a:r>
            <a:r>
              <a:rPr lang="nn-NO" altLang="x-none" sz="2000" b="1" u="sng" dirty="0">
                <a:solidFill>
                  <a:schemeClr val="accent3">
                    <a:lumMod val="75000"/>
                  </a:schemeClr>
                </a:solidFill>
              </a:rPr>
              <a:t>:</a:t>
            </a:r>
          </a:p>
          <a:p>
            <a:pPr eaLnBrk="1" hangingPunct="1"/>
            <a:endParaRPr lang="nn-NO" altLang="x-none" sz="2000" b="1" u="sng" dirty="0">
              <a:solidFill>
                <a:schemeClr val="accent3">
                  <a:lumMod val="75000"/>
                </a:schemeClr>
              </a:solidFill>
            </a:endParaRPr>
          </a:p>
          <a:p>
            <a:pPr eaLnBrk="1" hangingPunct="1">
              <a:buFont typeface="Georgia" charset="0"/>
              <a:buAutoNum type="arabicPeriod"/>
            </a:pPr>
            <a:r>
              <a:rPr lang="tr-TR" altLang="x-none" dirty="0"/>
              <a:t>Değişkenler arası ilişkinin açıklanmasına yardımcı olmak (</a:t>
            </a:r>
            <a:r>
              <a:rPr lang="tr-TR" altLang="x-none" dirty="0">
                <a:solidFill>
                  <a:schemeClr val="accent2"/>
                </a:solidFill>
              </a:rPr>
              <a:t>Açıklayıcı Araştırma</a:t>
            </a:r>
            <a:r>
              <a:rPr lang="tr-TR" altLang="x-none" dirty="0"/>
              <a:t>)</a:t>
            </a:r>
          </a:p>
          <a:p>
            <a:pPr eaLnBrk="1" hangingPunct="1">
              <a:buFont typeface="Georgia" charset="0"/>
              <a:buAutoNum type="arabicPeriod"/>
            </a:pPr>
            <a:r>
              <a:rPr lang="tr-TR" altLang="x-none" dirty="0"/>
              <a:t>Benzer sonuçları önceden tahmin etmek (</a:t>
            </a:r>
            <a:r>
              <a:rPr lang="tr-TR" altLang="x-none" dirty="0" err="1">
                <a:solidFill>
                  <a:schemeClr val="accent2"/>
                </a:solidFill>
              </a:rPr>
              <a:t>Yordayıcı</a:t>
            </a:r>
            <a:r>
              <a:rPr lang="tr-TR" altLang="x-none" dirty="0">
                <a:solidFill>
                  <a:schemeClr val="accent2"/>
                </a:solidFill>
              </a:rPr>
              <a:t>-Tahmin Edici Araştırma</a:t>
            </a:r>
            <a:r>
              <a:rPr lang="tr-TR" altLang="x-none" dirty="0"/>
              <a:t>)</a:t>
            </a:r>
          </a:p>
          <a:p>
            <a:pPr eaLnBrk="1" hangingPunct="1"/>
            <a:endParaRPr lang="tr-TR" altLang="x-none" b="1" dirty="0"/>
          </a:p>
          <a:p>
            <a:pPr eaLnBrk="1" hangingPunct="1"/>
            <a:r>
              <a:rPr lang="tr-TR" altLang="x-none" sz="2000" b="1" dirty="0"/>
              <a:t>Açıklayıcı Araştırma</a:t>
            </a:r>
          </a:p>
          <a:p>
            <a:pPr eaLnBrk="1" hangingPunct="1">
              <a:buFont typeface="Arial" charset="0"/>
              <a:buChar char="•"/>
            </a:pPr>
            <a:r>
              <a:rPr lang="tr-TR" altLang="x-none" sz="2000" dirty="0"/>
              <a:t> Değişkenler arasındaki ilişkiyi açıklamayı amaçlar.</a:t>
            </a:r>
          </a:p>
          <a:p>
            <a:pPr eaLnBrk="1" hangingPunct="1">
              <a:buFont typeface="Arial" charset="0"/>
              <a:buChar char="•"/>
            </a:pPr>
            <a:r>
              <a:rPr lang="tr-TR" altLang="x-none" sz="2000" dirty="0"/>
              <a:t> Sebep ve sonuç hakkında önsel veri toplamaya çalışır. </a:t>
            </a:r>
          </a:p>
          <a:p>
            <a:pPr lvl="1" eaLnBrk="1" hangingPunct="1">
              <a:buFont typeface="Arial" charset="0"/>
              <a:buChar char="•"/>
            </a:pPr>
            <a:r>
              <a:rPr lang="tr-TR" altLang="x-none" sz="2000" dirty="0"/>
              <a:t>Ör., X değişkeni Y değişkeniyle ilişkili midir?</a:t>
            </a:r>
          </a:p>
          <a:p>
            <a:pPr eaLnBrk="1" hangingPunct="1"/>
            <a:endParaRPr lang="tr-TR" altLang="x-none" sz="2000" b="1" dirty="0"/>
          </a:p>
          <a:p>
            <a:pPr eaLnBrk="1" hangingPunct="1"/>
            <a:r>
              <a:rPr lang="tr-TR" altLang="x-none" sz="2000" b="1" dirty="0" err="1"/>
              <a:t>Yordayıcı</a:t>
            </a:r>
            <a:r>
              <a:rPr lang="tr-TR" altLang="x-none" sz="2000" b="1" dirty="0"/>
              <a:t>-Tahmin Edici Araştırma</a:t>
            </a:r>
          </a:p>
          <a:p>
            <a:pPr eaLnBrk="1" hangingPunct="1">
              <a:buFont typeface="Arial" charset="0"/>
              <a:buChar char="•"/>
            </a:pPr>
            <a:r>
              <a:rPr lang="tr-TR" altLang="x-none" sz="2000" dirty="0"/>
              <a:t> Eğer değişkenler arasında tatmin edici büyüklükte bir ilişki varsa, bilinen değişkenin değerinden, bilinmeyen kestirilebilir. </a:t>
            </a:r>
          </a:p>
          <a:p>
            <a:pPr lvl="1" eaLnBrk="1" hangingPunct="1">
              <a:buFont typeface="Arial" charset="0"/>
              <a:buChar char="•"/>
            </a:pPr>
            <a:r>
              <a:rPr lang="tr-TR" altLang="x-none" sz="2000" dirty="0"/>
              <a:t>Ör., X değişkeni Y değişkenini ne derece tahmin eder?</a:t>
            </a:r>
          </a:p>
          <a:p>
            <a:pPr eaLnBrk="1" hangingPunct="1"/>
            <a:endParaRPr lang="tr-TR" altLang="x-none" dirty="0"/>
          </a:p>
        </p:txBody>
      </p:sp>
    </p:spTree>
    <p:extLst>
      <p:ext uri="{BB962C8B-B14F-4D97-AF65-F5344CB8AC3E}">
        <p14:creationId xmlns:p14="http://schemas.microsoft.com/office/powerpoint/2010/main" val="15780682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txBox="1">
            <a:spLocks/>
          </p:cNvSpPr>
          <p:nvPr/>
        </p:nvSpPr>
        <p:spPr bwMode="auto">
          <a:xfrm>
            <a:off x="457200" y="125759"/>
            <a:ext cx="8229600" cy="854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Wingdings 2" charset="2"/>
              <a:buChar char=""/>
              <a:defRPr sz="2700">
                <a:solidFill>
                  <a:schemeClr val="tx1"/>
                </a:solidFill>
                <a:latin typeface="Georgia" charset="0"/>
              </a:defRPr>
            </a:lvl1pPr>
            <a:lvl2pPr marL="547688" indent="-273050">
              <a:spcBef>
                <a:spcPct val="20000"/>
              </a:spcBef>
              <a:buClr>
                <a:schemeClr val="accent2"/>
              </a:buClr>
              <a:buSzPct val="70000"/>
              <a:buFont typeface="Wingdings" charset="2"/>
              <a:buChar char=""/>
              <a:defRPr sz="2200">
                <a:solidFill>
                  <a:schemeClr val="tx2"/>
                </a:solidFill>
                <a:latin typeface="Georgia" charset="0"/>
              </a:defRPr>
            </a:lvl2pPr>
            <a:lvl3pPr marL="822325" indent="-228600">
              <a:spcBef>
                <a:spcPct val="20000"/>
              </a:spcBef>
              <a:buClr>
                <a:srgbClr val="FF6600"/>
              </a:buClr>
              <a:buSzPct val="75000"/>
              <a:buFont typeface="Wingdings 2" charset="2"/>
              <a:buChar char=""/>
              <a:defRPr sz="2000">
                <a:solidFill>
                  <a:schemeClr val="tx1"/>
                </a:solidFill>
                <a:latin typeface="Georgia" charset="0"/>
              </a:defRPr>
            </a:lvl3pPr>
            <a:lvl4pPr marL="1096963" indent="-228600">
              <a:spcBef>
                <a:spcPct val="20000"/>
              </a:spcBef>
              <a:buClr>
                <a:srgbClr val="92D050"/>
              </a:buClr>
              <a:buSzPct val="70000"/>
              <a:buFont typeface="Wingdings" charset="2"/>
              <a:buChar char=""/>
              <a:defRPr sz="2000">
                <a:solidFill>
                  <a:schemeClr val="tx2"/>
                </a:solidFill>
                <a:latin typeface="Georgia" charset="0"/>
              </a:defRPr>
            </a:lvl4pPr>
            <a:lvl5pPr marL="1371600" indent="-228600">
              <a:spcBef>
                <a:spcPct val="20000"/>
              </a:spcBef>
              <a:buClr>
                <a:srgbClr val="C00000"/>
              </a:buClr>
              <a:buChar char="•"/>
              <a:defRPr>
                <a:solidFill>
                  <a:schemeClr val="tx1"/>
                </a:solidFill>
                <a:latin typeface="Georgia" charset="0"/>
              </a:defRPr>
            </a:lvl5pPr>
            <a:lvl6pPr marL="1828800" indent="-228600" eaLnBrk="0" fontAlgn="base" hangingPunct="0">
              <a:spcBef>
                <a:spcPct val="20000"/>
              </a:spcBef>
              <a:spcAft>
                <a:spcPct val="0"/>
              </a:spcAft>
              <a:buClr>
                <a:srgbClr val="C00000"/>
              </a:buClr>
              <a:buChar char="•"/>
              <a:defRPr>
                <a:solidFill>
                  <a:schemeClr val="tx1"/>
                </a:solidFill>
                <a:latin typeface="Georgia" charset="0"/>
              </a:defRPr>
            </a:lvl6pPr>
            <a:lvl7pPr marL="2286000" indent="-228600" eaLnBrk="0" fontAlgn="base" hangingPunct="0">
              <a:spcBef>
                <a:spcPct val="20000"/>
              </a:spcBef>
              <a:spcAft>
                <a:spcPct val="0"/>
              </a:spcAft>
              <a:buClr>
                <a:srgbClr val="C00000"/>
              </a:buClr>
              <a:buChar char="•"/>
              <a:defRPr>
                <a:solidFill>
                  <a:schemeClr val="tx1"/>
                </a:solidFill>
                <a:latin typeface="Georgia" charset="0"/>
              </a:defRPr>
            </a:lvl7pPr>
            <a:lvl8pPr marL="2743200" indent="-228600" eaLnBrk="0" fontAlgn="base" hangingPunct="0">
              <a:spcBef>
                <a:spcPct val="20000"/>
              </a:spcBef>
              <a:spcAft>
                <a:spcPct val="0"/>
              </a:spcAft>
              <a:buClr>
                <a:srgbClr val="C00000"/>
              </a:buClr>
              <a:buChar char="•"/>
              <a:defRPr>
                <a:solidFill>
                  <a:schemeClr val="tx1"/>
                </a:solidFill>
                <a:latin typeface="Georgia" charset="0"/>
              </a:defRPr>
            </a:lvl8pPr>
            <a:lvl9pPr marL="3200400" indent="-228600" eaLnBrk="0" fontAlgn="base" hangingPunct="0">
              <a:spcBef>
                <a:spcPct val="20000"/>
              </a:spcBef>
              <a:spcAft>
                <a:spcPct val="0"/>
              </a:spcAft>
              <a:buClr>
                <a:srgbClr val="C00000"/>
              </a:buClr>
              <a:buChar char="•"/>
              <a:defRPr>
                <a:solidFill>
                  <a:schemeClr val="tx1"/>
                </a:solidFill>
                <a:latin typeface="Georgia" charset="0"/>
              </a:defRPr>
            </a:lvl9pPr>
          </a:lstStyle>
          <a:p>
            <a:pPr algn="ctr" eaLnBrk="1" hangingPunct="1">
              <a:spcBef>
                <a:spcPct val="0"/>
              </a:spcBef>
              <a:buClrTx/>
              <a:buSzTx/>
              <a:buFontTx/>
              <a:buNone/>
            </a:pPr>
            <a:r>
              <a:rPr lang="tr-TR" altLang="tr-TR" sz="4600" dirty="0" err="1">
                <a:solidFill>
                  <a:srgbClr val="E15900"/>
                </a:solidFill>
              </a:rPr>
              <a:t>Korelasyonel</a:t>
            </a:r>
            <a:r>
              <a:rPr lang="tr-TR" altLang="tr-TR" sz="4600" dirty="0">
                <a:solidFill>
                  <a:srgbClr val="E15900"/>
                </a:solidFill>
              </a:rPr>
              <a:t> Araştırma</a:t>
            </a:r>
            <a:endParaRPr lang="tr-TR" altLang="tr-TR" sz="4600" dirty="0">
              <a:solidFill>
                <a:srgbClr val="E15900"/>
              </a:solidFill>
              <a:latin typeface="Arial" charset="0"/>
            </a:endParaRPr>
          </a:p>
        </p:txBody>
      </p:sp>
      <p:sp>
        <p:nvSpPr>
          <p:cNvPr id="4" name="Rectangle 3"/>
          <p:cNvSpPr txBox="1">
            <a:spLocks/>
          </p:cNvSpPr>
          <p:nvPr/>
        </p:nvSpPr>
        <p:spPr>
          <a:xfrm>
            <a:off x="355120" y="1052736"/>
            <a:ext cx="8433759" cy="5400600"/>
          </a:xfrm>
          <a:prstGeom prst="rect">
            <a:avLst/>
          </a:prstGeom>
        </p:spPr>
        <p:txBody>
          <a:bodyPr/>
          <a:lstStyle>
            <a:lvl1pPr marL="273050" indent="-273050" algn="l" rtl="0" fontAlgn="base">
              <a:spcBef>
                <a:spcPct val="20000"/>
              </a:spcBef>
              <a:spcAft>
                <a:spcPct val="0"/>
              </a:spcAft>
              <a:buClr>
                <a:schemeClr val="accent1"/>
              </a:buClr>
              <a:buSzPct val="85000"/>
              <a:buFont typeface="Wingdings 2" panose="05020102010507070707" pitchFamily="18" charset="2"/>
              <a:buChar char=""/>
              <a:defRPr sz="2700" kern="1200">
                <a:solidFill>
                  <a:schemeClr val="tx1"/>
                </a:solidFill>
                <a:latin typeface="+mn-lt"/>
                <a:ea typeface="+mn-ea"/>
                <a:cs typeface="+mn-cs"/>
              </a:defRPr>
            </a:lvl1pPr>
            <a:lvl2pPr marL="547688" indent="-273050" algn="l" rtl="0" fontAlgn="base">
              <a:spcBef>
                <a:spcPct val="20000"/>
              </a:spcBef>
              <a:spcAft>
                <a:spcPct val="0"/>
              </a:spcAft>
              <a:buClr>
                <a:schemeClr val="accent2"/>
              </a:buClr>
              <a:buSzPct val="70000"/>
              <a:buFont typeface="Wingdings" panose="05000000000000000000" pitchFamily="2" charset="2"/>
              <a:buChar char=""/>
              <a:defRPr sz="2200" kern="1200">
                <a:solidFill>
                  <a:schemeClr val="tx2"/>
                </a:solidFill>
                <a:latin typeface="+mn-lt"/>
                <a:ea typeface="+mn-ea"/>
                <a:cs typeface="+mn-cs"/>
              </a:defRPr>
            </a:lvl2pPr>
            <a:lvl3pPr marL="822325" indent="-228600" algn="l" rtl="0" fontAlgn="base">
              <a:spcBef>
                <a:spcPct val="20000"/>
              </a:spcBef>
              <a:spcAft>
                <a:spcPct val="0"/>
              </a:spcAft>
              <a:buClr>
                <a:srgbClr val="FF6600"/>
              </a:buClr>
              <a:buSzPct val="75000"/>
              <a:buFont typeface="Wingdings 2" panose="05020102010507070707" pitchFamily="18" charset="2"/>
              <a:buChar char=""/>
              <a:defRPr sz="2000" kern="1200">
                <a:solidFill>
                  <a:schemeClr val="tx1"/>
                </a:solidFill>
                <a:latin typeface="+mn-lt"/>
                <a:ea typeface="+mn-ea"/>
                <a:cs typeface="+mn-cs"/>
              </a:defRPr>
            </a:lvl3pPr>
            <a:lvl4pPr marL="1096963" indent="-228600" algn="l" rtl="0" fontAlgn="base">
              <a:spcBef>
                <a:spcPct val="20000"/>
              </a:spcBef>
              <a:spcAft>
                <a:spcPct val="0"/>
              </a:spcAft>
              <a:buClr>
                <a:srgbClr val="92D050"/>
              </a:buClr>
              <a:buSzPct val="70000"/>
              <a:buFont typeface="Wingdings" panose="05000000000000000000" pitchFamily="2" charset="2"/>
              <a:buChar char=""/>
              <a:defRPr sz="2000" kern="1200">
                <a:solidFill>
                  <a:schemeClr val="tx2"/>
                </a:solidFill>
                <a:latin typeface="+mn-lt"/>
                <a:ea typeface="+mn-ea"/>
                <a:cs typeface="+mn-cs"/>
              </a:defRPr>
            </a:lvl4pPr>
            <a:lvl5pPr marL="1371600" indent="-228600" algn="l" rtl="0" fontAlgn="base">
              <a:spcBef>
                <a:spcPct val="20000"/>
              </a:spcBef>
              <a:spcAft>
                <a:spcPct val="0"/>
              </a:spcAft>
              <a:buClr>
                <a:srgbClr val="C00000"/>
              </a:buClr>
              <a:buChar char="•"/>
              <a:defRPr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marL="0" indent="0" eaLnBrk="1" hangingPunct="1">
              <a:spcBef>
                <a:spcPts val="0"/>
              </a:spcBef>
              <a:buNone/>
              <a:defRPr/>
            </a:pPr>
            <a:r>
              <a:rPr lang="tr-TR" sz="2800" dirty="0"/>
              <a:t>Korelasyon analizi iki değişken arasındaki ilişkinin </a:t>
            </a:r>
            <a:r>
              <a:rPr lang="tr-TR" sz="2800" b="1" dirty="0"/>
              <a:t>Yönü ve Şiddeti </a:t>
            </a:r>
            <a:r>
              <a:rPr lang="tr-TR" sz="2800" dirty="0"/>
              <a:t>(derecesi) hakkında bilgi verir.</a:t>
            </a:r>
          </a:p>
          <a:p>
            <a:pPr eaLnBrk="1" hangingPunct="1">
              <a:spcBef>
                <a:spcPts val="0"/>
              </a:spcBef>
              <a:buFont typeface="Wingdings 2" panose="05020102010507070707" pitchFamily="18" charset="2"/>
              <a:buNone/>
              <a:defRPr/>
            </a:pPr>
            <a:endParaRPr lang="tr-TR" sz="2800" dirty="0"/>
          </a:p>
          <a:p>
            <a:pPr lvl="1" eaLnBrk="1" hangingPunct="1">
              <a:spcBef>
                <a:spcPts val="0"/>
              </a:spcBef>
              <a:defRPr/>
            </a:pPr>
            <a:r>
              <a:rPr lang="tr-TR" dirty="0">
                <a:solidFill>
                  <a:schemeClr val="accent6">
                    <a:lumMod val="50000"/>
                  </a:schemeClr>
                </a:solidFill>
              </a:rPr>
              <a:t>Bir öğrencinin müzik dersi başarı notu ile matematik dersi başarı notu yüksek seviyede ve pozitif yönde ilişkili olabilir.</a:t>
            </a:r>
          </a:p>
          <a:p>
            <a:pPr marL="593725" lvl="2" indent="0" eaLnBrk="1" hangingPunct="1">
              <a:spcBef>
                <a:spcPts val="0"/>
              </a:spcBef>
              <a:buNone/>
              <a:defRPr/>
            </a:pPr>
            <a:endParaRPr lang="tr-TR" dirty="0">
              <a:solidFill>
                <a:schemeClr val="accent6">
                  <a:lumMod val="50000"/>
                </a:schemeClr>
              </a:solidFill>
            </a:endParaRPr>
          </a:p>
          <a:p>
            <a:pPr lvl="3" eaLnBrk="1" hangingPunct="1">
              <a:spcBef>
                <a:spcPts val="0"/>
              </a:spcBef>
              <a:defRPr/>
            </a:pPr>
            <a:r>
              <a:rPr lang="tr-TR" dirty="0">
                <a:solidFill>
                  <a:schemeClr val="accent6">
                    <a:lumMod val="50000"/>
                  </a:schemeClr>
                </a:solidFill>
              </a:rPr>
              <a:t>Ancak bu durum müzik dersi başarısının matematikteki başarıdan ya da matematik dersindeki başarının müzik dersindeki başarıdan kaynaklandığı şeklinde </a:t>
            </a:r>
            <a:r>
              <a:rPr lang="tr-TR" u="sng" dirty="0">
                <a:solidFill>
                  <a:schemeClr val="accent6">
                    <a:lumMod val="50000"/>
                  </a:schemeClr>
                </a:solidFill>
              </a:rPr>
              <a:t>yorumlanmayabilir.</a:t>
            </a:r>
          </a:p>
          <a:p>
            <a:pPr lvl="3" eaLnBrk="1" hangingPunct="1">
              <a:spcBef>
                <a:spcPts val="0"/>
              </a:spcBef>
              <a:defRPr/>
            </a:pPr>
            <a:r>
              <a:rPr lang="tr-TR" dirty="0">
                <a:solidFill>
                  <a:schemeClr val="accent6">
                    <a:lumMod val="50000"/>
                  </a:schemeClr>
                </a:solidFill>
              </a:rPr>
              <a:t>Bu iki değişkeni de etkileyen, öğrencinin başarılı olmasını sağlayan ve araştırmada ele alınmayan </a:t>
            </a:r>
            <a:r>
              <a:rPr lang="tr-TR" u="sng" dirty="0">
                <a:solidFill>
                  <a:schemeClr val="accent6">
                    <a:lumMod val="50000"/>
                  </a:schemeClr>
                </a:solidFill>
              </a:rPr>
              <a:t>üçüncü</a:t>
            </a:r>
            <a:r>
              <a:rPr lang="tr-TR" dirty="0">
                <a:solidFill>
                  <a:schemeClr val="accent6">
                    <a:lumMod val="50000"/>
                  </a:schemeClr>
                </a:solidFill>
              </a:rPr>
              <a:t> bir değişken söz konusu başarının gerçek nedeni olabilir. Örneğin, </a:t>
            </a:r>
            <a:r>
              <a:rPr lang="tr-TR" dirty="0">
                <a:solidFill>
                  <a:schemeClr val="accent2">
                    <a:lumMod val="75000"/>
                  </a:schemeClr>
                </a:solidFill>
              </a:rPr>
              <a:t>dikkatin artması </a:t>
            </a:r>
            <a:r>
              <a:rPr lang="tr-TR" dirty="0">
                <a:solidFill>
                  <a:schemeClr val="accent6">
                    <a:lumMod val="50000"/>
                  </a:schemeClr>
                </a:solidFill>
              </a:rPr>
              <a:t>veya </a:t>
            </a:r>
            <a:r>
              <a:rPr lang="en-US" dirty="0" err="1">
                <a:solidFill>
                  <a:schemeClr val="accent2">
                    <a:lumMod val="75000"/>
                  </a:schemeClr>
                </a:solidFill>
              </a:rPr>
              <a:t>mekânsal</a:t>
            </a:r>
            <a:r>
              <a:rPr lang="en-US" dirty="0">
                <a:solidFill>
                  <a:schemeClr val="accent2">
                    <a:lumMod val="75000"/>
                  </a:schemeClr>
                </a:solidFill>
              </a:rPr>
              <a:t> </a:t>
            </a:r>
            <a:r>
              <a:rPr lang="en-US" dirty="0" err="1">
                <a:solidFill>
                  <a:schemeClr val="accent2">
                    <a:lumMod val="75000"/>
                  </a:schemeClr>
                </a:solidFill>
              </a:rPr>
              <a:t>akıl</a:t>
            </a:r>
            <a:r>
              <a:rPr lang="en-US" dirty="0">
                <a:solidFill>
                  <a:schemeClr val="accent2">
                    <a:lumMod val="75000"/>
                  </a:schemeClr>
                </a:solidFill>
              </a:rPr>
              <a:t> </a:t>
            </a:r>
            <a:r>
              <a:rPr lang="en-US" dirty="0" err="1">
                <a:solidFill>
                  <a:schemeClr val="accent2">
                    <a:lumMod val="75000"/>
                  </a:schemeClr>
                </a:solidFill>
              </a:rPr>
              <a:t>yürütmenin</a:t>
            </a:r>
            <a:r>
              <a:rPr lang="en-US" dirty="0">
                <a:solidFill>
                  <a:schemeClr val="accent2">
                    <a:lumMod val="75000"/>
                  </a:schemeClr>
                </a:solidFill>
              </a:rPr>
              <a:t> </a:t>
            </a:r>
            <a:r>
              <a:rPr lang="en-US" dirty="0" err="1">
                <a:solidFill>
                  <a:schemeClr val="accent2">
                    <a:lumMod val="75000"/>
                  </a:schemeClr>
                </a:solidFill>
              </a:rPr>
              <a:t>artması</a:t>
            </a:r>
            <a:r>
              <a:rPr lang="en-US" dirty="0">
                <a:solidFill>
                  <a:schemeClr val="accent2">
                    <a:lumMod val="75000"/>
                  </a:schemeClr>
                </a:solidFill>
              </a:rPr>
              <a:t> </a:t>
            </a:r>
            <a:r>
              <a:rPr lang="en-US" dirty="0">
                <a:solidFill>
                  <a:schemeClr val="accent6">
                    <a:lumMod val="50000"/>
                  </a:schemeClr>
                </a:solidFill>
              </a:rPr>
              <a:t>vb.</a:t>
            </a:r>
            <a:endParaRPr lang="tr-TR" sz="2800" dirty="0">
              <a:solidFill>
                <a:schemeClr val="accent6">
                  <a:lumMod val="50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p:cNvSpPr>
          <p:nvPr>
            <p:ph type="title" idx="4294967295"/>
          </p:nvPr>
        </p:nvSpPr>
        <p:spPr>
          <a:xfrm>
            <a:off x="228600" y="274638"/>
            <a:ext cx="7467600" cy="792162"/>
          </a:xfrm>
        </p:spPr>
        <p:txBody>
          <a:bodyPr/>
          <a:lstStyle/>
          <a:p>
            <a:pPr eaLnBrk="1" hangingPunct="1"/>
            <a:r>
              <a:rPr lang="tr-TR" altLang="tr-TR" sz="4800" dirty="0"/>
              <a:t>Korelasyon Katsayısı</a:t>
            </a:r>
          </a:p>
        </p:txBody>
      </p:sp>
      <p:sp>
        <p:nvSpPr>
          <p:cNvPr id="66562" name="Rectangle 3"/>
          <p:cNvSpPr>
            <a:spLocks noGrp="1"/>
          </p:cNvSpPr>
          <p:nvPr>
            <p:ph idx="4294967295"/>
          </p:nvPr>
        </p:nvSpPr>
        <p:spPr>
          <a:xfrm>
            <a:off x="228600" y="990600"/>
            <a:ext cx="8610600" cy="5486400"/>
          </a:xfrm>
        </p:spPr>
        <p:txBody>
          <a:bodyPr/>
          <a:lstStyle/>
          <a:p>
            <a:pPr eaLnBrk="1" hangingPunct="1"/>
            <a:r>
              <a:rPr lang="tr-TR" altLang="tr-TR" sz="1800" dirty="0"/>
              <a:t>‘</a:t>
            </a:r>
            <a:r>
              <a:rPr lang="tr-TR" altLang="tr-TR" sz="2000" dirty="0"/>
              <a:t>’Korelasyon katsayısı” bularak aradaki ilişkiyi açıklarız.</a:t>
            </a:r>
          </a:p>
          <a:p>
            <a:pPr eaLnBrk="1" hangingPunct="1"/>
            <a:r>
              <a:rPr lang="tr-TR" altLang="tr-TR" sz="2000" dirty="0"/>
              <a:t> İki değişken arasındaki doğrusal ilişkinin derecesi </a:t>
            </a:r>
            <a:r>
              <a:rPr lang="tr-TR" altLang="tr-TR" sz="2400" b="1" dirty="0"/>
              <a:t>o</a:t>
            </a:r>
            <a:r>
              <a:rPr lang="tr-TR" altLang="tr-TR" sz="2000" dirty="0"/>
              <a:t> ile </a:t>
            </a:r>
            <a:r>
              <a:rPr lang="tr-TR" altLang="tr-TR" sz="2400" b="1" dirty="0"/>
              <a:t>1</a:t>
            </a:r>
            <a:r>
              <a:rPr lang="tr-TR" altLang="tr-TR" sz="2000" dirty="0"/>
              <a:t> arasında değişir. İlişkinin yönü de dikkate alındığında;</a:t>
            </a:r>
          </a:p>
          <a:p>
            <a:pPr lvl="1" eaLnBrk="1" hangingPunct="1"/>
            <a:r>
              <a:rPr lang="tr-TR" altLang="tr-TR" sz="2000" dirty="0">
                <a:solidFill>
                  <a:schemeClr val="tx1"/>
                </a:solidFill>
              </a:rPr>
              <a:t>+1’e yakın olması da çok güçlü pozitif doğrusal ilişki olduğunu işaret eder.</a:t>
            </a:r>
          </a:p>
          <a:p>
            <a:pPr lvl="1" eaLnBrk="1" hangingPunct="1"/>
            <a:r>
              <a:rPr lang="tr-TR" altLang="tr-TR" sz="2000" dirty="0">
                <a:solidFill>
                  <a:schemeClr val="tx1"/>
                </a:solidFill>
              </a:rPr>
              <a:t>-1 ‘e yakın olması, bu değişkenler arasında çok güçlü bir negatif doğrusal ilişki olduğunu,</a:t>
            </a:r>
          </a:p>
          <a:p>
            <a:pPr eaLnBrk="1" hangingPunct="1"/>
            <a:r>
              <a:rPr lang="tr-TR" altLang="tr-TR" sz="2000" dirty="0"/>
              <a:t>Pratik olarak  korelasyon katsayısı şöyle yorumlanabilir</a:t>
            </a:r>
            <a:br>
              <a:rPr lang="tr-TR" altLang="tr-TR" sz="2000" dirty="0"/>
            </a:br>
            <a:r>
              <a:rPr lang="tr-TR" altLang="tr-TR" sz="2000" dirty="0"/>
              <a:t> (istatistiksel olarak değil)</a:t>
            </a:r>
          </a:p>
          <a:p>
            <a:pPr lvl="1" eaLnBrk="1" hangingPunct="1"/>
            <a:r>
              <a:rPr lang="tr-TR" altLang="tr-TR" sz="2000" dirty="0">
                <a:solidFill>
                  <a:schemeClr val="tx1"/>
                </a:solidFill>
              </a:rPr>
              <a:t>0,0-0,25     Çok  Zayıf İlişki</a:t>
            </a:r>
          </a:p>
          <a:p>
            <a:pPr lvl="1" eaLnBrk="1" hangingPunct="1"/>
            <a:r>
              <a:rPr lang="tr-TR" altLang="tr-TR" sz="2000" dirty="0">
                <a:solidFill>
                  <a:schemeClr val="tx1"/>
                </a:solidFill>
              </a:rPr>
              <a:t>0,26-0,49    Zayıf İlişki</a:t>
            </a:r>
          </a:p>
          <a:p>
            <a:pPr lvl="1" eaLnBrk="1" hangingPunct="1"/>
            <a:r>
              <a:rPr lang="tr-TR" altLang="tr-TR" sz="2000" dirty="0">
                <a:solidFill>
                  <a:schemeClr val="tx1"/>
                </a:solidFill>
              </a:rPr>
              <a:t>0,50-0,69    Orta İlişki</a:t>
            </a:r>
          </a:p>
          <a:p>
            <a:pPr lvl="1" eaLnBrk="1" hangingPunct="1"/>
            <a:r>
              <a:rPr lang="tr-TR" altLang="tr-TR" sz="2000" dirty="0">
                <a:solidFill>
                  <a:schemeClr val="tx1"/>
                </a:solidFill>
              </a:rPr>
              <a:t>0,70-0,89    Yüksek İlişki</a:t>
            </a:r>
          </a:p>
          <a:p>
            <a:pPr lvl="1" eaLnBrk="1" hangingPunct="1"/>
            <a:r>
              <a:rPr lang="tr-TR" altLang="tr-TR" sz="2000" dirty="0">
                <a:solidFill>
                  <a:schemeClr val="tx1"/>
                </a:solidFill>
              </a:rPr>
              <a:t>0,90-1,00    Çok Yüksek İlişki</a:t>
            </a:r>
          </a:p>
          <a:p>
            <a:pPr lvl="1" eaLnBrk="1" hangingPunct="1"/>
            <a:endParaRPr lang="tr-TR" altLang="tr-TR" sz="1800" dirty="0">
              <a:solidFill>
                <a:schemeClr val="tx1"/>
              </a:solidFill>
            </a:endParaRPr>
          </a:p>
          <a:p>
            <a:pPr lvl="1" eaLnBrk="1" hangingPunct="1"/>
            <a:endParaRPr lang="tr-TR" altLang="tr-TR" sz="1800"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5" name="Resim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492896"/>
            <a:ext cx="7480300" cy="3269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6" name="Rectangle 2"/>
          <p:cNvSpPr txBox="1">
            <a:spLocks/>
          </p:cNvSpPr>
          <p:nvPr/>
        </p:nvSpPr>
        <p:spPr bwMode="auto">
          <a:xfrm>
            <a:off x="806450" y="197700"/>
            <a:ext cx="76962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85000"/>
              <a:buFont typeface="Wingdings 2" charset="2"/>
              <a:buChar char=""/>
              <a:defRPr sz="2700">
                <a:solidFill>
                  <a:schemeClr val="tx1"/>
                </a:solidFill>
                <a:latin typeface="Georgia" charset="0"/>
              </a:defRPr>
            </a:lvl1pPr>
            <a:lvl2pPr marL="547688" indent="-273050">
              <a:spcBef>
                <a:spcPct val="20000"/>
              </a:spcBef>
              <a:buClr>
                <a:schemeClr val="accent2"/>
              </a:buClr>
              <a:buSzPct val="70000"/>
              <a:buFont typeface="Wingdings" charset="2"/>
              <a:buChar char=""/>
              <a:defRPr sz="2200">
                <a:solidFill>
                  <a:schemeClr val="tx2"/>
                </a:solidFill>
                <a:latin typeface="Georgia" charset="0"/>
              </a:defRPr>
            </a:lvl2pPr>
            <a:lvl3pPr marL="822325" indent="-228600">
              <a:spcBef>
                <a:spcPct val="20000"/>
              </a:spcBef>
              <a:buClr>
                <a:srgbClr val="FF6600"/>
              </a:buClr>
              <a:buSzPct val="75000"/>
              <a:buFont typeface="Wingdings 2" charset="2"/>
              <a:buChar char=""/>
              <a:defRPr sz="2000">
                <a:solidFill>
                  <a:schemeClr val="tx1"/>
                </a:solidFill>
                <a:latin typeface="Georgia" charset="0"/>
              </a:defRPr>
            </a:lvl3pPr>
            <a:lvl4pPr marL="1096963" indent="-228600">
              <a:spcBef>
                <a:spcPct val="20000"/>
              </a:spcBef>
              <a:buClr>
                <a:srgbClr val="92D050"/>
              </a:buClr>
              <a:buSzPct val="70000"/>
              <a:buFont typeface="Wingdings" charset="2"/>
              <a:buChar char=""/>
              <a:defRPr sz="2000">
                <a:solidFill>
                  <a:schemeClr val="tx2"/>
                </a:solidFill>
                <a:latin typeface="Georgia" charset="0"/>
              </a:defRPr>
            </a:lvl4pPr>
            <a:lvl5pPr marL="1371600" indent="-228600">
              <a:spcBef>
                <a:spcPct val="20000"/>
              </a:spcBef>
              <a:buClr>
                <a:srgbClr val="C00000"/>
              </a:buClr>
              <a:buChar char="•"/>
              <a:defRPr>
                <a:solidFill>
                  <a:schemeClr val="tx1"/>
                </a:solidFill>
                <a:latin typeface="Georgia" charset="0"/>
              </a:defRPr>
            </a:lvl5pPr>
            <a:lvl6pPr marL="1828800" indent="-228600" eaLnBrk="0" fontAlgn="base" hangingPunct="0">
              <a:spcBef>
                <a:spcPct val="20000"/>
              </a:spcBef>
              <a:spcAft>
                <a:spcPct val="0"/>
              </a:spcAft>
              <a:buClr>
                <a:srgbClr val="C00000"/>
              </a:buClr>
              <a:buChar char="•"/>
              <a:defRPr>
                <a:solidFill>
                  <a:schemeClr val="tx1"/>
                </a:solidFill>
                <a:latin typeface="Georgia" charset="0"/>
              </a:defRPr>
            </a:lvl6pPr>
            <a:lvl7pPr marL="2286000" indent="-228600" eaLnBrk="0" fontAlgn="base" hangingPunct="0">
              <a:spcBef>
                <a:spcPct val="20000"/>
              </a:spcBef>
              <a:spcAft>
                <a:spcPct val="0"/>
              </a:spcAft>
              <a:buClr>
                <a:srgbClr val="C00000"/>
              </a:buClr>
              <a:buChar char="•"/>
              <a:defRPr>
                <a:solidFill>
                  <a:schemeClr val="tx1"/>
                </a:solidFill>
                <a:latin typeface="Georgia" charset="0"/>
              </a:defRPr>
            </a:lvl7pPr>
            <a:lvl8pPr marL="2743200" indent="-228600" eaLnBrk="0" fontAlgn="base" hangingPunct="0">
              <a:spcBef>
                <a:spcPct val="20000"/>
              </a:spcBef>
              <a:spcAft>
                <a:spcPct val="0"/>
              </a:spcAft>
              <a:buClr>
                <a:srgbClr val="C00000"/>
              </a:buClr>
              <a:buChar char="•"/>
              <a:defRPr>
                <a:solidFill>
                  <a:schemeClr val="tx1"/>
                </a:solidFill>
                <a:latin typeface="Georgia" charset="0"/>
              </a:defRPr>
            </a:lvl8pPr>
            <a:lvl9pPr marL="3200400" indent="-228600" eaLnBrk="0" fontAlgn="base" hangingPunct="0">
              <a:spcBef>
                <a:spcPct val="20000"/>
              </a:spcBef>
              <a:spcAft>
                <a:spcPct val="0"/>
              </a:spcAft>
              <a:buClr>
                <a:srgbClr val="C00000"/>
              </a:buClr>
              <a:buChar char="•"/>
              <a:defRPr>
                <a:solidFill>
                  <a:schemeClr val="tx1"/>
                </a:solidFill>
                <a:latin typeface="Georgia" charset="0"/>
              </a:defRPr>
            </a:lvl9pPr>
          </a:lstStyle>
          <a:p>
            <a:pPr algn="ctr" eaLnBrk="1" hangingPunct="1">
              <a:spcBef>
                <a:spcPct val="0"/>
              </a:spcBef>
              <a:buClrTx/>
              <a:buSzTx/>
              <a:buFontTx/>
              <a:buNone/>
            </a:pPr>
            <a:r>
              <a:rPr lang="tr-TR" altLang="tr-TR" sz="4400" dirty="0">
                <a:solidFill>
                  <a:srgbClr val="E15900"/>
                </a:solidFill>
              </a:rPr>
              <a:t>Pozitif Doğrusal Korelasyon</a:t>
            </a:r>
          </a:p>
        </p:txBody>
      </p:sp>
      <p:sp>
        <p:nvSpPr>
          <p:cNvPr id="67587" name="Dikdörtgen 4"/>
          <p:cNvSpPr>
            <a:spLocks noChangeArrowheads="1"/>
          </p:cNvSpPr>
          <p:nvPr/>
        </p:nvSpPr>
        <p:spPr bwMode="auto">
          <a:xfrm>
            <a:off x="685800" y="1377950"/>
            <a:ext cx="62484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buFont typeface="Arial" charset="0"/>
              <a:buChar char="•"/>
            </a:pPr>
            <a:r>
              <a:rPr lang="tr-TR" altLang="tr-TR" dirty="0"/>
              <a:t>Reklam harcaması – Satış miktarı</a:t>
            </a:r>
          </a:p>
          <a:p>
            <a:pPr eaLnBrk="1" hangingPunct="1">
              <a:buFont typeface="Arial" charset="0"/>
              <a:buChar char="•"/>
            </a:pPr>
            <a:r>
              <a:rPr lang="tr-TR" altLang="tr-TR" dirty="0"/>
              <a:t>Gelir – Ödenen kira</a:t>
            </a:r>
          </a:p>
          <a:p>
            <a:pPr eaLnBrk="1" hangingPunct="1">
              <a:buFont typeface="Arial" charset="0"/>
              <a:buChar char="•"/>
            </a:pPr>
            <a:r>
              <a:rPr lang="tr-TR" altLang="tr-TR" dirty="0"/>
              <a:t>Su tüketimi </a:t>
            </a:r>
            <a:r>
              <a:rPr lang="mr-IN" altLang="tr-TR" dirty="0"/>
              <a:t>–</a:t>
            </a:r>
            <a:r>
              <a:rPr lang="tr-TR" altLang="tr-TR" dirty="0"/>
              <a:t> hava sıcaklığı</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txBox="1">
            <a:spLocks/>
          </p:cNvSpPr>
          <p:nvPr/>
        </p:nvSpPr>
        <p:spPr bwMode="auto">
          <a:xfrm>
            <a:off x="152400" y="228600"/>
            <a:ext cx="7696200"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85000"/>
              <a:buFont typeface="Wingdings 2" charset="2"/>
              <a:buChar char=""/>
              <a:defRPr sz="2700">
                <a:solidFill>
                  <a:schemeClr val="tx1"/>
                </a:solidFill>
                <a:latin typeface="Georgia" charset="0"/>
              </a:defRPr>
            </a:lvl1pPr>
            <a:lvl2pPr marL="547688" indent="-273050">
              <a:spcBef>
                <a:spcPct val="20000"/>
              </a:spcBef>
              <a:buClr>
                <a:schemeClr val="accent2"/>
              </a:buClr>
              <a:buSzPct val="70000"/>
              <a:buFont typeface="Wingdings" charset="2"/>
              <a:buChar char=""/>
              <a:defRPr sz="2200">
                <a:solidFill>
                  <a:schemeClr val="tx2"/>
                </a:solidFill>
                <a:latin typeface="Georgia" charset="0"/>
              </a:defRPr>
            </a:lvl2pPr>
            <a:lvl3pPr marL="822325" indent="-228600">
              <a:spcBef>
                <a:spcPct val="20000"/>
              </a:spcBef>
              <a:buClr>
                <a:srgbClr val="FF6600"/>
              </a:buClr>
              <a:buSzPct val="75000"/>
              <a:buFont typeface="Wingdings 2" charset="2"/>
              <a:buChar char=""/>
              <a:defRPr sz="2000">
                <a:solidFill>
                  <a:schemeClr val="tx1"/>
                </a:solidFill>
                <a:latin typeface="Georgia" charset="0"/>
              </a:defRPr>
            </a:lvl3pPr>
            <a:lvl4pPr marL="1096963" indent="-228600">
              <a:spcBef>
                <a:spcPct val="20000"/>
              </a:spcBef>
              <a:buClr>
                <a:srgbClr val="92D050"/>
              </a:buClr>
              <a:buSzPct val="70000"/>
              <a:buFont typeface="Wingdings" charset="2"/>
              <a:buChar char=""/>
              <a:defRPr sz="2000">
                <a:solidFill>
                  <a:schemeClr val="tx2"/>
                </a:solidFill>
                <a:latin typeface="Georgia" charset="0"/>
              </a:defRPr>
            </a:lvl4pPr>
            <a:lvl5pPr marL="1371600" indent="-228600">
              <a:spcBef>
                <a:spcPct val="20000"/>
              </a:spcBef>
              <a:buClr>
                <a:srgbClr val="C00000"/>
              </a:buClr>
              <a:buChar char="•"/>
              <a:defRPr>
                <a:solidFill>
                  <a:schemeClr val="tx1"/>
                </a:solidFill>
                <a:latin typeface="Georgia" charset="0"/>
              </a:defRPr>
            </a:lvl5pPr>
            <a:lvl6pPr marL="1828800" indent="-228600" eaLnBrk="0" fontAlgn="base" hangingPunct="0">
              <a:spcBef>
                <a:spcPct val="20000"/>
              </a:spcBef>
              <a:spcAft>
                <a:spcPct val="0"/>
              </a:spcAft>
              <a:buClr>
                <a:srgbClr val="C00000"/>
              </a:buClr>
              <a:buChar char="•"/>
              <a:defRPr>
                <a:solidFill>
                  <a:schemeClr val="tx1"/>
                </a:solidFill>
                <a:latin typeface="Georgia" charset="0"/>
              </a:defRPr>
            </a:lvl6pPr>
            <a:lvl7pPr marL="2286000" indent="-228600" eaLnBrk="0" fontAlgn="base" hangingPunct="0">
              <a:spcBef>
                <a:spcPct val="20000"/>
              </a:spcBef>
              <a:spcAft>
                <a:spcPct val="0"/>
              </a:spcAft>
              <a:buClr>
                <a:srgbClr val="C00000"/>
              </a:buClr>
              <a:buChar char="•"/>
              <a:defRPr>
                <a:solidFill>
                  <a:schemeClr val="tx1"/>
                </a:solidFill>
                <a:latin typeface="Georgia" charset="0"/>
              </a:defRPr>
            </a:lvl7pPr>
            <a:lvl8pPr marL="2743200" indent="-228600" eaLnBrk="0" fontAlgn="base" hangingPunct="0">
              <a:spcBef>
                <a:spcPct val="20000"/>
              </a:spcBef>
              <a:spcAft>
                <a:spcPct val="0"/>
              </a:spcAft>
              <a:buClr>
                <a:srgbClr val="C00000"/>
              </a:buClr>
              <a:buChar char="•"/>
              <a:defRPr>
                <a:solidFill>
                  <a:schemeClr val="tx1"/>
                </a:solidFill>
                <a:latin typeface="Georgia" charset="0"/>
              </a:defRPr>
            </a:lvl8pPr>
            <a:lvl9pPr marL="3200400" indent="-228600" eaLnBrk="0" fontAlgn="base" hangingPunct="0">
              <a:spcBef>
                <a:spcPct val="20000"/>
              </a:spcBef>
              <a:spcAft>
                <a:spcPct val="0"/>
              </a:spcAft>
              <a:buClr>
                <a:srgbClr val="C00000"/>
              </a:buClr>
              <a:buChar char="•"/>
              <a:defRPr>
                <a:solidFill>
                  <a:schemeClr val="tx1"/>
                </a:solidFill>
                <a:latin typeface="Georgia" charset="0"/>
              </a:defRPr>
            </a:lvl9pPr>
          </a:lstStyle>
          <a:p>
            <a:pPr algn="ctr" eaLnBrk="1" hangingPunct="1">
              <a:spcBef>
                <a:spcPct val="0"/>
              </a:spcBef>
              <a:buClrTx/>
              <a:buSzTx/>
              <a:buFontTx/>
              <a:buNone/>
            </a:pPr>
            <a:r>
              <a:rPr lang="tr-TR" altLang="tr-TR" sz="4400">
                <a:solidFill>
                  <a:srgbClr val="E15900"/>
                </a:solidFill>
              </a:rPr>
              <a:t>Negatif Doğrusal Korelasyon</a:t>
            </a:r>
          </a:p>
        </p:txBody>
      </p:sp>
      <p:sp>
        <p:nvSpPr>
          <p:cNvPr id="68610" name="Dikdörtgen 1"/>
          <p:cNvSpPr>
            <a:spLocks noChangeArrowheads="1"/>
          </p:cNvSpPr>
          <p:nvPr/>
        </p:nvSpPr>
        <p:spPr bwMode="auto">
          <a:xfrm>
            <a:off x="381000" y="1143000"/>
            <a:ext cx="64008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buFont typeface="Arial" charset="0"/>
              <a:buChar char="•"/>
            </a:pPr>
            <a:r>
              <a:rPr lang="tr-TR" altLang="tr-TR" dirty="0"/>
              <a:t>Günlük içilen sigara sayısı – koşulabilen mesafe</a:t>
            </a:r>
          </a:p>
          <a:p>
            <a:pPr eaLnBrk="1" hangingPunct="1">
              <a:buFont typeface="Arial" charset="0"/>
              <a:buChar char="•"/>
            </a:pPr>
            <a:r>
              <a:rPr lang="tr-TR" altLang="tr-TR" dirty="0"/>
              <a:t>Sınav heyecanı/ kaygı düzeyi – sınav başarısı</a:t>
            </a:r>
          </a:p>
          <a:p>
            <a:pPr eaLnBrk="1" hangingPunct="1">
              <a:buFont typeface="Arial" charset="0"/>
              <a:buChar char="•"/>
            </a:pPr>
            <a:r>
              <a:rPr lang="tr-TR" altLang="tr-TR" dirty="0"/>
              <a:t>Alkol tüketimi </a:t>
            </a:r>
            <a:r>
              <a:rPr lang="mr-IN" altLang="tr-TR" dirty="0"/>
              <a:t>–</a:t>
            </a:r>
            <a:r>
              <a:rPr lang="tr-TR" altLang="tr-TR" dirty="0"/>
              <a:t> araba sürme becerisi</a:t>
            </a:r>
          </a:p>
        </p:txBody>
      </p:sp>
      <p:pic>
        <p:nvPicPr>
          <p:cNvPr id="68611" name="Resim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1560" y="2492896"/>
            <a:ext cx="7654925" cy="334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txBox="1">
            <a:spLocks/>
          </p:cNvSpPr>
          <p:nvPr/>
        </p:nvSpPr>
        <p:spPr bwMode="auto">
          <a:xfrm>
            <a:off x="152400" y="228600"/>
            <a:ext cx="7696200"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85000"/>
              <a:buFont typeface="Wingdings 2" charset="2"/>
              <a:buChar char=""/>
              <a:defRPr sz="2700">
                <a:solidFill>
                  <a:schemeClr val="tx1"/>
                </a:solidFill>
                <a:latin typeface="Georgia" charset="0"/>
              </a:defRPr>
            </a:lvl1pPr>
            <a:lvl2pPr marL="547688" indent="-273050">
              <a:spcBef>
                <a:spcPct val="20000"/>
              </a:spcBef>
              <a:buClr>
                <a:schemeClr val="accent2"/>
              </a:buClr>
              <a:buSzPct val="70000"/>
              <a:buFont typeface="Wingdings" charset="2"/>
              <a:buChar char=""/>
              <a:defRPr sz="2200">
                <a:solidFill>
                  <a:schemeClr val="tx2"/>
                </a:solidFill>
                <a:latin typeface="Georgia" charset="0"/>
              </a:defRPr>
            </a:lvl2pPr>
            <a:lvl3pPr marL="822325" indent="-228600">
              <a:spcBef>
                <a:spcPct val="20000"/>
              </a:spcBef>
              <a:buClr>
                <a:srgbClr val="FF6600"/>
              </a:buClr>
              <a:buSzPct val="75000"/>
              <a:buFont typeface="Wingdings 2" charset="2"/>
              <a:buChar char=""/>
              <a:defRPr sz="2000">
                <a:solidFill>
                  <a:schemeClr val="tx1"/>
                </a:solidFill>
                <a:latin typeface="Georgia" charset="0"/>
              </a:defRPr>
            </a:lvl3pPr>
            <a:lvl4pPr marL="1096963" indent="-228600">
              <a:spcBef>
                <a:spcPct val="20000"/>
              </a:spcBef>
              <a:buClr>
                <a:srgbClr val="92D050"/>
              </a:buClr>
              <a:buSzPct val="70000"/>
              <a:buFont typeface="Wingdings" charset="2"/>
              <a:buChar char=""/>
              <a:defRPr sz="2000">
                <a:solidFill>
                  <a:schemeClr val="tx2"/>
                </a:solidFill>
                <a:latin typeface="Georgia" charset="0"/>
              </a:defRPr>
            </a:lvl4pPr>
            <a:lvl5pPr marL="1371600" indent="-228600">
              <a:spcBef>
                <a:spcPct val="20000"/>
              </a:spcBef>
              <a:buClr>
                <a:srgbClr val="C00000"/>
              </a:buClr>
              <a:buChar char="•"/>
              <a:defRPr>
                <a:solidFill>
                  <a:schemeClr val="tx1"/>
                </a:solidFill>
                <a:latin typeface="Georgia" charset="0"/>
              </a:defRPr>
            </a:lvl5pPr>
            <a:lvl6pPr marL="1828800" indent="-228600" eaLnBrk="0" fontAlgn="base" hangingPunct="0">
              <a:spcBef>
                <a:spcPct val="20000"/>
              </a:spcBef>
              <a:spcAft>
                <a:spcPct val="0"/>
              </a:spcAft>
              <a:buClr>
                <a:srgbClr val="C00000"/>
              </a:buClr>
              <a:buChar char="•"/>
              <a:defRPr>
                <a:solidFill>
                  <a:schemeClr val="tx1"/>
                </a:solidFill>
                <a:latin typeface="Georgia" charset="0"/>
              </a:defRPr>
            </a:lvl6pPr>
            <a:lvl7pPr marL="2286000" indent="-228600" eaLnBrk="0" fontAlgn="base" hangingPunct="0">
              <a:spcBef>
                <a:spcPct val="20000"/>
              </a:spcBef>
              <a:spcAft>
                <a:spcPct val="0"/>
              </a:spcAft>
              <a:buClr>
                <a:srgbClr val="C00000"/>
              </a:buClr>
              <a:buChar char="•"/>
              <a:defRPr>
                <a:solidFill>
                  <a:schemeClr val="tx1"/>
                </a:solidFill>
                <a:latin typeface="Georgia" charset="0"/>
              </a:defRPr>
            </a:lvl7pPr>
            <a:lvl8pPr marL="2743200" indent="-228600" eaLnBrk="0" fontAlgn="base" hangingPunct="0">
              <a:spcBef>
                <a:spcPct val="20000"/>
              </a:spcBef>
              <a:spcAft>
                <a:spcPct val="0"/>
              </a:spcAft>
              <a:buClr>
                <a:srgbClr val="C00000"/>
              </a:buClr>
              <a:buChar char="•"/>
              <a:defRPr>
                <a:solidFill>
                  <a:schemeClr val="tx1"/>
                </a:solidFill>
                <a:latin typeface="Georgia" charset="0"/>
              </a:defRPr>
            </a:lvl8pPr>
            <a:lvl9pPr marL="3200400" indent="-228600" eaLnBrk="0" fontAlgn="base" hangingPunct="0">
              <a:spcBef>
                <a:spcPct val="20000"/>
              </a:spcBef>
              <a:spcAft>
                <a:spcPct val="0"/>
              </a:spcAft>
              <a:buClr>
                <a:srgbClr val="C00000"/>
              </a:buClr>
              <a:buChar char="•"/>
              <a:defRPr>
                <a:solidFill>
                  <a:schemeClr val="tx1"/>
                </a:solidFill>
                <a:latin typeface="Georgia" charset="0"/>
              </a:defRPr>
            </a:lvl9pPr>
          </a:lstStyle>
          <a:p>
            <a:pPr algn="ctr" eaLnBrk="1" hangingPunct="1">
              <a:spcBef>
                <a:spcPct val="0"/>
              </a:spcBef>
              <a:buClrTx/>
              <a:buSzTx/>
              <a:buFontTx/>
              <a:buNone/>
            </a:pPr>
            <a:r>
              <a:rPr lang="tr-TR" altLang="tr-TR" sz="4400">
                <a:solidFill>
                  <a:srgbClr val="E15900"/>
                </a:solidFill>
              </a:rPr>
              <a:t>Doğrusal Korelasyon Yok</a:t>
            </a:r>
          </a:p>
        </p:txBody>
      </p:sp>
      <p:sp>
        <p:nvSpPr>
          <p:cNvPr id="69634" name="Dikdörtgen 1"/>
          <p:cNvSpPr>
            <a:spLocks noChangeArrowheads="1"/>
          </p:cNvSpPr>
          <p:nvPr/>
        </p:nvSpPr>
        <p:spPr bwMode="auto">
          <a:xfrm>
            <a:off x="381000" y="1143000"/>
            <a:ext cx="8229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buFont typeface="Arial" charset="0"/>
              <a:buChar char="•"/>
            </a:pPr>
            <a:r>
              <a:rPr lang="tr-TR" altLang="tr-TR"/>
              <a:t>Öğrencinin derslerindeki başarısı ile ayakkabı numarası arasındaki ilişki</a:t>
            </a:r>
          </a:p>
        </p:txBody>
      </p:sp>
      <p:pic>
        <p:nvPicPr>
          <p:cNvPr id="69635" name="Resim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286000"/>
            <a:ext cx="6951663" cy="330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p:cNvSpPr>
          <p:nvPr/>
        </p:nvSpPr>
        <p:spPr bwMode="auto">
          <a:xfrm>
            <a:off x="152400" y="228600"/>
            <a:ext cx="8686800"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85000"/>
              <a:buFont typeface="Wingdings 2" charset="2"/>
              <a:buChar char=""/>
              <a:defRPr sz="2700">
                <a:solidFill>
                  <a:schemeClr val="tx1"/>
                </a:solidFill>
                <a:latin typeface="Georgia" charset="0"/>
              </a:defRPr>
            </a:lvl1pPr>
            <a:lvl2pPr marL="547688" indent="-273050">
              <a:spcBef>
                <a:spcPct val="20000"/>
              </a:spcBef>
              <a:buClr>
                <a:schemeClr val="accent2"/>
              </a:buClr>
              <a:buSzPct val="70000"/>
              <a:buFont typeface="Wingdings" charset="2"/>
              <a:buChar char=""/>
              <a:defRPr sz="2200">
                <a:solidFill>
                  <a:schemeClr val="tx2"/>
                </a:solidFill>
                <a:latin typeface="Georgia" charset="0"/>
              </a:defRPr>
            </a:lvl2pPr>
            <a:lvl3pPr marL="822325" indent="-228600">
              <a:spcBef>
                <a:spcPct val="20000"/>
              </a:spcBef>
              <a:buClr>
                <a:srgbClr val="FF6600"/>
              </a:buClr>
              <a:buSzPct val="75000"/>
              <a:buFont typeface="Wingdings 2" charset="2"/>
              <a:buChar char=""/>
              <a:defRPr sz="2000">
                <a:solidFill>
                  <a:schemeClr val="tx1"/>
                </a:solidFill>
                <a:latin typeface="Georgia" charset="0"/>
              </a:defRPr>
            </a:lvl3pPr>
            <a:lvl4pPr marL="1096963" indent="-228600">
              <a:spcBef>
                <a:spcPct val="20000"/>
              </a:spcBef>
              <a:buClr>
                <a:srgbClr val="92D050"/>
              </a:buClr>
              <a:buSzPct val="70000"/>
              <a:buFont typeface="Wingdings" charset="2"/>
              <a:buChar char=""/>
              <a:defRPr sz="2000">
                <a:solidFill>
                  <a:schemeClr val="tx2"/>
                </a:solidFill>
                <a:latin typeface="Georgia" charset="0"/>
              </a:defRPr>
            </a:lvl4pPr>
            <a:lvl5pPr marL="1371600" indent="-228600">
              <a:spcBef>
                <a:spcPct val="20000"/>
              </a:spcBef>
              <a:buClr>
                <a:srgbClr val="C00000"/>
              </a:buClr>
              <a:buChar char="•"/>
              <a:defRPr>
                <a:solidFill>
                  <a:schemeClr val="tx1"/>
                </a:solidFill>
                <a:latin typeface="Georgia" charset="0"/>
              </a:defRPr>
            </a:lvl5pPr>
            <a:lvl6pPr marL="1828800" indent="-228600" eaLnBrk="0" fontAlgn="base" hangingPunct="0">
              <a:spcBef>
                <a:spcPct val="20000"/>
              </a:spcBef>
              <a:spcAft>
                <a:spcPct val="0"/>
              </a:spcAft>
              <a:buClr>
                <a:srgbClr val="C00000"/>
              </a:buClr>
              <a:buChar char="•"/>
              <a:defRPr>
                <a:solidFill>
                  <a:schemeClr val="tx1"/>
                </a:solidFill>
                <a:latin typeface="Georgia" charset="0"/>
              </a:defRPr>
            </a:lvl6pPr>
            <a:lvl7pPr marL="2286000" indent="-228600" eaLnBrk="0" fontAlgn="base" hangingPunct="0">
              <a:spcBef>
                <a:spcPct val="20000"/>
              </a:spcBef>
              <a:spcAft>
                <a:spcPct val="0"/>
              </a:spcAft>
              <a:buClr>
                <a:srgbClr val="C00000"/>
              </a:buClr>
              <a:buChar char="•"/>
              <a:defRPr>
                <a:solidFill>
                  <a:schemeClr val="tx1"/>
                </a:solidFill>
                <a:latin typeface="Georgia" charset="0"/>
              </a:defRPr>
            </a:lvl7pPr>
            <a:lvl8pPr marL="2743200" indent="-228600" eaLnBrk="0" fontAlgn="base" hangingPunct="0">
              <a:spcBef>
                <a:spcPct val="20000"/>
              </a:spcBef>
              <a:spcAft>
                <a:spcPct val="0"/>
              </a:spcAft>
              <a:buClr>
                <a:srgbClr val="C00000"/>
              </a:buClr>
              <a:buChar char="•"/>
              <a:defRPr>
                <a:solidFill>
                  <a:schemeClr val="tx1"/>
                </a:solidFill>
                <a:latin typeface="Georgia" charset="0"/>
              </a:defRPr>
            </a:lvl8pPr>
            <a:lvl9pPr marL="3200400" indent="-228600" eaLnBrk="0" fontAlgn="base" hangingPunct="0">
              <a:spcBef>
                <a:spcPct val="20000"/>
              </a:spcBef>
              <a:spcAft>
                <a:spcPct val="0"/>
              </a:spcAft>
              <a:buClr>
                <a:srgbClr val="C00000"/>
              </a:buClr>
              <a:buChar char="•"/>
              <a:defRPr>
                <a:solidFill>
                  <a:schemeClr val="tx1"/>
                </a:solidFill>
                <a:latin typeface="Georgia" charset="0"/>
              </a:defRPr>
            </a:lvl9pPr>
          </a:lstStyle>
          <a:p>
            <a:pPr algn="ctr" eaLnBrk="1" hangingPunct="1">
              <a:spcBef>
                <a:spcPct val="0"/>
              </a:spcBef>
              <a:buClrTx/>
              <a:buSzTx/>
              <a:buFontTx/>
              <a:buNone/>
            </a:pPr>
            <a:r>
              <a:rPr lang="tr-TR" altLang="tr-TR" sz="3600" dirty="0">
                <a:solidFill>
                  <a:srgbClr val="E15900"/>
                </a:solidFill>
              </a:rPr>
              <a:t>Korelasyon Katsayısı nasıl hesaplanır? </a:t>
            </a:r>
            <a:r>
              <a:rPr lang="tr-TR" altLang="tr-TR" sz="3600" dirty="0">
                <a:solidFill>
                  <a:srgbClr val="E15900"/>
                </a:solidFill>
                <a:sym typeface="Wingdings" charset="2"/>
              </a:rPr>
              <a:t>😱</a:t>
            </a:r>
            <a:endParaRPr lang="tr-TR" altLang="tr-TR" sz="3600" dirty="0">
              <a:solidFill>
                <a:srgbClr val="E15900"/>
              </a:solidFill>
            </a:endParaRPr>
          </a:p>
        </p:txBody>
      </p:sp>
      <p:pic>
        <p:nvPicPr>
          <p:cNvPr id="6" name="Picture 5">
            <a:extLst>
              <a:ext uri="{FF2B5EF4-FFF2-40B4-BE49-F238E27FC236}">
                <a16:creationId xmlns:a16="http://schemas.microsoft.com/office/drawing/2014/main" id="{A20B5E31-09F2-7391-8CAE-2703AC1ADB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5697" y="1268759"/>
            <a:ext cx="4896544" cy="2185641"/>
          </a:xfrm>
          <a:prstGeom prst="rect">
            <a:avLst/>
          </a:prstGeom>
        </p:spPr>
      </p:pic>
      <p:sp>
        <p:nvSpPr>
          <p:cNvPr id="7" name="TextBox 6">
            <a:extLst>
              <a:ext uri="{FF2B5EF4-FFF2-40B4-BE49-F238E27FC236}">
                <a16:creationId xmlns:a16="http://schemas.microsoft.com/office/drawing/2014/main" id="{7399976D-7B0F-CB7C-2920-5DC93E4BC3F0}"/>
              </a:ext>
            </a:extLst>
          </p:cNvPr>
          <p:cNvSpPr txBox="1"/>
          <p:nvPr/>
        </p:nvSpPr>
        <p:spPr>
          <a:xfrm>
            <a:off x="1407126" y="3861048"/>
            <a:ext cx="7006197" cy="1569660"/>
          </a:xfrm>
          <a:prstGeom prst="rect">
            <a:avLst/>
          </a:prstGeom>
          <a:noFill/>
        </p:spPr>
        <p:txBody>
          <a:bodyPr wrap="square">
            <a:spAutoFit/>
          </a:bodyPr>
          <a:lstStyle/>
          <a:p>
            <a:r>
              <a:rPr lang="tr-TR" sz="2400" dirty="0"/>
              <a:t>r = Korelasyon katsayısı</a:t>
            </a:r>
          </a:p>
          <a:p>
            <a:r>
              <a:rPr lang="tr-TR" sz="2400" dirty="0"/>
              <a:t>x üzeri çizgi = x değişkeninin ortalaması</a:t>
            </a:r>
          </a:p>
          <a:p>
            <a:r>
              <a:rPr lang="tr-TR" sz="2400" dirty="0"/>
              <a:t>Y üzeri çizgi= y değişkeninin ortalaması.</a:t>
            </a:r>
          </a:p>
          <a:p>
            <a:r>
              <a:rPr lang="tr-TR" sz="2400" dirty="0"/>
              <a:t> xi i = x, y değişkenlerinin gözlem değerleri</a:t>
            </a:r>
          </a:p>
        </p:txBody>
      </p:sp>
    </p:spTree>
    <p:extLst>
      <p:ext uri="{BB962C8B-B14F-4D97-AF65-F5344CB8AC3E}">
        <p14:creationId xmlns:p14="http://schemas.microsoft.com/office/powerpoint/2010/main" val="1833824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EC3C0EEC-0CAD-F24C-97D9-68928786002C}"/>
              </a:ext>
            </a:extLst>
          </p:cNvPr>
          <p:cNvSpPr txBox="1">
            <a:spLocks/>
          </p:cNvSpPr>
          <p:nvPr/>
        </p:nvSpPr>
        <p:spPr bwMode="auto">
          <a:xfrm>
            <a:off x="152400" y="228600"/>
            <a:ext cx="8740080" cy="1225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85000"/>
              <a:buFont typeface="Wingdings 2" charset="2"/>
              <a:buChar char=""/>
              <a:defRPr sz="2700">
                <a:solidFill>
                  <a:schemeClr val="tx1"/>
                </a:solidFill>
                <a:latin typeface="Georgia" charset="0"/>
              </a:defRPr>
            </a:lvl1pPr>
            <a:lvl2pPr marL="547688" indent="-273050">
              <a:spcBef>
                <a:spcPct val="20000"/>
              </a:spcBef>
              <a:buClr>
                <a:schemeClr val="accent2"/>
              </a:buClr>
              <a:buSzPct val="70000"/>
              <a:buFont typeface="Wingdings" charset="2"/>
              <a:buChar char=""/>
              <a:defRPr sz="2200">
                <a:solidFill>
                  <a:schemeClr val="tx2"/>
                </a:solidFill>
                <a:latin typeface="Georgia" charset="0"/>
              </a:defRPr>
            </a:lvl2pPr>
            <a:lvl3pPr marL="822325" indent="-228600">
              <a:spcBef>
                <a:spcPct val="20000"/>
              </a:spcBef>
              <a:buClr>
                <a:srgbClr val="FF6600"/>
              </a:buClr>
              <a:buSzPct val="75000"/>
              <a:buFont typeface="Wingdings 2" charset="2"/>
              <a:buChar char=""/>
              <a:defRPr sz="2000">
                <a:solidFill>
                  <a:schemeClr val="tx1"/>
                </a:solidFill>
                <a:latin typeface="Georgia" charset="0"/>
              </a:defRPr>
            </a:lvl3pPr>
            <a:lvl4pPr marL="1096963" indent="-228600">
              <a:spcBef>
                <a:spcPct val="20000"/>
              </a:spcBef>
              <a:buClr>
                <a:srgbClr val="92D050"/>
              </a:buClr>
              <a:buSzPct val="70000"/>
              <a:buFont typeface="Wingdings" charset="2"/>
              <a:buChar char=""/>
              <a:defRPr sz="2000">
                <a:solidFill>
                  <a:schemeClr val="tx2"/>
                </a:solidFill>
                <a:latin typeface="Georgia" charset="0"/>
              </a:defRPr>
            </a:lvl4pPr>
            <a:lvl5pPr marL="1371600" indent="-228600">
              <a:spcBef>
                <a:spcPct val="20000"/>
              </a:spcBef>
              <a:buClr>
                <a:srgbClr val="C00000"/>
              </a:buClr>
              <a:buChar char="•"/>
              <a:defRPr>
                <a:solidFill>
                  <a:schemeClr val="tx1"/>
                </a:solidFill>
                <a:latin typeface="Georgia" charset="0"/>
              </a:defRPr>
            </a:lvl5pPr>
            <a:lvl6pPr marL="1828800" indent="-228600" eaLnBrk="0" fontAlgn="base" hangingPunct="0">
              <a:spcBef>
                <a:spcPct val="20000"/>
              </a:spcBef>
              <a:spcAft>
                <a:spcPct val="0"/>
              </a:spcAft>
              <a:buClr>
                <a:srgbClr val="C00000"/>
              </a:buClr>
              <a:buChar char="•"/>
              <a:defRPr>
                <a:solidFill>
                  <a:schemeClr val="tx1"/>
                </a:solidFill>
                <a:latin typeface="Georgia" charset="0"/>
              </a:defRPr>
            </a:lvl6pPr>
            <a:lvl7pPr marL="2286000" indent="-228600" eaLnBrk="0" fontAlgn="base" hangingPunct="0">
              <a:spcBef>
                <a:spcPct val="20000"/>
              </a:spcBef>
              <a:spcAft>
                <a:spcPct val="0"/>
              </a:spcAft>
              <a:buClr>
                <a:srgbClr val="C00000"/>
              </a:buClr>
              <a:buChar char="•"/>
              <a:defRPr>
                <a:solidFill>
                  <a:schemeClr val="tx1"/>
                </a:solidFill>
                <a:latin typeface="Georgia" charset="0"/>
              </a:defRPr>
            </a:lvl7pPr>
            <a:lvl8pPr marL="2743200" indent="-228600" eaLnBrk="0" fontAlgn="base" hangingPunct="0">
              <a:spcBef>
                <a:spcPct val="20000"/>
              </a:spcBef>
              <a:spcAft>
                <a:spcPct val="0"/>
              </a:spcAft>
              <a:buClr>
                <a:srgbClr val="C00000"/>
              </a:buClr>
              <a:buChar char="•"/>
              <a:defRPr>
                <a:solidFill>
                  <a:schemeClr val="tx1"/>
                </a:solidFill>
                <a:latin typeface="Georgia" charset="0"/>
              </a:defRPr>
            </a:lvl8pPr>
            <a:lvl9pPr marL="3200400" indent="-228600" eaLnBrk="0" fontAlgn="base" hangingPunct="0">
              <a:spcBef>
                <a:spcPct val="20000"/>
              </a:spcBef>
              <a:spcAft>
                <a:spcPct val="0"/>
              </a:spcAft>
              <a:buClr>
                <a:srgbClr val="C00000"/>
              </a:buClr>
              <a:buChar char="•"/>
              <a:defRPr>
                <a:solidFill>
                  <a:schemeClr val="tx1"/>
                </a:solidFill>
                <a:latin typeface="Georgia" charset="0"/>
              </a:defRPr>
            </a:lvl9pPr>
          </a:lstStyle>
          <a:p>
            <a:pPr algn="ctr" eaLnBrk="1" hangingPunct="1">
              <a:spcBef>
                <a:spcPct val="0"/>
              </a:spcBef>
              <a:buClrTx/>
              <a:buSzTx/>
              <a:buFontTx/>
              <a:buNone/>
            </a:pPr>
            <a:r>
              <a:rPr lang="tr-TR" altLang="tr-TR" sz="3600" dirty="0">
                <a:solidFill>
                  <a:srgbClr val="E15900"/>
                </a:solidFill>
              </a:rPr>
              <a:t>Kovaryans ve Korelasyon Katsayısı Hesaplama</a:t>
            </a:r>
          </a:p>
        </p:txBody>
      </p:sp>
      <p:pic>
        <p:nvPicPr>
          <p:cNvPr id="12" name="Picture 11">
            <a:extLst>
              <a:ext uri="{FF2B5EF4-FFF2-40B4-BE49-F238E27FC236}">
                <a16:creationId xmlns:a16="http://schemas.microsoft.com/office/drawing/2014/main" id="{86FC6166-889F-3641-A3B1-C2645B9C07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0004" y="1826746"/>
            <a:ext cx="3579091" cy="1181100"/>
          </a:xfrm>
          <a:prstGeom prst="rect">
            <a:avLst/>
          </a:prstGeom>
        </p:spPr>
      </p:pic>
      <p:pic>
        <p:nvPicPr>
          <p:cNvPr id="16" name="Picture 15">
            <a:extLst>
              <a:ext uri="{FF2B5EF4-FFF2-40B4-BE49-F238E27FC236}">
                <a16:creationId xmlns:a16="http://schemas.microsoft.com/office/drawing/2014/main" id="{F0968BC3-EB9D-0C4A-BA5A-34D00C3A6D47}"/>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663472" y="1746664"/>
            <a:ext cx="3270802" cy="1341264"/>
          </a:xfrm>
          <a:prstGeom prst="rect">
            <a:avLst/>
          </a:prstGeom>
          <a:solidFill>
            <a:schemeClr val="bg1"/>
          </a:solidFill>
        </p:spPr>
      </p:pic>
      <p:pic>
        <p:nvPicPr>
          <p:cNvPr id="18" name="Picture 17">
            <a:extLst>
              <a:ext uri="{FF2B5EF4-FFF2-40B4-BE49-F238E27FC236}">
                <a16:creationId xmlns:a16="http://schemas.microsoft.com/office/drawing/2014/main" id="{DFE99164-F444-AC41-A385-F4B8C0B881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7624" y="3861048"/>
            <a:ext cx="2222500" cy="1778000"/>
          </a:xfrm>
          <a:prstGeom prst="rect">
            <a:avLst/>
          </a:prstGeom>
        </p:spPr>
      </p:pic>
      <p:pic>
        <p:nvPicPr>
          <p:cNvPr id="20" name="Picture 19">
            <a:extLst>
              <a:ext uri="{FF2B5EF4-FFF2-40B4-BE49-F238E27FC236}">
                <a16:creationId xmlns:a16="http://schemas.microsoft.com/office/drawing/2014/main" id="{50ED39BF-E282-3340-ADF8-635AD0C6751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72000" y="4272224"/>
            <a:ext cx="3975100" cy="1181100"/>
          </a:xfrm>
          <a:prstGeom prst="rect">
            <a:avLst/>
          </a:prstGeom>
        </p:spPr>
      </p:pic>
      <p:sp>
        <p:nvSpPr>
          <p:cNvPr id="21" name="TextBox 20">
            <a:extLst>
              <a:ext uri="{FF2B5EF4-FFF2-40B4-BE49-F238E27FC236}">
                <a16:creationId xmlns:a16="http://schemas.microsoft.com/office/drawing/2014/main" id="{A3D126F6-66C8-8746-A7C3-963F40FF0A4F}"/>
              </a:ext>
            </a:extLst>
          </p:cNvPr>
          <p:cNvSpPr txBox="1"/>
          <p:nvPr/>
        </p:nvSpPr>
        <p:spPr>
          <a:xfrm>
            <a:off x="1494807" y="3380109"/>
            <a:ext cx="1608133" cy="369332"/>
          </a:xfrm>
          <a:prstGeom prst="rect">
            <a:avLst/>
          </a:prstGeom>
          <a:noFill/>
        </p:spPr>
        <p:txBody>
          <a:bodyPr wrap="none" rtlCol="0">
            <a:spAutoFit/>
          </a:bodyPr>
          <a:lstStyle/>
          <a:p>
            <a:r>
              <a:rPr lang="en-TR" b="1" dirty="0">
                <a:solidFill>
                  <a:srgbClr val="BF2D8D"/>
                </a:solidFill>
              </a:rPr>
              <a:t>ÖRNEK VERİ</a:t>
            </a:r>
          </a:p>
        </p:txBody>
      </p:sp>
    </p:spTree>
    <p:extLst>
      <p:ext uri="{BB962C8B-B14F-4D97-AF65-F5344CB8AC3E}">
        <p14:creationId xmlns:p14="http://schemas.microsoft.com/office/powerpoint/2010/main" val="208888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B08D562-43DC-074E-B2E6-A7EBE6E02790}"/>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313" y="116632"/>
            <a:ext cx="4832285" cy="6622667"/>
          </a:xfrm>
          <a:prstGeom prst="rect">
            <a:avLst/>
          </a:prstGeom>
        </p:spPr>
      </p:pic>
      <p:pic>
        <p:nvPicPr>
          <p:cNvPr id="9" name="Picture 8">
            <a:extLst>
              <a:ext uri="{FF2B5EF4-FFF2-40B4-BE49-F238E27FC236}">
                <a16:creationId xmlns:a16="http://schemas.microsoft.com/office/drawing/2014/main" id="{994DD2D4-ECA8-5C4E-B5BD-4C98DF1F35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84385" y="1988840"/>
            <a:ext cx="4358413" cy="2262882"/>
          </a:xfrm>
          <a:prstGeom prst="rect">
            <a:avLst/>
          </a:prstGeom>
        </p:spPr>
      </p:pic>
    </p:spTree>
    <p:extLst>
      <p:ext uri="{BB962C8B-B14F-4D97-AF65-F5344CB8AC3E}">
        <p14:creationId xmlns:p14="http://schemas.microsoft.com/office/powerpoint/2010/main" val="1769175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16732" y="1844824"/>
            <a:ext cx="7776864" cy="3010055"/>
          </a:xfrm>
          <a:prstGeom prst="rect">
            <a:avLst/>
          </a:prstGeom>
        </p:spPr>
        <p:txBody>
          <a:bodyPr wrap="square">
            <a:spAutoFit/>
          </a:bodyPr>
          <a:lstStyle/>
          <a:p>
            <a:pPr marL="457200" indent="-457200">
              <a:lnSpc>
                <a:spcPct val="95000"/>
              </a:lnSpc>
              <a:spcBef>
                <a:spcPts val="900"/>
              </a:spcBef>
              <a:buFont typeface="+mj-lt"/>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pPr>
            <a:r>
              <a:rPr lang="tr-TR" altLang="x-none" sz="2400" dirty="0" err="1">
                <a:solidFill>
                  <a:srgbClr val="000000"/>
                </a:solidFill>
              </a:rPr>
              <a:t>Doğrusallık</a:t>
            </a:r>
            <a:r>
              <a:rPr lang="tr-TR" altLang="x-none" sz="2400" dirty="0">
                <a:solidFill>
                  <a:srgbClr val="000000"/>
                </a:solidFill>
                <a:sym typeface="Wingdings"/>
              </a:rPr>
              <a:t> (</a:t>
            </a:r>
            <a:r>
              <a:rPr lang="tr-TR" altLang="x-none" sz="2400" dirty="0" err="1">
                <a:solidFill>
                  <a:srgbClr val="000000"/>
                </a:solidFill>
                <a:sym typeface="Wingdings"/>
              </a:rPr>
              <a:t>Linearity</a:t>
            </a:r>
            <a:r>
              <a:rPr lang="tr-TR" altLang="x-none" sz="2400" dirty="0">
                <a:solidFill>
                  <a:srgbClr val="000000"/>
                </a:solidFill>
                <a:sym typeface="Wingdings"/>
              </a:rPr>
              <a:t>): </a:t>
            </a:r>
            <a:r>
              <a:rPr lang="tr-TR" altLang="x-none" sz="2400" dirty="0">
                <a:solidFill>
                  <a:srgbClr val="000000"/>
                </a:solidFill>
              </a:rPr>
              <a:t>İki değişken arasında doğrusal bir ilişki olmalı (serpme diyagramını kontrol ediniz)</a:t>
            </a:r>
          </a:p>
          <a:p>
            <a:pPr marL="914400" lvl="1" indent="-457200">
              <a:lnSpc>
                <a:spcPct val="95000"/>
              </a:lnSpc>
              <a:spcBef>
                <a:spcPts val="900"/>
              </a:spcBef>
              <a:buFont typeface="Arial"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tr-TR" altLang="x-none" sz="2400" dirty="0">
                <a:solidFill>
                  <a:srgbClr val="000000"/>
                </a:solidFill>
              </a:rPr>
              <a:t>Eğer değilse parametrik olmayan testi kullanınız</a:t>
            </a:r>
          </a:p>
          <a:p>
            <a:pPr marL="457200" indent="-457200">
              <a:lnSpc>
                <a:spcPct val="95000"/>
              </a:lnSpc>
              <a:spcBef>
                <a:spcPts val="900"/>
              </a:spcBef>
              <a:buFont typeface="+mj-lt"/>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pPr>
            <a:r>
              <a:rPr lang="tr-TR" altLang="x-none" sz="2400" dirty="0">
                <a:solidFill>
                  <a:srgbClr val="000000"/>
                </a:solidFill>
              </a:rPr>
              <a:t>Min. eşit aralıklı veri olmalı</a:t>
            </a:r>
          </a:p>
          <a:p>
            <a:pPr marL="457200" indent="-457200">
              <a:lnSpc>
                <a:spcPct val="95000"/>
              </a:lnSpc>
              <a:spcBef>
                <a:spcPts val="900"/>
              </a:spcBef>
              <a:buFont typeface="+mj-lt"/>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pPr>
            <a:r>
              <a:rPr lang="tr-TR" altLang="x-none" sz="2400" dirty="0">
                <a:solidFill>
                  <a:srgbClr val="000000"/>
                </a:solidFill>
              </a:rPr>
              <a:t>Uç değerler olmamalı (</a:t>
            </a:r>
            <a:r>
              <a:rPr lang="tr-TR" altLang="x-none" sz="2400" dirty="0" err="1">
                <a:solidFill>
                  <a:srgbClr val="000000"/>
                </a:solidFill>
              </a:rPr>
              <a:t>no</a:t>
            </a:r>
            <a:r>
              <a:rPr lang="tr-TR" altLang="x-none" sz="2400" dirty="0">
                <a:solidFill>
                  <a:srgbClr val="000000"/>
                </a:solidFill>
              </a:rPr>
              <a:t> </a:t>
            </a:r>
            <a:r>
              <a:rPr lang="tr-TR" altLang="x-none" sz="2400" dirty="0" err="1">
                <a:solidFill>
                  <a:srgbClr val="000000"/>
                </a:solidFill>
              </a:rPr>
              <a:t>outliers</a:t>
            </a:r>
            <a:r>
              <a:rPr lang="tr-TR" altLang="x-none" sz="2400" dirty="0">
                <a:solidFill>
                  <a:srgbClr val="000000"/>
                </a:solidFill>
              </a:rPr>
              <a:t>)</a:t>
            </a:r>
          </a:p>
          <a:p>
            <a:pPr marL="457200" indent="-457200">
              <a:lnSpc>
                <a:spcPct val="95000"/>
              </a:lnSpc>
              <a:spcBef>
                <a:spcPts val="900"/>
              </a:spcBef>
              <a:buFont typeface="+mj-lt"/>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pPr>
            <a:r>
              <a:rPr lang="tr-TR" altLang="x-none" sz="2400" dirty="0">
                <a:solidFill>
                  <a:srgbClr val="000000"/>
                </a:solidFill>
                <a:hlinkClick r:id="rId2"/>
              </a:rPr>
              <a:t>Çok değişkenli Normal dağılım</a:t>
            </a:r>
            <a:endParaRPr lang="tr-TR" altLang="x-none" sz="2400" dirty="0">
              <a:solidFill>
                <a:srgbClr val="000000"/>
              </a:solidFill>
            </a:endParaRPr>
          </a:p>
        </p:txBody>
      </p:sp>
      <p:sp>
        <p:nvSpPr>
          <p:cNvPr id="4" name="Rectangle 2"/>
          <p:cNvSpPr txBox="1">
            <a:spLocks/>
          </p:cNvSpPr>
          <p:nvPr/>
        </p:nvSpPr>
        <p:spPr bwMode="auto">
          <a:xfrm>
            <a:off x="516732" y="32295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3300" kern="1200">
                <a:solidFill>
                  <a:srgbClr val="E15900"/>
                </a:solidFill>
                <a:latin typeface="+mj-lt"/>
                <a:ea typeface="+mj-ea"/>
                <a:cs typeface="+mj-cs"/>
              </a:defRPr>
            </a:lvl1pPr>
            <a:lvl2pPr algn="ctr" rtl="0" eaLnBrk="0" fontAlgn="base" hangingPunct="0">
              <a:spcBef>
                <a:spcPct val="0"/>
              </a:spcBef>
              <a:spcAft>
                <a:spcPct val="0"/>
              </a:spcAft>
              <a:defRPr sz="3300">
                <a:solidFill>
                  <a:srgbClr val="E15900"/>
                </a:solidFill>
                <a:latin typeface="Georgia" panose="02040502050405020303" pitchFamily="18" charset="0"/>
              </a:defRPr>
            </a:lvl2pPr>
            <a:lvl3pPr algn="ctr" rtl="0" eaLnBrk="0" fontAlgn="base" hangingPunct="0">
              <a:spcBef>
                <a:spcPct val="0"/>
              </a:spcBef>
              <a:spcAft>
                <a:spcPct val="0"/>
              </a:spcAft>
              <a:defRPr sz="3300">
                <a:solidFill>
                  <a:srgbClr val="E15900"/>
                </a:solidFill>
                <a:latin typeface="Georgia" panose="02040502050405020303" pitchFamily="18" charset="0"/>
              </a:defRPr>
            </a:lvl3pPr>
            <a:lvl4pPr algn="ctr" rtl="0" eaLnBrk="0" fontAlgn="base" hangingPunct="0">
              <a:spcBef>
                <a:spcPct val="0"/>
              </a:spcBef>
              <a:spcAft>
                <a:spcPct val="0"/>
              </a:spcAft>
              <a:defRPr sz="3300">
                <a:solidFill>
                  <a:srgbClr val="E15900"/>
                </a:solidFill>
                <a:latin typeface="Georgia" panose="02040502050405020303" pitchFamily="18" charset="0"/>
              </a:defRPr>
            </a:lvl4pPr>
            <a:lvl5pPr algn="ctr" rtl="0" eaLnBrk="0" fontAlgn="base" hangingPunct="0">
              <a:spcBef>
                <a:spcPct val="0"/>
              </a:spcBef>
              <a:spcAft>
                <a:spcPct val="0"/>
              </a:spcAft>
              <a:defRPr sz="3300">
                <a:solidFill>
                  <a:srgbClr val="E15900"/>
                </a:solidFill>
                <a:latin typeface="Georgia" panose="02040502050405020303" pitchFamily="18" charset="0"/>
              </a:defRPr>
            </a:lvl5pPr>
            <a:lvl6pPr marL="457200" algn="ctr" rtl="0" fontAlgn="base">
              <a:spcBef>
                <a:spcPct val="0"/>
              </a:spcBef>
              <a:spcAft>
                <a:spcPct val="0"/>
              </a:spcAft>
              <a:defRPr sz="3300">
                <a:solidFill>
                  <a:srgbClr val="E15900"/>
                </a:solidFill>
                <a:latin typeface="Georgia" panose="02040502050405020303" pitchFamily="18" charset="0"/>
              </a:defRPr>
            </a:lvl6pPr>
            <a:lvl7pPr marL="914400" algn="ctr" rtl="0" fontAlgn="base">
              <a:spcBef>
                <a:spcPct val="0"/>
              </a:spcBef>
              <a:spcAft>
                <a:spcPct val="0"/>
              </a:spcAft>
              <a:defRPr sz="3300">
                <a:solidFill>
                  <a:srgbClr val="E15900"/>
                </a:solidFill>
                <a:latin typeface="Georgia" panose="02040502050405020303" pitchFamily="18" charset="0"/>
              </a:defRPr>
            </a:lvl7pPr>
            <a:lvl8pPr marL="1371600" algn="ctr" rtl="0" fontAlgn="base">
              <a:spcBef>
                <a:spcPct val="0"/>
              </a:spcBef>
              <a:spcAft>
                <a:spcPct val="0"/>
              </a:spcAft>
              <a:defRPr sz="3300">
                <a:solidFill>
                  <a:srgbClr val="E15900"/>
                </a:solidFill>
                <a:latin typeface="Georgia" panose="02040502050405020303" pitchFamily="18" charset="0"/>
              </a:defRPr>
            </a:lvl8pPr>
            <a:lvl9pPr marL="1828800" algn="ctr" rtl="0" fontAlgn="base">
              <a:spcBef>
                <a:spcPct val="0"/>
              </a:spcBef>
              <a:spcAft>
                <a:spcPct val="0"/>
              </a:spcAft>
              <a:defRPr sz="3300">
                <a:solidFill>
                  <a:srgbClr val="E15900"/>
                </a:solidFill>
                <a:latin typeface="Georgia" panose="02040502050405020303" pitchFamily="18" charset="0"/>
              </a:defRPr>
            </a:lvl9pPr>
          </a:lstStyle>
          <a:p>
            <a:pPr eaLnBrk="1" hangingPunct="1"/>
            <a:r>
              <a:rPr lang="tr-TR" altLang="tr-TR" sz="4800" dirty="0"/>
              <a:t>Korelasyon-Sayıltılar</a:t>
            </a:r>
          </a:p>
        </p:txBody>
      </p:sp>
    </p:spTree>
    <p:extLst>
      <p:ext uri="{BB962C8B-B14F-4D97-AF65-F5344CB8AC3E}">
        <p14:creationId xmlns:p14="http://schemas.microsoft.com/office/powerpoint/2010/main" val="1538618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a:spLocks noGrp="1"/>
          </p:cNvSpPr>
          <p:nvPr>
            <p:ph type="title" idx="4294967295"/>
          </p:nvPr>
        </p:nvSpPr>
        <p:spPr>
          <a:xfrm>
            <a:off x="838200" y="0"/>
            <a:ext cx="7467600" cy="1143000"/>
          </a:xfrm>
        </p:spPr>
        <p:txBody>
          <a:bodyPr/>
          <a:lstStyle/>
          <a:p>
            <a:pPr eaLnBrk="1" hangingPunct="1"/>
            <a:r>
              <a:rPr lang="tr-TR" altLang="tr-TR" sz="4800"/>
              <a:t>Korelasyon-SPSS</a:t>
            </a:r>
          </a:p>
        </p:txBody>
      </p:sp>
      <p:sp>
        <p:nvSpPr>
          <p:cNvPr id="72706" name="Rectangle 3"/>
          <p:cNvSpPr>
            <a:spLocks noGrp="1"/>
          </p:cNvSpPr>
          <p:nvPr>
            <p:ph idx="4294967295"/>
          </p:nvPr>
        </p:nvSpPr>
        <p:spPr>
          <a:xfrm>
            <a:off x="381000" y="1104900"/>
            <a:ext cx="8458200" cy="811932"/>
          </a:xfrm>
        </p:spPr>
        <p:txBody>
          <a:bodyPr/>
          <a:lstStyle/>
          <a:p>
            <a:pPr eaLnBrk="1" hangingPunct="1"/>
            <a:r>
              <a:rPr lang="tr-TR" altLang="tr-TR" sz="1800" dirty="0" err="1">
                <a:latin typeface="Arial" panose="020B0604020202020204" pitchFamily="34" charset="0"/>
                <a:cs typeface="Arial" panose="020B0604020202020204" pitchFamily="34" charset="0"/>
              </a:rPr>
              <a:t>Sinav_Kaygisi.sav</a:t>
            </a:r>
            <a:r>
              <a:rPr lang="tr-TR" altLang="tr-TR" sz="1800" dirty="0">
                <a:latin typeface="Arial" panose="020B0604020202020204" pitchFamily="34" charset="0"/>
                <a:cs typeface="Arial" panose="020B0604020202020204" pitchFamily="34" charset="0"/>
              </a:rPr>
              <a:t> dosyasını açalım </a:t>
            </a:r>
          </a:p>
          <a:p>
            <a:pPr eaLnBrk="1" hangingPunct="1"/>
            <a:r>
              <a:rPr lang="tr-TR" altLang="tr-TR" sz="1800" dirty="0">
                <a:latin typeface="Arial" panose="020B0604020202020204" pitchFamily="34" charset="0"/>
                <a:cs typeface="Arial" panose="020B0604020202020204" pitchFamily="34" charset="0"/>
              </a:rPr>
              <a:t>Üst Menüden </a:t>
            </a:r>
            <a:r>
              <a:rPr lang="tr-TR" altLang="tr-TR" sz="1800" dirty="0" err="1">
                <a:latin typeface="Arial" panose="020B0604020202020204" pitchFamily="34" charset="0"/>
                <a:cs typeface="Arial" panose="020B0604020202020204" pitchFamily="34" charset="0"/>
              </a:rPr>
              <a:t>Regression’ı</a:t>
            </a:r>
            <a:r>
              <a:rPr lang="tr-TR" altLang="tr-TR" sz="1800" dirty="0">
                <a:latin typeface="Arial" panose="020B0604020202020204" pitchFamily="34" charset="0"/>
                <a:cs typeface="Arial" panose="020B0604020202020204" pitchFamily="34" charset="0"/>
              </a:rPr>
              <a:t> seçin</a:t>
            </a:r>
          </a:p>
        </p:txBody>
      </p:sp>
      <p:pic>
        <p:nvPicPr>
          <p:cNvPr id="4" name="Picture 3">
            <a:extLst>
              <a:ext uri="{FF2B5EF4-FFF2-40B4-BE49-F238E27FC236}">
                <a16:creationId xmlns:a16="http://schemas.microsoft.com/office/drawing/2014/main" id="{627EA532-F81F-6733-550C-41951968EE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7744" y="2060848"/>
            <a:ext cx="4536504" cy="397274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1514E2C-7FA9-FF6A-D354-93469E577A6F}"/>
              </a:ext>
            </a:extLst>
          </p:cNvPr>
          <p:cNvSpPr txBox="1"/>
          <p:nvPr/>
        </p:nvSpPr>
        <p:spPr>
          <a:xfrm>
            <a:off x="179512" y="908720"/>
            <a:ext cx="2520280" cy="4247317"/>
          </a:xfrm>
          <a:prstGeom prst="rect">
            <a:avLst/>
          </a:prstGeom>
          <a:noFill/>
        </p:spPr>
        <p:txBody>
          <a:bodyPr wrap="square">
            <a:spAutoFit/>
          </a:bodyPr>
          <a:lstStyle/>
          <a:p>
            <a:pPr eaLnBrk="1" hangingPunct="1"/>
            <a:r>
              <a:rPr lang="tr-TR" altLang="tr-TR" sz="1800" dirty="0">
                <a:latin typeface="Arial" panose="020B0604020202020204" pitchFamily="34" charset="0"/>
                <a:cs typeface="Arial" panose="020B0604020202020204" pitchFamily="34" charset="0"/>
              </a:rPr>
              <a:t>Açılan analiz arayüzünde </a:t>
            </a:r>
          </a:p>
          <a:p>
            <a:pPr eaLnBrk="1" hangingPunct="1"/>
            <a:r>
              <a:rPr lang="tr-TR" altLang="tr-TR" sz="1800" dirty="0">
                <a:latin typeface="Arial" panose="020B0604020202020204" pitchFamily="34" charset="0"/>
                <a:cs typeface="Arial" panose="020B0604020202020204" pitchFamily="34" charset="0"/>
              </a:rPr>
              <a:t>aralarındaki ilişkileri öğrenmek istediğiniz değişkenleri (2 tanenin üzerinde olabilir), </a:t>
            </a:r>
            <a:r>
              <a:rPr lang="tr-TR" altLang="tr-TR" sz="1800" b="1" dirty="0" err="1">
                <a:latin typeface="Arial" panose="020B0604020202020204" pitchFamily="34" charset="0"/>
                <a:cs typeface="Arial" panose="020B0604020202020204" pitchFamily="34" charset="0"/>
              </a:rPr>
              <a:t>Variables</a:t>
            </a:r>
            <a:r>
              <a:rPr lang="tr-TR" altLang="tr-TR" sz="1800" dirty="0">
                <a:latin typeface="Arial" panose="020B0604020202020204" pitchFamily="34" charset="0"/>
                <a:cs typeface="Arial" panose="020B0604020202020204" pitchFamily="34" charset="0"/>
              </a:rPr>
              <a:t> penceresine taşıyınız (Örneğimizde, Başarı, Çalışma ve Kaygı). </a:t>
            </a:r>
            <a:r>
              <a:rPr lang="tr-TR" altLang="tr-TR" sz="1800" b="1" dirty="0" err="1">
                <a:latin typeface="Arial" panose="020B0604020202020204" pitchFamily="34" charset="0"/>
                <a:cs typeface="Arial" panose="020B0604020202020204" pitchFamily="34" charset="0"/>
              </a:rPr>
              <a:t>Pearson</a:t>
            </a:r>
            <a:r>
              <a:rPr lang="tr-TR" altLang="tr-TR" sz="1800" dirty="0">
                <a:latin typeface="Arial" panose="020B0604020202020204" pitchFamily="34" charset="0"/>
                <a:cs typeface="Arial" panose="020B0604020202020204" pitchFamily="34" charset="0"/>
              </a:rPr>
              <a:t> kutucuğunu işaretli olduğundan emin olduktan sonra şekilde gördüğünüz kutucukları işaretleyin</a:t>
            </a:r>
          </a:p>
        </p:txBody>
      </p:sp>
      <p:pic>
        <p:nvPicPr>
          <p:cNvPr id="10" name="Picture 9">
            <a:extLst>
              <a:ext uri="{FF2B5EF4-FFF2-40B4-BE49-F238E27FC236}">
                <a16:creationId xmlns:a16="http://schemas.microsoft.com/office/drawing/2014/main" id="{F8540E7F-3F1F-1B1F-B256-52EDDE91FB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1677" y="332656"/>
            <a:ext cx="5536947" cy="5863689"/>
          </a:xfrm>
          <a:prstGeom prst="rect">
            <a:avLst/>
          </a:prstGeom>
        </p:spPr>
      </p:pic>
    </p:spTree>
    <p:extLst>
      <p:ext uri="{BB962C8B-B14F-4D97-AF65-F5344CB8AC3E}">
        <p14:creationId xmlns:p14="http://schemas.microsoft.com/office/powerpoint/2010/main" val="1678895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p:cNvSpPr>
          <p:nvPr>
            <p:ph type="title" idx="4294967295"/>
          </p:nvPr>
        </p:nvSpPr>
        <p:spPr>
          <a:xfrm>
            <a:off x="838200" y="0"/>
            <a:ext cx="7467600" cy="1143000"/>
          </a:xfrm>
        </p:spPr>
        <p:txBody>
          <a:bodyPr/>
          <a:lstStyle/>
          <a:p>
            <a:pPr eaLnBrk="1" hangingPunct="1"/>
            <a:r>
              <a:rPr lang="tr-TR" altLang="tr-TR" sz="4800"/>
              <a:t>Korelasyon</a:t>
            </a:r>
          </a:p>
        </p:txBody>
      </p:sp>
      <p:sp>
        <p:nvSpPr>
          <p:cNvPr id="73730" name="Rectangle 3"/>
          <p:cNvSpPr>
            <a:spLocks noGrp="1"/>
          </p:cNvSpPr>
          <p:nvPr>
            <p:ph idx="4294967295"/>
          </p:nvPr>
        </p:nvSpPr>
        <p:spPr>
          <a:xfrm>
            <a:off x="381000" y="1219200"/>
            <a:ext cx="8458200" cy="1993776"/>
          </a:xfrm>
        </p:spPr>
        <p:txBody>
          <a:bodyPr/>
          <a:lstStyle/>
          <a:p>
            <a:pPr eaLnBrk="1" hangingPunct="1"/>
            <a:r>
              <a:rPr lang="tr-TR" altLang="tr-TR" sz="1600" dirty="0" err="1">
                <a:latin typeface="Arial" panose="020B0604020202020204" pitchFamily="34" charset="0"/>
                <a:cs typeface="Arial" panose="020B0604020202020204" pitchFamily="34" charset="0"/>
              </a:rPr>
              <a:t>Pearson</a:t>
            </a:r>
            <a:r>
              <a:rPr lang="tr-TR" altLang="tr-TR" sz="1600" dirty="0">
                <a:latin typeface="Arial" panose="020B0604020202020204" pitchFamily="34" charset="0"/>
                <a:cs typeface="Arial" panose="020B0604020202020204" pitchFamily="34" charset="0"/>
              </a:rPr>
              <a:t> </a:t>
            </a:r>
            <a:r>
              <a:rPr lang="tr-TR" altLang="tr-TR" sz="1600" dirty="0" err="1">
                <a:latin typeface="Arial" panose="020B0604020202020204" pitchFamily="34" charset="0"/>
                <a:cs typeface="Arial" panose="020B0604020202020204" pitchFamily="34" charset="0"/>
              </a:rPr>
              <a:t>Coorrelation</a:t>
            </a:r>
            <a:r>
              <a:rPr lang="tr-TR" altLang="tr-TR" sz="1600" dirty="0">
                <a:latin typeface="Arial" panose="020B0604020202020204" pitchFamily="34" charset="0"/>
                <a:cs typeface="Arial" panose="020B0604020202020204" pitchFamily="34" charset="0"/>
              </a:rPr>
              <a:t> ifadesinin karşısındaki 0,397, -0,709 ve -0,441 değerleri “r” ile ifade edilir ve görüldüğü gibi – 1 ile + 1 arasında bir değer alır. </a:t>
            </a:r>
          </a:p>
          <a:p>
            <a:pPr eaLnBrk="1" hangingPunct="1"/>
            <a:r>
              <a:rPr lang="tr-TR" altLang="tr-TR" sz="1600" dirty="0">
                <a:latin typeface="Arial" panose="020B0604020202020204" pitchFamily="34" charset="0"/>
                <a:cs typeface="Arial" panose="020B0604020202020204" pitchFamily="34" charset="0"/>
              </a:rPr>
              <a:t>Burada ilişkinin yönünü “</a:t>
            </a:r>
            <a:r>
              <a:rPr lang="tr-TR" altLang="tr-TR" sz="1600" dirty="0" err="1">
                <a:latin typeface="Arial" panose="020B0604020202020204" pitchFamily="34" charset="0"/>
                <a:cs typeface="Arial" panose="020B0604020202020204" pitchFamily="34" charset="0"/>
              </a:rPr>
              <a:t>r”nin</a:t>
            </a:r>
            <a:r>
              <a:rPr lang="tr-TR" altLang="tr-TR" sz="1600" dirty="0">
                <a:latin typeface="Arial" panose="020B0604020202020204" pitchFamily="34" charset="0"/>
                <a:cs typeface="Arial" panose="020B0604020202020204" pitchFamily="34" charset="0"/>
              </a:rPr>
              <a:t> işareti, derecesini ise katsayının büyüklüğü belirler. Eksi değerler bir değişken artarken diğerinin azaldığının, artı değerler ise her iki değişkenin aldığı değerlerin birlikte artış ve azalış gösterdiğinin göstergesidir. Tüm ilişkiler 0,01 düzeyinde anlamlıdır (**).</a:t>
            </a:r>
          </a:p>
          <a:p>
            <a:pPr eaLnBrk="1" hangingPunct="1"/>
            <a:r>
              <a:rPr lang="tr-TR" altLang="tr-TR" sz="1600" dirty="0">
                <a:latin typeface="Arial" panose="020B0604020202020204" pitchFamily="34" charset="0"/>
                <a:cs typeface="Arial" panose="020B0604020202020204" pitchFamily="34" charset="0"/>
              </a:rPr>
              <a:t>Eğer tek yıldız olsaydı 0,05 düzeyinde anlamlı olacaktı.</a:t>
            </a:r>
          </a:p>
          <a:p>
            <a:pPr eaLnBrk="1" hangingPunct="1">
              <a:buFont typeface="Wingdings 2" charset="2"/>
              <a:buNone/>
            </a:pPr>
            <a:endParaRPr lang="tr-TR" altLang="tr-TR" sz="16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0245194F-066F-FE1F-DE92-F8B5FE17BF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1680" y="3212976"/>
            <a:ext cx="5422900" cy="2768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p:cNvSpPr>
          <p:nvPr>
            <p:ph type="title" idx="4294967295"/>
          </p:nvPr>
        </p:nvSpPr>
        <p:spPr>
          <a:xfrm>
            <a:off x="762000" y="228600"/>
            <a:ext cx="7467600" cy="838200"/>
          </a:xfrm>
        </p:spPr>
        <p:txBody>
          <a:bodyPr/>
          <a:lstStyle/>
          <a:p>
            <a:pPr eaLnBrk="1" hangingPunct="1"/>
            <a:r>
              <a:rPr lang="tr-TR" altLang="tr-TR" sz="4800"/>
              <a:t>Yorumlar</a:t>
            </a:r>
          </a:p>
        </p:txBody>
      </p:sp>
      <p:sp>
        <p:nvSpPr>
          <p:cNvPr id="74754" name="Rectangle 3"/>
          <p:cNvSpPr>
            <a:spLocks noGrp="1"/>
          </p:cNvSpPr>
          <p:nvPr>
            <p:ph idx="4294967295"/>
          </p:nvPr>
        </p:nvSpPr>
        <p:spPr>
          <a:xfrm>
            <a:off x="266700" y="1066800"/>
            <a:ext cx="8458200" cy="4525963"/>
          </a:xfrm>
        </p:spPr>
        <p:txBody>
          <a:bodyPr/>
          <a:lstStyle/>
          <a:p>
            <a:pPr eaLnBrk="1" hangingPunct="1"/>
            <a:r>
              <a:rPr lang="tr-TR" altLang="tr-TR" sz="2400" dirty="0"/>
              <a:t>0,397 değeri sınav başarısı ile dersi çalışma süresi arasında istatistiksel olarak anlamlı ve pozitif doğrusal bir ilişki olduğunu göstermektedir (p</a:t>
            </a:r>
            <a:r>
              <a:rPr lang="en-US" altLang="tr-TR" sz="2400" dirty="0"/>
              <a:t>&lt;0,05)</a:t>
            </a:r>
            <a:r>
              <a:rPr lang="tr-TR" altLang="tr-TR" sz="2400" dirty="0"/>
              <a:t> </a:t>
            </a:r>
            <a:endParaRPr lang="en-US" altLang="tr-TR" sz="2400" dirty="0"/>
          </a:p>
          <a:p>
            <a:pPr eaLnBrk="1" hangingPunct="1"/>
            <a:r>
              <a:rPr lang="tr-TR" altLang="tr-TR" sz="2400" dirty="0"/>
              <a:t>Bu iki değişken arasında bir neden sonuç ilişkisi olmamakla birlikte, uzun süre ders çalışanların yüksek sınav notu alan öğrenciler olduğu yorumu yapılabilir. Ancak daha sağlıklı bir yorum yapabilmek için farklı değişkenlerin başarıya etkisi araştırılmalıdır.  </a:t>
            </a:r>
          </a:p>
          <a:p>
            <a:pPr eaLnBrk="1" hangingPunct="1"/>
            <a:endParaRPr lang="tr-TR" altLang="tr-TR" sz="2400" dirty="0"/>
          </a:p>
          <a:p>
            <a:pPr eaLnBrk="1" hangingPunct="1"/>
            <a:r>
              <a:rPr lang="tr-TR" altLang="tr-TR" sz="2400" dirty="0"/>
              <a:t>Şimdi diğer değişkenler arası ilişkileri de siz yorumlayınız…</a:t>
            </a:r>
          </a:p>
          <a:p>
            <a:pPr eaLnBrk="1" hangingPunct="1">
              <a:buFont typeface="Wingdings 2" charset="2"/>
              <a:buNone/>
            </a:pPr>
            <a:r>
              <a:rPr lang="tr-TR" altLang="tr-TR" sz="2400" dirty="0"/>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r>
              <a:rPr lang="en-US"/>
              <a:t>10/29/2008</a:t>
            </a:r>
          </a:p>
        </p:txBody>
      </p:sp>
      <p:sp>
        <p:nvSpPr>
          <p:cNvPr id="3" name="Rectangle 2"/>
          <p:cNvSpPr txBox="1">
            <a:spLocks/>
          </p:cNvSpPr>
          <p:nvPr/>
        </p:nvSpPr>
        <p:spPr bwMode="auto">
          <a:xfrm>
            <a:off x="333375" y="381000"/>
            <a:ext cx="854868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normAutofit fontScale="90000" lnSpcReduction="20000"/>
          </a:bodyPr>
          <a:lstStyle>
            <a:lvl1pPr algn="ctr" rtl="0" eaLnBrk="0" fontAlgn="base" hangingPunct="0">
              <a:spcBef>
                <a:spcPct val="0"/>
              </a:spcBef>
              <a:spcAft>
                <a:spcPct val="0"/>
              </a:spcAft>
              <a:defRPr sz="3300" kern="1200">
                <a:solidFill>
                  <a:srgbClr val="E15900"/>
                </a:solidFill>
                <a:latin typeface="+mj-lt"/>
                <a:ea typeface="+mj-ea"/>
                <a:cs typeface="+mj-cs"/>
              </a:defRPr>
            </a:lvl1pPr>
            <a:lvl2pPr algn="ctr" rtl="0" eaLnBrk="0" fontAlgn="base" hangingPunct="0">
              <a:spcBef>
                <a:spcPct val="0"/>
              </a:spcBef>
              <a:spcAft>
                <a:spcPct val="0"/>
              </a:spcAft>
              <a:defRPr sz="3300">
                <a:solidFill>
                  <a:srgbClr val="E15900"/>
                </a:solidFill>
                <a:latin typeface="Georgia" panose="02040502050405020303" pitchFamily="18" charset="0"/>
              </a:defRPr>
            </a:lvl2pPr>
            <a:lvl3pPr algn="ctr" rtl="0" eaLnBrk="0" fontAlgn="base" hangingPunct="0">
              <a:spcBef>
                <a:spcPct val="0"/>
              </a:spcBef>
              <a:spcAft>
                <a:spcPct val="0"/>
              </a:spcAft>
              <a:defRPr sz="3300">
                <a:solidFill>
                  <a:srgbClr val="E15900"/>
                </a:solidFill>
                <a:latin typeface="Georgia" panose="02040502050405020303" pitchFamily="18" charset="0"/>
              </a:defRPr>
            </a:lvl3pPr>
            <a:lvl4pPr algn="ctr" rtl="0" eaLnBrk="0" fontAlgn="base" hangingPunct="0">
              <a:spcBef>
                <a:spcPct val="0"/>
              </a:spcBef>
              <a:spcAft>
                <a:spcPct val="0"/>
              </a:spcAft>
              <a:defRPr sz="3300">
                <a:solidFill>
                  <a:srgbClr val="E15900"/>
                </a:solidFill>
                <a:latin typeface="Georgia" panose="02040502050405020303" pitchFamily="18" charset="0"/>
              </a:defRPr>
            </a:lvl4pPr>
            <a:lvl5pPr algn="ctr" rtl="0" eaLnBrk="0" fontAlgn="base" hangingPunct="0">
              <a:spcBef>
                <a:spcPct val="0"/>
              </a:spcBef>
              <a:spcAft>
                <a:spcPct val="0"/>
              </a:spcAft>
              <a:defRPr sz="3300">
                <a:solidFill>
                  <a:srgbClr val="E15900"/>
                </a:solidFill>
                <a:latin typeface="Georgia" panose="02040502050405020303" pitchFamily="18" charset="0"/>
              </a:defRPr>
            </a:lvl5pPr>
            <a:lvl6pPr marL="457200" algn="ctr" rtl="0" fontAlgn="base">
              <a:spcBef>
                <a:spcPct val="0"/>
              </a:spcBef>
              <a:spcAft>
                <a:spcPct val="0"/>
              </a:spcAft>
              <a:defRPr sz="3300">
                <a:solidFill>
                  <a:srgbClr val="E15900"/>
                </a:solidFill>
                <a:latin typeface="Georgia" panose="02040502050405020303" pitchFamily="18" charset="0"/>
              </a:defRPr>
            </a:lvl6pPr>
            <a:lvl7pPr marL="914400" algn="ctr" rtl="0" fontAlgn="base">
              <a:spcBef>
                <a:spcPct val="0"/>
              </a:spcBef>
              <a:spcAft>
                <a:spcPct val="0"/>
              </a:spcAft>
              <a:defRPr sz="3300">
                <a:solidFill>
                  <a:srgbClr val="E15900"/>
                </a:solidFill>
                <a:latin typeface="Georgia" panose="02040502050405020303" pitchFamily="18" charset="0"/>
              </a:defRPr>
            </a:lvl7pPr>
            <a:lvl8pPr marL="1371600" algn="ctr" rtl="0" fontAlgn="base">
              <a:spcBef>
                <a:spcPct val="0"/>
              </a:spcBef>
              <a:spcAft>
                <a:spcPct val="0"/>
              </a:spcAft>
              <a:defRPr sz="3300">
                <a:solidFill>
                  <a:srgbClr val="E15900"/>
                </a:solidFill>
                <a:latin typeface="Georgia" panose="02040502050405020303" pitchFamily="18" charset="0"/>
              </a:defRPr>
            </a:lvl8pPr>
            <a:lvl9pPr marL="1828800" algn="ctr" rtl="0" fontAlgn="base">
              <a:spcBef>
                <a:spcPct val="0"/>
              </a:spcBef>
              <a:spcAft>
                <a:spcPct val="0"/>
              </a:spcAft>
              <a:defRPr sz="3300">
                <a:solidFill>
                  <a:srgbClr val="E15900"/>
                </a:solidFill>
                <a:latin typeface="Georgia" panose="02040502050405020303" pitchFamily="18" charset="0"/>
              </a:defRPr>
            </a:lvl9pPr>
          </a:lstStyle>
          <a:p>
            <a:pPr eaLnBrk="1" fontAlgn="auto" hangingPunct="1">
              <a:spcAft>
                <a:spcPts val="0"/>
              </a:spcAft>
              <a:defRPr/>
            </a:pPr>
            <a:r>
              <a:rPr lang="tr-TR" sz="4800" dirty="0" err="1">
                <a:solidFill>
                  <a:schemeClr val="accent3">
                    <a:shade val="75000"/>
                  </a:schemeClr>
                </a:solidFill>
              </a:rPr>
              <a:t>Pearson</a:t>
            </a:r>
            <a:r>
              <a:rPr lang="tr-TR" sz="4800" dirty="0">
                <a:solidFill>
                  <a:schemeClr val="accent3">
                    <a:shade val="75000"/>
                  </a:schemeClr>
                </a:solidFill>
              </a:rPr>
              <a:t> Korelasyon Katsayısının Avantajları &amp; Dezavantajları</a:t>
            </a:r>
          </a:p>
        </p:txBody>
      </p:sp>
      <p:sp>
        <p:nvSpPr>
          <p:cNvPr id="5" name="Rectangle 3"/>
          <p:cNvSpPr txBox="1">
            <a:spLocks/>
          </p:cNvSpPr>
          <p:nvPr/>
        </p:nvSpPr>
        <p:spPr bwMode="auto">
          <a:xfrm>
            <a:off x="423863" y="1783357"/>
            <a:ext cx="84582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ct val="20000"/>
              </a:spcBef>
              <a:spcAft>
                <a:spcPct val="0"/>
              </a:spcAft>
              <a:buClr>
                <a:schemeClr val="accent1"/>
              </a:buClr>
              <a:buSzPct val="85000"/>
              <a:buFont typeface="Wingdings 2" charset="2"/>
              <a:buChar char=""/>
              <a:defRPr sz="2700" kern="1200">
                <a:solidFill>
                  <a:schemeClr val="tx1"/>
                </a:solidFill>
                <a:latin typeface="+mn-lt"/>
                <a:ea typeface="+mn-ea"/>
                <a:cs typeface="+mn-cs"/>
              </a:defRPr>
            </a:lvl1pPr>
            <a:lvl2pPr marL="547688" indent="-273050" algn="l" rtl="0" eaLnBrk="0" fontAlgn="base" hangingPunct="0">
              <a:spcBef>
                <a:spcPct val="20000"/>
              </a:spcBef>
              <a:spcAft>
                <a:spcPct val="0"/>
              </a:spcAft>
              <a:buClr>
                <a:schemeClr val="accent2"/>
              </a:buClr>
              <a:buSzPct val="70000"/>
              <a:buFont typeface="Wingdings" charset="2"/>
              <a:buChar char=""/>
              <a:defRPr sz="2200" kern="1200">
                <a:solidFill>
                  <a:schemeClr val="tx2"/>
                </a:solidFill>
                <a:latin typeface="+mn-lt"/>
                <a:ea typeface="+mn-ea"/>
                <a:cs typeface="+mn-cs"/>
              </a:defRPr>
            </a:lvl2pPr>
            <a:lvl3pPr marL="822325" indent="-228600" algn="l" rtl="0" eaLnBrk="0" fontAlgn="base" hangingPunct="0">
              <a:spcBef>
                <a:spcPct val="20000"/>
              </a:spcBef>
              <a:spcAft>
                <a:spcPct val="0"/>
              </a:spcAft>
              <a:buClr>
                <a:srgbClr val="FF6600"/>
              </a:buClr>
              <a:buSzPct val="75000"/>
              <a:buFont typeface="Wingdings 2" charset="2"/>
              <a:buChar char=""/>
              <a:defRPr sz="2000" kern="1200">
                <a:solidFill>
                  <a:schemeClr val="tx1"/>
                </a:solidFill>
                <a:latin typeface="+mn-lt"/>
                <a:ea typeface="+mn-ea"/>
                <a:cs typeface="+mn-cs"/>
              </a:defRPr>
            </a:lvl3pPr>
            <a:lvl4pPr marL="1096963" indent="-228600" algn="l" rtl="0" eaLnBrk="0" fontAlgn="base" hangingPunct="0">
              <a:spcBef>
                <a:spcPct val="20000"/>
              </a:spcBef>
              <a:spcAft>
                <a:spcPct val="0"/>
              </a:spcAft>
              <a:buClr>
                <a:srgbClr val="92D050"/>
              </a:buClr>
              <a:buSzPct val="70000"/>
              <a:buFont typeface="Wingdings" charset="2"/>
              <a:buChar char=""/>
              <a:defRPr sz="2000" kern="1200">
                <a:solidFill>
                  <a:schemeClr val="tx2"/>
                </a:solidFill>
                <a:latin typeface="+mn-lt"/>
                <a:ea typeface="+mn-ea"/>
                <a:cs typeface="+mn-cs"/>
              </a:defRPr>
            </a:lvl4pPr>
            <a:lvl5pPr marL="1371600" indent="-228600" algn="l" rtl="0" eaLnBrk="0" fontAlgn="base" hangingPunct="0">
              <a:spcBef>
                <a:spcPct val="20000"/>
              </a:spcBef>
              <a:spcAft>
                <a:spcPct val="0"/>
              </a:spcAft>
              <a:buClr>
                <a:srgbClr val="C00000"/>
              </a:buClr>
              <a:buChar char="•"/>
              <a:defRPr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eaLnBrk="1" hangingPunct="1"/>
            <a:r>
              <a:rPr lang="tr-TR" altLang="tr-TR" sz="3200" dirty="0"/>
              <a:t>Avantaj</a:t>
            </a:r>
          </a:p>
          <a:p>
            <a:pPr lvl="1" eaLnBrk="1" hangingPunct="1"/>
            <a:r>
              <a:rPr lang="tr-TR" altLang="tr-TR" sz="2000" dirty="0"/>
              <a:t>Tek bir değerde hem iki değişken arasındaki ilişkinin büyüklüğü hem de yönünü verir</a:t>
            </a:r>
            <a:endParaRPr lang="en-US" altLang="tr-TR" sz="2000" dirty="0"/>
          </a:p>
          <a:p>
            <a:pPr>
              <a:lnSpc>
                <a:spcPct val="95000"/>
              </a:lnSpc>
              <a:spcBef>
                <a:spcPts val="1000"/>
              </a:spcBef>
              <a:tabLst>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x-none" sz="3200" dirty="0" err="1">
                <a:solidFill>
                  <a:srgbClr val="000000"/>
                </a:solidFill>
              </a:rPr>
              <a:t>Sınırlılıklar</a:t>
            </a:r>
            <a:r>
              <a:rPr lang="en-GB" altLang="x-none" sz="3200" dirty="0">
                <a:solidFill>
                  <a:srgbClr val="000000"/>
                </a:solidFill>
              </a:rPr>
              <a:t> </a:t>
            </a:r>
          </a:p>
          <a:p>
            <a:pPr lvl="1">
              <a:lnSpc>
                <a:spcPct val="95000"/>
              </a:lnSpc>
              <a:spcBef>
                <a:spcPts val="1000"/>
              </a:spcBef>
              <a:tabLst>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x-none" sz="2000" dirty="0" err="1">
                <a:solidFill>
                  <a:srgbClr val="000000"/>
                </a:solidFill>
              </a:rPr>
              <a:t>Doğrusal</a:t>
            </a:r>
            <a:r>
              <a:rPr lang="en-GB" altLang="x-none" sz="2000" dirty="0">
                <a:solidFill>
                  <a:srgbClr val="000000"/>
                </a:solidFill>
              </a:rPr>
              <a:t> </a:t>
            </a:r>
            <a:r>
              <a:rPr lang="en-GB" altLang="x-none" sz="2000" dirty="0" err="1">
                <a:solidFill>
                  <a:srgbClr val="000000"/>
                </a:solidFill>
              </a:rPr>
              <a:t>bir</a:t>
            </a:r>
            <a:r>
              <a:rPr lang="en-GB" altLang="x-none" sz="2000" dirty="0">
                <a:solidFill>
                  <a:srgbClr val="000000"/>
                </a:solidFill>
              </a:rPr>
              <a:t> </a:t>
            </a:r>
            <a:r>
              <a:rPr lang="en-GB" altLang="x-none" sz="2000" dirty="0" err="1">
                <a:solidFill>
                  <a:srgbClr val="000000"/>
                </a:solidFill>
              </a:rPr>
              <a:t>ilişkiyi</a:t>
            </a:r>
            <a:r>
              <a:rPr lang="en-GB" altLang="x-none" sz="2000" dirty="0">
                <a:solidFill>
                  <a:srgbClr val="000000"/>
                </a:solidFill>
              </a:rPr>
              <a:t> </a:t>
            </a:r>
            <a:r>
              <a:rPr lang="en-GB" altLang="x-none" sz="2000" dirty="0" err="1">
                <a:solidFill>
                  <a:srgbClr val="000000"/>
                </a:solidFill>
              </a:rPr>
              <a:t>varsayar</a:t>
            </a:r>
            <a:r>
              <a:rPr lang="en-GB" altLang="x-none" sz="2000" dirty="0">
                <a:solidFill>
                  <a:srgbClr val="000000"/>
                </a:solidFill>
              </a:rPr>
              <a:t> </a:t>
            </a:r>
          </a:p>
          <a:p>
            <a:pPr lvl="1">
              <a:lnSpc>
                <a:spcPct val="95000"/>
              </a:lnSpc>
              <a:spcBef>
                <a:spcPts val="1000"/>
              </a:spcBef>
              <a:tabLst>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x-none" sz="2000" dirty="0" err="1">
                <a:solidFill>
                  <a:srgbClr val="000000"/>
                </a:solidFill>
              </a:rPr>
              <a:t>r’yi</a:t>
            </a:r>
            <a:r>
              <a:rPr lang="en-GB" altLang="x-none" sz="2000" dirty="0">
                <a:solidFill>
                  <a:srgbClr val="000000"/>
                </a:solidFill>
              </a:rPr>
              <a:t> </a:t>
            </a:r>
            <a:r>
              <a:rPr lang="en-GB" altLang="x-none" sz="2000" dirty="0" err="1">
                <a:solidFill>
                  <a:srgbClr val="000000"/>
                </a:solidFill>
              </a:rPr>
              <a:t>yorumlamak</a:t>
            </a:r>
            <a:r>
              <a:rPr lang="en-GB" altLang="x-none" sz="2000" dirty="0">
                <a:solidFill>
                  <a:srgbClr val="000000"/>
                </a:solidFill>
              </a:rPr>
              <a:t> </a:t>
            </a:r>
            <a:r>
              <a:rPr lang="en-GB" altLang="x-none" sz="2000" dirty="0" err="1">
                <a:solidFill>
                  <a:srgbClr val="000000"/>
                </a:solidFill>
              </a:rPr>
              <a:t>çok</a:t>
            </a:r>
            <a:r>
              <a:rPr lang="en-GB" altLang="x-none" sz="2000" dirty="0">
                <a:solidFill>
                  <a:srgbClr val="000000"/>
                </a:solidFill>
              </a:rPr>
              <a:t> </a:t>
            </a:r>
            <a:r>
              <a:rPr lang="en-GB" altLang="x-none" sz="2000" dirty="0" err="1">
                <a:solidFill>
                  <a:srgbClr val="000000"/>
                </a:solidFill>
              </a:rPr>
              <a:t>kolay</a:t>
            </a:r>
            <a:r>
              <a:rPr lang="en-GB" altLang="x-none" sz="2000" dirty="0">
                <a:solidFill>
                  <a:srgbClr val="000000"/>
                </a:solidFill>
              </a:rPr>
              <a:t> </a:t>
            </a:r>
            <a:r>
              <a:rPr lang="en-GB" altLang="x-none" sz="2000" dirty="0" err="1">
                <a:solidFill>
                  <a:srgbClr val="000000"/>
                </a:solidFill>
              </a:rPr>
              <a:t>değildir</a:t>
            </a:r>
            <a:endParaRPr lang="en-GB" altLang="x-none" sz="2000" dirty="0">
              <a:solidFill>
                <a:srgbClr val="000000"/>
              </a:solidFill>
            </a:endParaRPr>
          </a:p>
          <a:p>
            <a:pPr lvl="1">
              <a:spcBef>
                <a:spcPts val="1000"/>
              </a:spcBef>
              <a:tabLst>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x-none" sz="2000" dirty="0" err="1">
                <a:solidFill>
                  <a:srgbClr val="000000"/>
                </a:solidFill>
              </a:rPr>
              <a:t>Çıkıntı</a:t>
            </a:r>
            <a:r>
              <a:rPr lang="en-GB" altLang="x-none" sz="2000" dirty="0">
                <a:solidFill>
                  <a:srgbClr val="000000"/>
                </a:solidFill>
              </a:rPr>
              <a:t> </a:t>
            </a:r>
            <a:r>
              <a:rPr lang="en-GB" altLang="x-none" sz="2000" dirty="0" err="1">
                <a:solidFill>
                  <a:srgbClr val="000000"/>
                </a:solidFill>
              </a:rPr>
              <a:t>puanlardan</a:t>
            </a:r>
            <a:r>
              <a:rPr lang="en-GB" altLang="x-none" sz="2000" dirty="0">
                <a:solidFill>
                  <a:srgbClr val="000000"/>
                </a:solidFill>
              </a:rPr>
              <a:t> </a:t>
            </a:r>
            <a:r>
              <a:rPr lang="en-GB" altLang="x-none" sz="2000" dirty="0" err="1">
                <a:solidFill>
                  <a:srgbClr val="000000"/>
                </a:solidFill>
              </a:rPr>
              <a:t>etkilenir</a:t>
            </a:r>
            <a:endParaRPr lang="en-GB" altLang="x-none" sz="2000" dirty="0">
              <a:solidFill>
                <a:srgbClr val="000000"/>
              </a:solidFill>
            </a:endParaRPr>
          </a:p>
          <a:p>
            <a:pPr eaLnBrk="1" hangingPunct="1">
              <a:buFont typeface="Wingdings 2" charset="2"/>
              <a:buNone/>
            </a:pPr>
            <a:r>
              <a:rPr lang="tr-TR" altLang="tr-TR" sz="3200" dirty="0"/>
              <a:t>  </a:t>
            </a:r>
          </a:p>
        </p:txBody>
      </p:sp>
    </p:spTree>
    <p:extLst>
      <p:ext uri="{BB962C8B-B14F-4D97-AF65-F5344CB8AC3E}">
        <p14:creationId xmlns:p14="http://schemas.microsoft.com/office/powerpoint/2010/main" val="15007030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idx="4294967295"/>
          </p:nvPr>
        </p:nvSpPr>
        <p:spPr>
          <a:xfrm>
            <a:off x="333375" y="381000"/>
            <a:ext cx="8548688" cy="1143000"/>
          </a:xfrm>
        </p:spPr>
        <p:txBody>
          <a:bodyPr>
            <a:normAutofit fontScale="90000"/>
          </a:bodyPr>
          <a:lstStyle/>
          <a:p>
            <a:pPr eaLnBrk="1" fontAlgn="auto" hangingPunct="1">
              <a:spcAft>
                <a:spcPts val="0"/>
              </a:spcAft>
              <a:defRPr/>
            </a:pPr>
            <a:r>
              <a:rPr lang="tr-TR" sz="4800" dirty="0">
                <a:solidFill>
                  <a:schemeClr val="accent3">
                    <a:shade val="75000"/>
                  </a:schemeClr>
                </a:solidFill>
              </a:rPr>
              <a:t>Serpme/Serpilme/</a:t>
            </a:r>
            <a:r>
              <a:rPr lang="tr-TR" sz="4800" dirty="0" err="1">
                <a:solidFill>
                  <a:schemeClr val="accent3">
                    <a:shade val="75000"/>
                  </a:schemeClr>
                </a:solidFill>
              </a:rPr>
              <a:t>Saçılım</a:t>
            </a:r>
            <a:r>
              <a:rPr lang="tr-TR" sz="4800" dirty="0">
                <a:solidFill>
                  <a:schemeClr val="accent3">
                    <a:shade val="75000"/>
                  </a:schemeClr>
                </a:solidFill>
              </a:rPr>
              <a:t> Diyagramı (</a:t>
            </a:r>
            <a:r>
              <a:rPr lang="en-US" sz="4800" dirty="0">
                <a:solidFill>
                  <a:schemeClr val="accent3">
                    <a:shade val="75000"/>
                  </a:schemeClr>
                </a:solidFill>
              </a:rPr>
              <a:t>Scatter Plot</a:t>
            </a:r>
            <a:r>
              <a:rPr lang="tr-TR" sz="4800" dirty="0">
                <a:solidFill>
                  <a:schemeClr val="accent3">
                    <a:shade val="75000"/>
                  </a:schemeClr>
                </a:solidFill>
              </a:rPr>
              <a:t>) </a:t>
            </a:r>
          </a:p>
        </p:txBody>
      </p:sp>
      <p:sp>
        <p:nvSpPr>
          <p:cNvPr id="75778" name="Rectangle 3"/>
          <p:cNvSpPr>
            <a:spLocks noGrp="1"/>
          </p:cNvSpPr>
          <p:nvPr>
            <p:ph idx="4294967295"/>
          </p:nvPr>
        </p:nvSpPr>
        <p:spPr>
          <a:xfrm>
            <a:off x="366713" y="1647825"/>
            <a:ext cx="2261071" cy="4419600"/>
          </a:xfrm>
        </p:spPr>
        <p:txBody>
          <a:bodyPr/>
          <a:lstStyle/>
          <a:p>
            <a:pPr eaLnBrk="1" hangingPunct="1"/>
            <a:r>
              <a:rPr lang="tr-TR" altLang="tr-TR" sz="2000" dirty="0">
                <a:latin typeface="Arial" panose="020B0604020202020204" pitchFamily="34" charset="0"/>
                <a:cs typeface="Arial" panose="020B0604020202020204" pitchFamily="34" charset="0"/>
              </a:rPr>
              <a:t>Serpme diyagramları iki değişkenin birlikte nasıl davranabileceğini gösterir </a:t>
            </a:r>
          </a:p>
          <a:p>
            <a:pPr eaLnBrk="1" hangingPunct="1">
              <a:buFont typeface="Wingdings 2" charset="2"/>
              <a:buNone/>
            </a:pPr>
            <a:endParaRPr lang="tr-TR" altLang="tr-TR" sz="2000" dirty="0">
              <a:latin typeface="Arial" panose="020B0604020202020204" pitchFamily="34" charset="0"/>
              <a:cs typeface="Arial" panose="020B0604020202020204" pitchFamily="34" charset="0"/>
            </a:endParaRPr>
          </a:p>
          <a:p>
            <a:pPr eaLnBrk="1" hangingPunct="1">
              <a:buFont typeface="Wingdings 2" charset="2"/>
              <a:buNone/>
            </a:pPr>
            <a:endParaRPr lang="tr-TR" altLang="tr-TR" sz="20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C39EF09C-717D-766C-FDC6-78AEE852A1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7824" y="1529396"/>
            <a:ext cx="5206469" cy="453802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95535" y="1628801"/>
            <a:ext cx="8440489" cy="3571747"/>
          </a:xfrm>
          <a:prstGeom prst="rect">
            <a:avLst/>
          </a:prstGeom>
        </p:spPr>
        <p:txBody>
          <a:bodyPr wrap="square">
            <a:spAutoFit/>
          </a:bodyPr>
          <a:lstStyle/>
          <a:p>
            <a:pPr marL="285750" indent="-285750">
              <a:lnSpc>
                <a:spcPct val="95000"/>
              </a:lnSpc>
              <a:buFont typeface="Arial"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tr-TR" sz="2000" dirty="0"/>
              <a:t>Korelasyon katsayısının değerini yorumlamanın kolay bir yoludur.</a:t>
            </a:r>
          </a:p>
          <a:p>
            <a:pPr marL="285750" indent="-285750">
              <a:lnSpc>
                <a:spcPct val="95000"/>
              </a:lnSpc>
              <a:buFont typeface="Arial"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tr-TR" sz="2000" dirty="0"/>
              <a:t>Determinasyon Katsayısı olarak adlandırılan bu değer korelasyon katsayısının karesini alarak bulunur.</a:t>
            </a:r>
          </a:p>
          <a:p>
            <a:pPr marL="285750" indent="-285750">
              <a:lnSpc>
                <a:spcPct val="95000"/>
              </a:lnSpc>
              <a:buFont typeface="Arial"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tr-TR" sz="2000" dirty="0"/>
              <a:t>Belirleme Katsayısı = r</a:t>
            </a:r>
            <a:r>
              <a:rPr lang="tr-TR" sz="2000" baseline="30000" dirty="0"/>
              <a:t>2</a:t>
            </a:r>
            <a:r>
              <a:rPr lang="tr-TR" sz="2000" dirty="0"/>
              <a:t>. </a:t>
            </a:r>
          </a:p>
          <a:p>
            <a:pPr marL="742950" lvl="1" indent="-285750">
              <a:lnSpc>
                <a:spcPct val="95000"/>
              </a:lnSpc>
              <a:buFont typeface="Arial"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tr-TR" sz="2000" dirty="0"/>
              <a:t>Varsayalım: r = 0.9, r</a:t>
            </a:r>
            <a:r>
              <a:rPr lang="tr-TR" sz="2000" baseline="30000" dirty="0"/>
              <a:t>2</a:t>
            </a:r>
            <a:r>
              <a:rPr lang="tr-TR" sz="2000" dirty="0"/>
              <a:t> = 0.81 Bu değer, bağımlı değişkendeki varyasyonun %81'inin bağımsız değişken tarafından açıklandığı anlamına gelir.</a:t>
            </a:r>
          </a:p>
          <a:p>
            <a:pPr marL="285750" indent="-285750">
              <a:lnSpc>
                <a:spcPct val="95000"/>
              </a:lnSpc>
              <a:buFont typeface="Arial"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tr-TR" altLang="x-none" sz="2000" dirty="0">
              <a:solidFill>
                <a:srgbClr val="000000"/>
              </a:solidFill>
            </a:endParaRPr>
          </a:p>
          <a:p>
            <a:pPr marL="285750" indent="-285750">
              <a:lnSpc>
                <a:spcPct val="95000"/>
              </a:lnSpc>
              <a:buFont typeface="Arial"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tr-TR" sz="2000" dirty="0"/>
              <a:t>r</a:t>
            </a:r>
            <a:r>
              <a:rPr lang="tr-TR" sz="2000" baseline="30000" dirty="0"/>
              <a:t>2</a:t>
            </a:r>
            <a:r>
              <a:rPr lang="tr-TR" sz="2000" dirty="0"/>
              <a:t>’in alacağı maksimum değer 1'dir çünkü y'deki tüm değişimleri açıklamak mümkündür, ancak hepsinden fazlasını açıklamak mümkün değildir. </a:t>
            </a:r>
          </a:p>
          <a:p>
            <a:pPr marL="285750" indent="-285750">
              <a:lnSpc>
                <a:spcPct val="95000"/>
              </a:lnSpc>
              <a:buFont typeface="Arial"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tr-TR" sz="2000" dirty="0"/>
              <a:t>Belirleme Katsayısı = Açıklanan varyasyon / Toplam varyasyon</a:t>
            </a:r>
            <a:endParaRPr lang="en-GB" altLang="x-none" sz="2000" dirty="0">
              <a:solidFill>
                <a:srgbClr val="000000"/>
              </a:solidFill>
            </a:endParaRPr>
          </a:p>
        </p:txBody>
      </p:sp>
      <p:sp>
        <p:nvSpPr>
          <p:cNvPr id="4" name="Dikdörtgen 3"/>
          <p:cNvSpPr/>
          <p:nvPr/>
        </p:nvSpPr>
        <p:spPr>
          <a:xfrm>
            <a:off x="457200" y="533400"/>
            <a:ext cx="6971780" cy="1077218"/>
          </a:xfrm>
          <a:prstGeom prst="rect">
            <a:avLst/>
          </a:prstGeom>
        </p:spPr>
        <p:txBody>
          <a:bodyPr wrap="none">
            <a:spAutoFit/>
          </a:bodyPr>
          <a:lstStyle/>
          <a:p>
            <a:pPr eaLnBrk="1" hangingPunct="1">
              <a:defRPr/>
            </a:pPr>
            <a:r>
              <a:rPr lang="tr-TR" sz="3200" dirty="0">
                <a:solidFill>
                  <a:schemeClr val="accent3">
                    <a:shade val="75000"/>
                  </a:schemeClr>
                </a:solidFill>
                <a:latin typeface="Arial" panose="020B0604020202020204" pitchFamily="34" charset="0"/>
              </a:rPr>
              <a:t>Determinasyon (Belirleme) Katsayısı-</a:t>
            </a:r>
          </a:p>
          <a:p>
            <a:pPr eaLnBrk="1" hangingPunct="1">
              <a:defRPr/>
            </a:pPr>
            <a:r>
              <a:rPr lang="tr-TR" sz="3200" dirty="0">
                <a:solidFill>
                  <a:schemeClr val="accent3">
                    <a:shade val="75000"/>
                  </a:schemeClr>
                </a:solidFill>
                <a:latin typeface="Arial" panose="020B0604020202020204" pitchFamily="34" charset="0"/>
              </a:rPr>
              <a:t> Açıklanan Varyans</a:t>
            </a:r>
            <a:endParaRPr lang="tr-TR" sz="3200" dirty="0">
              <a:latin typeface="Arial" panose="020B0604020202020204" pitchFamily="34" charset="0"/>
            </a:endParaRPr>
          </a:p>
        </p:txBody>
      </p:sp>
    </p:spTree>
    <p:extLst>
      <p:ext uri="{BB962C8B-B14F-4D97-AF65-F5344CB8AC3E}">
        <p14:creationId xmlns:p14="http://schemas.microsoft.com/office/powerpoint/2010/main" val="16836355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381000" y="1600200"/>
            <a:ext cx="8474075" cy="4724400"/>
          </a:xfrm>
          <a:prstGeom prst="rect">
            <a:avLst/>
          </a:prstGeom>
          <a:noFill/>
          <a:ln/>
        </p:spPr>
        <p:txBody>
          <a:bodyPr>
            <a:normAutofit/>
          </a:bodyPr>
          <a:lstStyle>
            <a:lvl1pPr marL="273050" indent="-273050" algn="l" rtl="0" eaLnBrk="0" fontAlgn="base" hangingPunct="0">
              <a:spcBef>
                <a:spcPct val="20000"/>
              </a:spcBef>
              <a:spcAft>
                <a:spcPct val="0"/>
              </a:spcAft>
              <a:buClr>
                <a:schemeClr val="accent1"/>
              </a:buClr>
              <a:buSzPct val="85000"/>
              <a:buFont typeface="Wingdings 2" charset="2"/>
              <a:buChar char=""/>
              <a:defRPr sz="2700" kern="1200">
                <a:solidFill>
                  <a:schemeClr val="tx1"/>
                </a:solidFill>
                <a:latin typeface="+mn-lt"/>
                <a:ea typeface="+mn-ea"/>
                <a:cs typeface="+mn-cs"/>
              </a:defRPr>
            </a:lvl1pPr>
            <a:lvl2pPr marL="547688" indent="-273050" algn="l" rtl="0" eaLnBrk="0" fontAlgn="base" hangingPunct="0">
              <a:spcBef>
                <a:spcPct val="20000"/>
              </a:spcBef>
              <a:spcAft>
                <a:spcPct val="0"/>
              </a:spcAft>
              <a:buClr>
                <a:schemeClr val="accent2"/>
              </a:buClr>
              <a:buSzPct val="70000"/>
              <a:buFont typeface="Wingdings" charset="2"/>
              <a:buChar char=""/>
              <a:defRPr sz="2200" kern="1200">
                <a:solidFill>
                  <a:schemeClr val="tx2"/>
                </a:solidFill>
                <a:latin typeface="+mn-lt"/>
                <a:ea typeface="+mn-ea"/>
                <a:cs typeface="+mn-cs"/>
              </a:defRPr>
            </a:lvl2pPr>
            <a:lvl3pPr marL="822325" indent="-228600" algn="l" rtl="0" eaLnBrk="0" fontAlgn="base" hangingPunct="0">
              <a:spcBef>
                <a:spcPct val="20000"/>
              </a:spcBef>
              <a:spcAft>
                <a:spcPct val="0"/>
              </a:spcAft>
              <a:buClr>
                <a:srgbClr val="FF6600"/>
              </a:buClr>
              <a:buSzPct val="75000"/>
              <a:buFont typeface="Wingdings 2" charset="2"/>
              <a:buChar char=""/>
              <a:defRPr sz="2000" kern="1200">
                <a:solidFill>
                  <a:schemeClr val="tx1"/>
                </a:solidFill>
                <a:latin typeface="+mn-lt"/>
                <a:ea typeface="+mn-ea"/>
                <a:cs typeface="+mn-cs"/>
              </a:defRPr>
            </a:lvl3pPr>
            <a:lvl4pPr marL="1096963" indent="-228600" algn="l" rtl="0" eaLnBrk="0" fontAlgn="base" hangingPunct="0">
              <a:spcBef>
                <a:spcPct val="20000"/>
              </a:spcBef>
              <a:spcAft>
                <a:spcPct val="0"/>
              </a:spcAft>
              <a:buClr>
                <a:srgbClr val="92D050"/>
              </a:buClr>
              <a:buSzPct val="70000"/>
              <a:buFont typeface="Wingdings" charset="2"/>
              <a:buChar char=""/>
              <a:defRPr sz="2000" kern="1200">
                <a:solidFill>
                  <a:schemeClr val="tx2"/>
                </a:solidFill>
                <a:latin typeface="+mn-lt"/>
                <a:ea typeface="+mn-ea"/>
                <a:cs typeface="+mn-cs"/>
              </a:defRPr>
            </a:lvl4pPr>
            <a:lvl5pPr marL="1371600" indent="-228600" algn="l" rtl="0" eaLnBrk="0" fontAlgn="base" hangingPunct="0">
              <a:spcBef>
                <a:spcPct val="20000"/>
              </a:spcBef>
              <a:spcAft>
                <a:spcPct val="0"/>
              </a:spcAft>
              <a:buClr>
                <a:srgbClr val="C00000"/>
              </a:buClr>
              <a:buChar char="•"/>
              <a:defRPr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lnSpc>
                <a:spcPct val="95000"/>
              </a:lnSpc>
              <a:spcBef>
                <a:spcPts val="700"/>
              </a:spcBef>
              <a:tabLst>
                <a:tab pos="914400" algn="l"/>
                <a:tab pos="1828800" algn="l"/>
                <a:tab pos="2743200" algn="l"/>
                <a:tab pos="3657600" algn="l"/>
                <a:tab pos="4572000" algn="l"/>
                <a:tab pos="5486400" algn="l"/>
                <a:tab pos="6400800" algn="l"/>
                <a:tab pos="7315200" algn="l"/>
                <a:tab pos="8229600" algn="l"/>
                <a:tab pos="9144000" algn="l"/>
                <a:tab pos="10058400" algn="l"/>
              </a:tabLst>
            </a:pPr>
            <a:r>
              <a:rPr lang="tr-TR" altLang="x-none" sz="2400" dirty="0">
                <a:solidFill>
                  <a:srgbClr val="000000"/>
                </a:solidFill>
              </a:rPr>
              <a:t>Varsayalım</a:t>
            </a:r>
          </a:p>
          <a:p>
            <a:pPr lvl="1">
              <a:lnSpc>
                <a:spcPct val="95000"/>
              </a:lnSpc>
              <a:spcBef>
                <a:spcPts val="700"/>
              </a:spcBef>
              <a:tabLst>
                <a:tab pos="914400" algn="l"/>
                <a:tab pos="1828800" algn="l"/>
                <a:tab pos="2743200" algn="l"/>
                <a:tab pos="3657600" algn="l"/>
                <a:tab pos="4572000" algn="l"/>
                <a:tab pos="5486400" algn="l"/>
                <a:tab pos="6400800" algn="l"/>
                <a:tab pos="7315200" algn="l"/>
                <a:tab pos="8229600" algn="l"/>
                <a:tab pos="9144000" algn="l"/>
                <a:tab pos="10058400" algn="l"/>
              </a:tabLst>
            </a:pPr>
            <a:r>
              <a:rPr lang="tr-TR" altLang="x-none" sz="2000" dirty="0">
                <a:solidFill>
                  <a:srgbClr val="000000"/>
                </a:solidFill>
              </a:rPr>
              <a:t>r</a:t>
            </a:r>
            <a:r>
              <a:rPr lang="tr-TR" altLang="x-none" sz="2000" baseline="-25000" dirty="0">
                <a:solidFill>
                  <a:srgbClr val="000000"/>
                </a:solidFill>
              </a:rPr>
              <a:t>1</a:t>
            </a:r>
            <a:r>
              <a:rPr lang="tr-TR" altLang="x-none" sz="2000" dirty="0">
                <a:solidFill>
                  <a:srgbClr val="000000"/>
                </a:solidFill>
              </a:rPr>
              <a:t> = 0.60  (motivasyon ve başarı)</a:t>
            </a:r>
          </a:p>
          <a:p>
            <a:pPr lvl="1">
              <a:lnSpc>
                <a:spcPct val="95000"/>
              </a:lnSpc>
              <a:spcBef>
                <a:spcPts val="700"/>
              </a:spcBef>
              <a:tabLst>
                <a:tab pos="914400" algn="l"/>
                <a:tab pos="1828800" algn="l"/>
                <a:tab pos="2743200" algn="l"/>
                <a:tab pos="3657600" algn="l"/>
                <a:tab pos="4572000" algn="l"/>
                <a:tab pos="5486400" algn="l"/>
                <a:tab pos="6400800" algn="l"/>
                <a:tab pos="7315200" algn="l"/>
                <a:tab pos="8229600" algn="l"/>
                <a:tab pos="9144000" algn="l"/>
                <a:tab pos="10058400" algn="l"/>
              </a:tabLst>
            </a:pPr>
            <a:r>
              <a:rPr lang="tr-TR" altLang="x-none" sz="2000" dirty="0">
                <a:solidFill>
                  <a:srgbClr val="000000"/>
                </a:solidFill>
              </a:rPr>
              <a:t>r</a:t>
            </a:r>
            <a:r>
              <a:rPr lang="tr-TR" altLang="x-none" sz="2000" baseline="-25000" dirty="0">
                <a:solidFill>
                  <a:srgbClr val="000000"/>
                </a:solidFill>
              </a:rPr>
              <a:t>2</a:t>
            </a:r>
            <a:r>
              <a:rPr lang="tr-TR" altLang="x-none" sz="2000" dirty="0">
                <a:solidFill>
                  <a:srgbClr val="000000"/>
                </a:solidFill>
              </a:rPr>
              <a:t> = 0.30  (sosyoekonomik düzey-SED ve başarı)</a:t>
            </a:r>
          </a:p>
          <a:p>
            <a:pPr>
              <a:spcBef>
                <a:spcPts val="700"/>
              </a:spcBef>
              <a:buFont typeface="Wingdings" charset="2"/>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tr-TR" altLang="x-none" sz="2400" dirty="0">
                <a:solidFill>
                  <a:srgbClr val="000000"/>
                </a:solidFill>
              </a:rPr>
              <a:t>Bu ilk korelasyon katsayısının ikinci durama göre iki kat güçlü olduğu şeklinde </a:t>
            </a:r>
            <a:r>
              <a:rPr lang="tr-TR" altLang="x-none" sz="2400" b="1" u="sng" dirty="0">
                <a:solidFill>
                  <a:srgbClr val="000000"/>
                </a:solidFill>
              </a:rPr>
              <a:t>yorumlanamaz</a:t>
            </a:r>
            <a:endParaRPr lang="tr-TR" altLang="x-none" sz="2400" b="1" u="sng" baseline="30000" dirty="0">
              <a:solidFill>
                <a:srgbClr val="000000"/>
              </a:solidFill>
            </a:endParaRPr>
          </a:p>
          <a:p>
            <a:pPr>
              <a:spcBef>
                <a:spcPts val="700"/>
              </a:spcBef>
              <a:buFont typeface="Wingdings" charset="2"/>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tr-TR" altLang="x-none" sz="2400" dirty="0">
                <a:solidFill>
                  <a:srgbClr val="000000"/>
                </a:solidFill>
              </a:rPr>
              <a:t>		r = 0.60         r</a:t>
            </a:r>
            <a:r>
              <a:rPr lang="tr-TR" altLang="x-none" sz="2400" baseline="30000" dirty="0">
                <a:solidFill>
                  <a:srgbClr val="000000"/>
                </a:solidFill>
              </a:rPr>
              <a:t>2 </a:t>
            </a:r>
            <a:r>
              <a:rPr lang="tr-TR" altLang="x-none" sz="2400" dirty="0">
                <a:solidFill>
                  <a:srgbClr val="000000"/>
                </a:solidFill>
              </a:rPr>
              <a:t>= 0.36   -----(1)</a:t>
            </a:r>
          </a:p>
          <a:p>
            <a:pPr>
              <a:spcBef>
                <a:spcPts val="700"/>
              </a:spcBef>
              <a:buFont typeface="Wingdings" charset="2"/>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tr-TR" altLang="x-none" sz="2400" dirty="0">
                <a:solidFill>
                  <a:srgbClr val="000000"/>
                </a:solidFill>
              </a:rPr>
              <a:t>             r = 0.30         r</a:t>
            </a:r>
            <a:r>
              <a:rPr lang="tr-TR" altLang="x-none" sz="2400" baseline="30000" dirty="0">
                <a:solidFill>
                  <a:srgbClr val="000000"/>
                </a:solidFill>
              </a:rPr>
              <a:t>2 </a:t>
            </a:r>
            <a:r>
              <a:rPr lang="tr-TR" altLang="x-none" sz="2400" dirty="0">
                <a:solidFill>
                  <a:srgbClr val="000000"/>
                </a:solidFill>
              </a:rPr>
              <a:t>= 0.09   -----(2)</a:t>
            </a:r>
          </a:p>
          <a:p>
            <a:pPr>
              <a:spcBef>
                <a:spcPts val="0"/>
              </a:spcBef>
              <a:buFont typeface="Wingdings" charset="2"/>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tr-TR" altLang="x-none" sz="2400" dirty="0">
              <a:solidFill>
                <a:srgbClr val="000000"/>
              </a:solidFill>
            </a:endParaRPr>
          </a:p>
          <a:p>
            <a:pPr marL="0">
              <a:spcBef>
                <a:spcPts val="0"/>
              </a:spcBef>
              <a:buFont typeface="Wingdings" charset="2"/>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tr-TR" sz="2400" dirty="0"/>
              <a:t>İlk durumda bağımsız değişken başarıdaki toplam varyasyonun% 36'sını açıklarken, ikinci olguda SED başarıdaki değişimin % 9'unu açıklamaktadır.</a:t>
            </a:r>
            <a:endParaRPr lang="tr-TR" altLang="x-none" sz="4000" dirty="0">
              <a:solidFill>
                <a:srgbClr val="000000"/>
              </a:solidFill>
            </a:endParaRPr>
          </a:p>
          <a:p>
            <a:pPr>
              <a:buFont typeface="Wingdings" charset="2"/>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tr-TR" altLang="x-none" sz="4000" dirty="0">
              <a:solidFill>
                <a:srgbClr val="000000"/>
              </a:solidFill>
            </a:endParaRPr>
          </a:p>
        </p:txBody>
      </p:sp>
      <p:sp>
        <p:nvSpPr>
          <p:cNvPr id="4" name="Rectangle 1"/>
          <p:cNvSpPr txBox="1">
            <a:spLocks noChangeArrowheads="1"/>
          </p:cNvSpPr>
          <p:nvPr/>
        </p:nvSpPr>
        <p:spPr>
          <a:xfrm>
            <a:off x="304800" y="838200"/>
            <a:ext cx="8458200" cy="609600"/>
          </a:xfrm>
          <a:prstGeom prst="rect">
            <a:avLst/>
          </a:prstGeom>
          <a:ln/>
        </p:spPr>
        <p:txBody>
          <a:bodyPr>
            <a:normAutofit fontScale="97500"/>
          </a:bodyPr>
          <a:lstStyle>
            <a:lvl1pPr algn="ctr" rtl="0" eaLnBrk="0" fontAlgn="base" hangingPunct="0">
              <a:spcBef>
                <a:spcPct val="0"/>
              </a:spcBef>
              <a:spcAft>
                <a:spcPct val="0"/>
              </a:spcAft>
              <a:defRPr sz="3300" kern="1200">
                <a:solidFill>
                  <a:srgbClr val="E15900"/>
                </a:solidFill>
                <a:latin typeface="+mj-lt"/>
                <a:ea typeface="+mj-ea"/>
                <a:cs typeface="+mj-cs"/>
              </a:defRPr>
            </a:lvl1pPr>
            <a:lvl2pPr algn="ctr" rtl="0" eaLnBrk="0" fontAlgn="base" hangingPunct="0">
              <a:spcBef>
                <a:spcPct val="0"/>
              </a:spcBef>
              <a:spcAft>
                <a:spcPct val="0"/>
              </a:spcAft>
              <a:defRPr sz="3300">
                <a:solidFill>
                  <a:srgbClr val="E15900"/>
                </a:solidFill>
                <a:latin typeface="Georgia" panose="02040502050405020303" pitchFamily="18" charset="0"/>
              </a:defRPr>
            </a:lvl2pPr>
            <a:lvl3pPr algn="ctr" rtl="0" eaLnBrk="0" fontAlgn="base" hangingPunct="0">
              <a:spcBef>
                <a:spcPct val="0"/>
              </a:spcBef>
              <a:spcAft>
                <a:spcPct val="0"/>
              </a:spcAft>
              <a:defRPr sz="3300">
                <a:solidFill>
                  <a:srgbClr val="E15900"/>
                </a:solidFill>
                <a:latin typeface="Georgia" panose="02040502050405020303" pitchFamily="18" charset="0"/>
              </a:defRPr>
            </a:lvl3pPr>
            <a:lvl4pPr algn="ctr" rtl="0" eaLnBrk="0" fontAlgn="base" hangingPunct="0">
              <a:spcBef>
                <a:spcPct val="0"/>
              </a:spcBef>
              <a:spcAft>
                <a:spcPct val="0"/>
              </a:spcAft>
              <a:defRPr sz="3300">
                <a:solidFill>
                  <a:srgbClr val="E15900"/>
                </a:solidFill>
                <a:latin typeface="Georgia" panose="02040502050405020303" pitchFamily="18" charset="0"/>
              </a:defRPr>
            </a:lvl4pPr>
            <a:lvl5pPr algn="ctr" rtl="0" eaLnBrk="0" fontAlgn="base" hangingPunct="0">
              <a:spcBef>
                <a:spcPct val="0"/>
              </a:spcBef>
              <a:spcAft>
                <a:spcPct val="0"/>
              </a:spcAft>
              <a:defRPr sz="3300">
                <a:solidFill>
                  <a:srgbClr val="E15900"/>
                </a:solidFill>
                <a:latin typeface="Georgia" panose="02040502050405020303" pitchFamily="18" charset="0"/>
              </a:defRPr>
            </a:lvl5pPr>
            <a:lvl6pPr marL="457200" algn="ctr" rtl="0" fontAlgn="base">
              <a:spcBef>
                <a:spcPct val="0"/>
              </a:spcBef>
              <a:spcAft>
                <a:spcPct val="0"/>
              </a:spcAft>
              <a:defRPr sz="3300">
                <a:solidFill>
                  <a:srgbClr val="E15900"/>
                </a:solidFill>
                <a:latin typeface="Georgia" panose="02040502050405020303" pitchFamily="18" charset="0"/>
              </a:defRPr>
            </a:lvl6pPr>
            <a:lvl7pPr marL="914400" algn="ctr" rtl="0" fontAlgn="base">
              <a:spcBef>
                <a:spcPct val="0"/>
              </a:spcBef>
              <a:spcAft>
                <a:spcPct val="0"/>
              </a:spcAft>
              <a:defRPr sz="3300">
                <a:solidFill>
                  <a:srgbClr val="E15900"/>
                </a:solidFill>
                <a:latin typeface="Georgia" panose="02040502050405020303" pitchFamily="18" charset="0"/>
              </a:defRPr>
            </a:lvl7pPr>
            <a:lvl8pPr marL="1371600" algn="ctr" rtl="0" fontAlgn="base">
              <a:spcBef>
                <a:spcPct val="0"/>
              </a:spcBef>
              <a:spcAft>
                <a:spcPct val="0"/>
              </a:spcAft>
              <a:defRPr sz="3300">
                <a:solidFill>
                  <a:srgbClr val="E15900"/>
                </a:solidFill>
                <a:latin typeface="Georgia" panose="02040502050405020303" pitchFamily="18" charset="0"/>
              </a:defRPr>
            </a:lvl8pPr>
            <a:lvl9pPr marL="1828800" algn="ctr" rtl="0" fontAlgn="base">
              <a:spcBef>
                <a:spcPct val="0"/>
              </a:spcBef>
              <a:spcAft>
                <a:spcPct val="0"/>
              </a:spcAft>
              <a:defRPr sz="3300">
                <a:solidFill>
                  <a:srgbClr val="E15900"/>
                </a:solidFill>
                <a:latin typeface="Georgia" panose="02040502050405020303" pitchFamily="18" charset="0"/>
              </a:defRPr>
            </a:lvl9pPr>
          </a:lstStyle>
          <a:p>
            <a:pPr>
              <a:lnSpc>
                <a:spcPct val="95000"/>
              </a:lnSpc>
              <a:buClr>
                <a:srgbClr val="000000"/>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x-none" sz="3600" b="1"/>
              <a:t>Bir örnek</a:t>
            </a:r>
            <a:endParaRPr lang="en-GB" altLang="x-none" sz="3600" b="1" dirty="0"/>
          </a:p>
        </p:txBody>
      </p:sp>
    </p:spTree>
    <p:extLst>
      <p:ext uri="{BB962C8B-B14F-4D97-AF65-F5344CB8AC3E}">
        <p14:creationId xmlns:p14="http://schemas.microsoft.com/office/powerpoint/2010/main" val="15967978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ikdörtgen 3"/>
          <p:cNvSpPr/>
          <p:nvPr/>
        </p:nvSpPr>
        <p:spPr>
          <a:xfrm>
            <a:off x="457200" y="533400"/>
            <a:ext cx="3374642" cy="584775"/>
          </a:xfrm>
          <a:prstGeom prst="rect">
            <a:avLst/>
          </a:prstGeom>
        </p:spPr>
        <p:txBody>
          <a:bodyPr wrap="none">
            <a:spAutoFit/>
          </a:bodyPr>
          <a:lstStyle/>
          <a:p>
            <a:pPr eaLnBrk="1" hangingPunct="1">
              <a:defRPr/>
            </a:pPr>
            <a:r>
              <a:rPr lang="tr-TR" sz="3200" dirty="0">
                <a:solidFill>
                  <a:schemeClr val="accent3">
                    <a:shade val="75000"/>
                  </a:schemeClr>
                </a:solidFill>
                <a:latin typeface="Arial" panose="020B0604020202020204" pitchFamily="34" charset="0"/>
              </a:rPr>
              <a:t>Kısmi Korelasyon</a:t>
            </a:r>
            <a:endParaRPr lang="tr-TR" sz="3200" dirty="0">
              <a:latin typeface="Arial" panose="020B0604020202020204" pitchFamily="34" charset="0"/>
            </a:endParaRPr>
          </a:p>
        </p:txBody>
      </p:sp>
      <p:sp>
        <p:nvSpPr>
          <p:cNvPr id="2" name="Rectangle 1"/>
          <p:cNvSpPr/>
          <p:nvPr/>
        </p:nvSpPr>
        <p:spPr>
          <a:xfrm>
            <a:off x="323528" y="1340768"/>
            <a:ext cx="8496944" cy="4893647"/>
          </a:xfrm>
          <a:prstGeom prst="rect">
            <a:avLst/>
          </a:prstGeom>
        </p:spPr>
        <p:txBody>
          <a:bodyPr wrap="square">
            <a:spAutoFit/>
          </a:bodyPr>
          <a:lstStyle/>
          <a:p>
            <a:pPr marL="285750" indent="-285750">
              <a:buFont typeface="Arial" charset="0"/>
              <a:buChar char="•"/>
            </a:pPr>
            <a:r>
              <a:rPr lang="tr-TR" sz="2400" dirty="0"/>
              <a:t>Korelasyon katsayısı iki değişken arasındaki ilişkiyi gösterirken diğer değişkenlerin etkilerini dikkate almaz. Ancak, bazen geriye kalan değişkenlerin etkisi ortadan kaldırıldıktan sonra, iki değişken arasındaki ilişkinin miktarı incelenmek istenebilir.</a:t>
            </a:r>
          </a:p>
          <a:p>
            <a:pPr marL="285750" indent="-285750">
              <a:buFont typeface="Arial" charset="0"/>
              <a:buChar char="•"/>
            </a:pPr>
            <a:endParaRPr lang="tr-TR" sz="2400" dirty="0"/>
          </a:p>
          <a:p>
            <a:pPr marL="285750" indent="-285750">
              <a:buFont typeface="Arial" charset="0"/>
              <a:buChar char="•"/>
            </a:pPr>
            <a:r>
              <a:rPr lang="tr-TR" sz="2400" dirty="0"/>
              <a:t>Diğer bir deyişle, ikincil ilişkilerin etkisi ortadan kaldırıldıktan sonra iki değişken arasındaki gerçek ilişki incelenmek daha doğru bir sonuç üretir. Bu </a:t>
            </a:r>
            <a:r>
              <a:rPr lang="tr-TR" sz="2400" dirty="0">
                <a:solidFill>
                  <a:srgbClr val="C00000"/>
                </a:solidFill>
              </a:rPr>
              <a:t>iş kısmi korelasyon katsayısı</a:t>
            </a:r>
            <a:r>
              <a:rPr lang="tr-TR" sz="2400" dirty="0"/>
              <a:t> ile yapılır. </a:t>
            </a:r>
          </a:p>
          <a:p>
            <a:pPr marL="742950" lvl="1" indent="-285750">
              <a:buFont typeface="Arial" charset="0"/>
              <a:buChar char="•"/>
            </a:pPr>
            <a:r>
              <a:rPr lang="tr-TR" sz="2400" dirty="0"/>
              <a:t>Kısmi korelasyonda incelenen değişkenlerle ilişkili olduğu düşünülen bir ve ya daha fazla değişkenin bu değişkenler üzerindeki etkisi kontrol altında tutulur.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o 5"/>
          <p:cNvGraphicFramePr>
            <a:graphicFrameLocks noGrp="1"/>
          </p:cNvGraphicFramePr>
          <p:nvPr>
            <p:extLst>
              <p:ext uri="{D42A27DB-BD31-4B8C-83A1-F6EECF244321}">
                <p14:modId xmlns:p14="http://schemas.microsoft.com/office/powerpoint/2010/main" val="3541179709"/>
              </p:ext>
            </p:extLst>
          </p:nvPr>
        </p:nvGraphicFramePr>
        <p:xfrm>
          <a:off x="306776" y="2348880"/>
          <a:ext cx="3761168" cy="1904999"/>
        </p:xfrm>
        <a:graphic>
          <a:graphicData uri="http://schemas.openxmlformats.org/drawingml/2006/table">
            <a:tbl>
              <a:tblPr/>
              <a:tblGrid>
                <a:gridCol w="2176992">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792088">
                  <a:extLst>
                    <a:ext uri="{9D8B030D-6E8A-4147-A177-3AD203B41FA5}">
                      <a16:colId xmlns:a16="http://schemas.microsoft.com/office/drawing/2014/main" val="20002"/>
                    </a:ext>
                  </a:extLst>
                </a:gridCol>
              </a:tblGrid>
              <a:tr h="271463">
                <a:tc>
                  <a:txBody>
                    <a:bodyPr/>
                    <a:lstStyle>
                      <a:lvl1pPr>
                        <a:spcBef>
                          <a:spcPct val="20000"/>
                        </a:spcBef>
                        <a:buClr>
                          <a:schemeClr val="accent1"/>
                        </a:buClr>
                        <a:buSzPct val="85000"/>
                        <a:buFont typeface="Wingdings 2" charset="2"/>
                        <a:defRPr sz="2300">
                          <a:solidFill>
                            <a:schemeClr val="tx1"/>
                          </a:solidFill>
                          <a:latin typeface="Georgia" charset="0"/>
                        </a:defRPr>
                      </a:lvl1pPr>
                      <a:lvl2pPr marL="742950" indent="-285750">
                        <a:spcBef>
                          <a:spcPct val="20000"/>
                        </a:spcBef>
                        <a:buClr>
                          <a:schemeClr val="accent2"/>
                        </a:buClr>
                        <a:buSzPct val="70000"/>
                        <a:buFont typeface="Wingdings" charset="2"/>
                        <a:defRPr sz="2000">
                          <a:solidFill>
                            <a:schemeClr val="tx2"/>
                          </a:solidFill>
                          <a:latin typeface="Georgia" charset="0"/>
                        </a:defRPr>
                      </a:lvl2pPr>
                      <a:lvl3pPr marL="1143000" indent="-228600">
                        <a:spcBef>
                          <a:spcPct val="20000"/>
                        </a:spcBef>
                        <a:buClr>
                          <a:srgbClr val="FF6600"/>
                        </a:buClr>
                        <a:buSzPct val="75000"/>
                        <a:buFont typeface="Wingdings 2" charset="2"/>
                        <a:defRPr>
                          <a:solidFill>
                            <a:schemeClr val="tx1"/>
                          </a:solidFill>
                          <a:latin typeface="Georgia" charset="0"/>
                        </a:defRPr>
                      </a:lvl3pPr>
                      <a:lvl4pPr marL="1600200" indent="-228600">
                        <a:spcBef>
                          <a:spcPct val="20000"/>
                        </a:spcBef>
                        <a:buClr>
                          <a:srgbClr val="92D050"/>
                        </a:buClr>
                        <a:buSzPct val="70000"/>
                        <a:buFont typeface="Wingdings" charset="2"/>
                        <a:defRPr>
                          <a:solidFill>
                            <a:schemeClr val="tx2"/>
                          </a:solidFill>
                          <a:latin typeface="Georgia" charset="0"/>
                        </a:defRPr>
                      </a:lvl4pPr>
                      <a:lvl5pPr marL="2057400" indent="-228600">
                        <a:spcBef>
                          <a:spcPct val="20000"/>
                        </a:spcBef>
                        <a:buClr>
                          <a:srgbClr val="C00000"/>
                        </a:buClr>
                        <a:defRPr sz="1600">
                          <a:solidFill>
                            <a:schemeClr val="tx1"/>
                          </a:solidFill>
                          <a:latin typeface="Georgia" charset="0"/>
                        </a:defRPr>
                      </a:lvl5pPr>
                      <a:lvl6pPr marL="2514600" indent="-228600" eaLnBrk="0" fontAlgn="base" hangingPunct="0">
                        <a:spcBef>
                          <a:spcPct val="20000"/>
                        </a:spcBef>
                        <a:spcAft>
                          <a:spcPct val="0"/>
                        </a:spcAft>
                        <a:buClr>
                          <a:srgbClr val="C00000"/>
                        </a:buClr>
                        <a:defRPr sz="1600">
                          <a:solidFill>
                            <a:schemeClr val="tx1"/>
                          </a:solidFill>
                          <a:latin typeface="Georgia" charset="0"/>
                        </a:defRPr>
                      </a:lvl6pPr>
                      <a:lvl7pPr marL="2971800" indent="-228600" eaLnBrk="0" fontAlgn="base" hangingPunct="0">
                        <a:spcBef>
                          <a:spcPct val="20000"/>
                        </a:spcBef>
                        <a:spcAft>
                          <a:spcPct val="0"/>
                        </a:spcAft>
                        <a:buClr>
                          <a:srgbClr val="C00000"/>
                        </a:buClr>
                        <a:defRPr sz="1600">
                          <a:solidFill>
                            <a:schemeClr val="tx1"/>
                          </a:solidFill>
                          <a:latin typeface="Georgia" charset="0"/>
                        </a:defRPr>
                      </a:lvl7pPr>
                      <a:lvl8pPr marL="3429000" indent="-228600" eaLnBrk="0" fontAlgn="base" hangingPunct="0">
                        <a:spcBef>
                          <a:spcPct val="20000"/>
                        </a:spcBef>
                        <a:spcAft>
                          <a:spcPct val="0"/>
                        </a:spcAft>
                        <a:buClr>
                          <a:srgbClr val="C00000"/>
                        </a:buClr>
                        <a:defRPr sz="1600">
                          <a:solidFill>
                            <a:schemeClr val="tx1"/>
                          </a:solidFill>
                          <a:latin typeface="Georgia" charset="0"/>
                        </a:defRPr>
                      </a:lvl8pPr>
                      <a:lvl9pPr marL="3886200" indent="-228600" eaLnBrk="0" fontAlgn="base" hangingPunct="0">
                        <a:spcBef>
                          <a:spcPct val="20000"/>
                        </a:spcBef>
                        <a:spcAft>
                          <a:spcPct val="0"/>
                        </a:spcAft>
                        <a:buClr>
                          <a:srgbClr val="C00000"/>
                        </a:buClr>
                        <a:defRPr sz="1600">
                          <a:solidFill>
                            <a:schemeClr val="tx1"/>
                          </a:solidFill>
                          <a:latin typeface="Georgia"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tr-TR" altLang="x-none" sz="1400" b="1" i="0" u="none" strike="noStrike" cap="none" normalizeH="0" baseline="0">
                          <a:ln>
                            <a:noFill/>
                          </a:ln>
                          <a:solidFill>
                            <a:schemeClr val="tx1"/>
                          </a:solidFill>
                          <a:effectLst/>
                          <a:latin typeface="Georgia" charset="0"/>
                        </a:rPr>
                        <a:t> </a:t>
                      </a:r>
                      <a:endParaRPr kumimoji="0" lang="tr-TR" altLang="x-none" sz="1800" b="1" i="0" u="none" strike="noStrike" cap="none" normalizeH="0" baseline="0">
                        <a:ln>
                          <a:noFill/>
                        </a:ln>
                        <a:solidFill>
                          <a:schemeClr val="tx1"/>
                        </a:solidFill>
                        <a:effectLst/>
                        <a:latin typeface="Calibri" charset="0"/>
                        <a:ea typeface="Calibri" charset="0"/>
                        <a:cs typeface="Times New Roman" charset="0"/>
                      </a:endParaRPr>
                    </a:p>
                  </a:txBody>
                  <a:tcPr marL="68580" marR="68580" marT="0" marB="0"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25400" cap="flat" cmpd="sng" algn="ctr">
                      <a:solidFill>
                        <a:srgbClr val="FF66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charset="2"/>
                        <a:defRPr sz="2300">
                          <a:solidFill>
                            <a:schemeClr val="tx1"/>
                          </a:solidFill>
                          <a:latin typeface="Georgia" charset="0"/>
                        </a:defRPr>
                      </a:lvl1pPr>
                      <a:lvl2pPr marL="742950" indent="-285750">
                        <a:spcBef>
                          <a:spcPct val="20000"/>
                        </a:spcBef>
                        <a:buClr>
                          <a:schemeClr val="accent2"/>
                        </a:buClr>
                        <a:buSzPct val="70000"/>
                        <a:buFont typeface="Wingdings" charset="2"/>
                        <a:defRPr sz="2000">
                          <a:solidFill>
                            <a:schemeClr val="tx2"/>
                          </a:solidFill>
                          <a:latin typeface="Georgia" charset="0"/>
                        </a:defRPr>
                      </a:lvl2pPr>
                      <a:lvl3pPr marL="1143000" indent="-228600">
                        <a:spcBef>
                          <a:spcPct val="20000"/>
                        </a:spcBef>
                        <a:buClr>
                          <a:srgbClr val="FF6600"/>
                        </a:buClr>
                        <a:buSzPct val="75000"/>
                        <a:buFont typeface="Wingdings 2" charset="2"/>
                        <a:defRPr>
                          <a:solidFill>
                            <a:schemeClr val="tx1"/>
                          </a:solidFill>
                          <a:latin typeface="Georgia" charset="0"/>
                        </a:defRPr>
                      </a:lvl3pPr>
                      <a:lvl4pPr marL="1600200" indent="-228600">
                        <a:spcBef>
                          <a:spcPct val="20000"/>
                        </a:spcBef>
                        <a:buClr>
                          <a:srgbClr val="92D050"/>
                        </a:buClr>
                        <a:buSzPct val="70000"/>
                        <a:buFont typeface="Wingdings" charset="2"/>
                        <a:defRPr>
                          <a:solidFill>
                            <a:schemeClr val="tx2"/>
                          </a:solidFill>
                          <a:latin typeface="Georgia" charset="0"/>
                        </a:defRPr>
                      </a:lvl4pPr>
                      <a:lvl5pPr marL="2057400" indent="-228600">
                        <a:spcBef>
                          <a:spcPct val="20000"/>
                        </a:spcBef>
                        <a:buClr>
                          <a:srgbClr val="C00000"/>
                        </a:buClr>
                        <a:defRPr sz="1600">
                          <a:solidFill>
                            <a:schemeClr val="tx1"/>
                          </a:solidFill>
                          <a:latin typeface="Georgia" charset="0"/>
                        </a:defRPr>
                      </a:lvl5pPr>
                      <a:lvl6pPr marL="2514600" indent="-228600" eaLnBrk="0" fontAlgn="base" hangingPunct="0">
                        <a:spcBef>
                          <a:spcPct val="20000"/>
                        </a:spcBef>
                        <a:spcAft>
                          <a:spcPct val="0"/>
                        </a:spcAft>
                        <a:buClr>
                          <a:srgbClr val="C00000"/>
                        </a:buClr>
                        <a:defRPr sz="1600">
                          <a:solidFill>
                            <a:schemeClr val="tx1"/>
                          </a:solidFill>
                          <a:latin typeface="Georgia" charset="0"/>
                        </a:defRPr>
                      </a:lvl6pPr>
                      <a:lvl7pPr marL="2971800" indent="-228600" eaLnBrk="0" fontAlgn="base" hangingPunct="0">
                        <a:spcBef>
                          <a:spcPct val="20000"/>
                        </a:spcBef>
                        <a:spcAft>
                          <a:spcPct val="0"/>
                        </a:spcAft>
                        <a:buClr>
                          <a:srgbClr val="C00000"/>
                        </a:buClr>
                        <a:defRPr sz="1600">
                          <a:solidFill>
                            <a:schemeClr val="tx1"/>
                          </a:solidFill>
                          <a:latin typeface="Georgia" charset="0"/>
                        </a:defRPr>
                      </a:lvl7pPr>
                      <a:lvl8pPr marL="3429000" indent="-228600" eaLnBrk="0" fontAlgn="base" hangingPunct="0">
                        <a:spcBef>
                          <a:spcPct val="20000"/>
                        </a:spcBef>
                        <a:spcAft>
                          <a:spcPct val="0"/>
                        </a:spcAft>
                        <a:buClr>
                          <a:srgbClr val="C00000"/>
                        </a:buClr>
                        <a:defRPr sz="1600">
                          <a:solidFill>
                            <a:schemeClr val="tx1"/>
                          </a:solidFill>
                          <a:latin typeface="Georgia" charset="0"/>
                        </a:defRPr>
                      </a:lvl8pPr>
                      <a:lvl9pPr marL="3886200" indent="-228600" eaLnBrk="0" fontAlgn="base" hangingPunct="0">
                        <a:spcBef>
                          <a:spcPct val="20000"/>
                        </a:spcBef>
                        <a:spcAft>
                          <a:spcPct val="0"/>
                        </a:spcAft>
                        <a:buClr>
                          <a:srgbClr val="C00000"/>
                        </a:buClr>
                        <a:defRPr sz="1600">
                          <a:solidFill>
                            <a:schemeClr val="tx1"/>
                          </a:solidFill>
                          <a:latin typeface="Georgia"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tr-TR" altLang="x-none" sz="1400" b="1" i="0" u="none" strike="noStrike" cap="none" normalizeH="0" baseline="0">
                          <a:ln>
                            <a:noFill/>
                          </a:ln>
                          <a:solidFill>
                            <a:schemeClr val="tx1"/>
                          </a:solidFill>
                          <a:effectLst/>
                          <a:latin typeface="Georgia" charset="0"/>
                        </a:rPr>
                        <a:t>r</a:t>
                      </a:r>
                      <a:endParaRPr kumimoji="0" lang="tr-TR" altLang="x-none" sz="1800" b="1" i="0" u="none" strike="noStrike" cap="none" normalizeH="0" baseline="0">
                        <a:ln>
                          <a:noFill/>
                        </a:ln>
                        <a:solidFill>
                          <a:schemeClr val="tx1"/>
                        </a:solidFill>
                        <a:effectLst/>
                        <a:latin typeface="Calibri" charset="0"/>
                        <a:ea typeface="Calibri" charset="0"/>
                        <a:cs typeface="Times New Roman" charset="0"/>
                      </a:endParaRPr>
                    </a:p>
                  </a:txBody>
                  <a:tcPr marL="68580" marR="68580" marT="0" marB="0"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25400" cap="flat" cmpd="sng" algn="ctr">
                      <a:solidFill>
                        <a:srgbClr val="FF66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charset="2"/>
                        <a:defRPr sz="2300">
                          <a:solidFill>
                            <a:schemeClr val="tx1"/>
                          </a:solidFill>
                          <a:latin typeface="Georgia" charset="0"/>
                        </a:defRPr>
                      </a:lvl1pPr>
                      <a:lvl2pPr marL="742950" indent="-285750">
                        <a:spcBef>
                          <a:spcPct val="20000"/>
                        </a:spcBef>
                        <a:buClr>
                          <a:schemeClr val="accent2"/>
                        </a:buClr>
                        <a:buSzPct val="70000"/>
                        <a:buFont typeface="Wingdings" charset="2"/>
                        <a:defRPr sz="2000">
                          <a:solidFill>
                            <a:schemeClr val="tx2"/>
                          </a:solidFill>
                          <a:latin typeface="Georgia" charset="0"/>
                        </a:defRPr>
                      </a:lvl2pPr>
                      <a:lvl3pPr marL="1143000" indent="-228600">
                        <a:spcBef>
                          <a:spcPct val="20000"/>
                        </a:spcBef>
                        <a:buClr>
                          <a:srgbClr val="FF6600"/>
                        </a:buClr>
                        <a:buSzPct val="75000"/>
                        <a:buFont typeface="Wingdings 2" charset="2"/>
                        <a:defRPr>
                          <a:solidFill>
                            <a:schemeClr val="tx1"/>
                          </a:solidFill>
                          <a:latin typeface="Georgia" charset="0"/>
                        </a:defRPr>
                      </a:lvl3pPr>
                      <a:lvl4pPr marL="1600200" indent="-228600">
                        <a:spcBef>
                          <a:spcPct val="20000"/>
                        </a:spcBef>
                        <a:buClr>
                          <a:srgbClr val="92D050"/>
                        </a:buClr>
                        <a:buSzPct val="70000"/>
                        <a:buFont typeface="Wingdings" charset="2"/>
                        <a:defRPr>
                          <a:solidFill>
                            <a:schemeClr val="tx2"/>
                          </a:solidFill>
                          <a:latin typeface="Georgia" charset="0"/>
                        </a:defRPr>
                      </a:lvl4pPr>
                      <a:lvl5pPr marL="2057400" indent="-228600">
                        <a:spcBef>
                          <a:spcPct val="20000"/>
                        </a:spcBef>
                        <a:buClr>
                          <a:srgbClr val="C00000"/>
                        </a:buClr>
                        <a:defRPr sz="1600">
                          <a:solidFill>
                            <a:schemeClr val="tx1"/>
                          </a:solidFill>
                          <a:latin typeface="Georgia" charset="0"/>
                        </a:defRPr>
                      </a:lvl5pPr>
                      <a:lvl6pPr marL="2514600" indent="-228600" eaLnBrk="0" fontAlgn="base" hangingPunct="0">
                        <a:spcBef>
                          <a:spcPct val="20000"/>
                        </a:spcBef>
                        <a:spcAft>
                          <a:spcPct val="0"/>
                        </a:spcAft>
                        <a:buClr>
                          <a:srgbClr val="C00000"/>
                        </a:buClr>
                        <a:defRPr sz="1600">
                          <a:solidFill>
                            <a:schemeClr val="tx1"/>
                          </a:solidFill>
                          <a:latin typeface="Georgia" charset="0"/>
                        </a:defRPr>
                      </a:lvl6pPr>
                      <a:lvl7pPr marL="2971800" indent="-228600" eaLnBrk="0" fontAlgn="base" hangingPunct="0">
                        <a:spcBef>
                          <a:spcPct val="20000"/>
                        </a:spcBef>
                        <a:spcAft>
                          <a:spcPct val="0"/>
                        </a:spcAft>
                        <a:buClr>
                          <a:srgbClr val="C00000"/>
                        </a:buClr>
                        <a:defRPr sz="1600">
                          <a:solidFill>
                            <a:schemeClr val="tx1"/>
                          </a:solidFill>
                          <a:latin typeface="Georgia" charset="0"/>
                        </a:defRPr>
                      </a:lvl7pPr>
                      <a:lvl8pPr marL="3429000" indent="-228600" eaLnBrk="0" fontAlgn="base" hangingPunct="0">
                        <a:spcBef>
                          <a:spcPct val="20000"/>
                        </a:spcBef>
                        <a:spcAft>
                          <a:spcPct val="0"/>
                        </a:spcAft>
                        <a:buClr>
                          <a:srgbClr val="C00000"/>
                        </a:buClr>
                        <a:defRPr sz="1600">
                          <a:solidFill>
                            <a:schemeClr val="tx1"/>
                          </a:solidFill>
                          <a:latin typeface="Georgia" charset="0"/>
                        </a:defRPr>
                      </a:lvl8pPr>
                      <a:lvl9pPr marL="3886200" indent="-228600" eaLnBrk="0" fontAlgn="base" hangingPunct="0">
                        <a:spcBef>
                          <a:spcPct val="20000"/>
                        </a:spcBef>
                        <a:spcAft>
                          <a:spcPct val="0"/>
                        </a:spcAft>
                        <a:buClr>
                          <a:srgbClr val="C00000"/>
                        </a:buClr>
                        <a:defRPr sz="1600">
                          <a:solidFill>
                            <a:schemeClr val="tx1"/>
                          </a:solidFill>
                          <a:latin typeface="Georgia"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tr-TR" altLang="x-none" sz="1400" b="1" i="0" u="none" strike="noStrike" cap="none" normalizeH="0" baseline="0">
                          <a:ln>
                            <a:noFill/>
                          </a:ln>
                          <a:solidFill>
                            <a:schemeClr val="tx1"/>
                          </a:solidFill>
                          <a:effectLst/>
                          <a:latin typeface="Georgia" charset="0"/>
                        </a:rPr>
                        <a:t>R</a:t>
                      </a:r>
                      <a:r>
                        <a:rPr kumimoji="0" lang="tr-TR" altLang="x-none" sz="1400" b="1" i="0" u="none" strike="noStrike" cap="none" normalizeH="0" baseline="30000">
                          <a:ln>
                            <a:noFill/>
                          </a:ln>
                          <a:solidFill>
                            <a:schemeClr val="tx1"/>
                          </a:solidFill>
                          <a:effectLst/>
                          <a:latin typeface="Georgia" charset="0"/>
                        </a:rPr>
                        <a:t>2</a:t>
                      </a:r>
                      <a:endParaRPr kumimoji="0" lang="tr-TR" altLang="x-none" sz="1800" b="1" i="0" u="none" strike="noStrike" cap="none" normalizeH="0" baseline="0">
                        <a:ln>
                          <a:noFill/>
                        </a:ln>
                        <a:solidFill>
                          <a:schemeClr val="tx1"/>
                        </a:solidFill>
                        <a:effectLst/>
                        <a:latin typeface="Calibri" charset="0"/>
                        <a:ea typeface="Calibri" charset="0"/>
                        <a:cs typeface="Times New Roman" charset="0"/>
                      </a:endParaRPr>
                    </a:p>
                  </a:txBody>
                  <a:tcPr marL="68580" marR="68580" marT="0" marB="0"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254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4512">
                <a:tc>
                  <a:txBody>
                    <a:bodyPr/>
                    <a:lstStyle>
                      <a:lvl1pPr>
                        <a:spcBef>
                          <a:spcPct val="20000"/>
                        </a:spcBef>
                        <a:buClr>
                          <a:schemeClr val="accent1"/>
                        </a:buClr>
                        <a:buSzPct val="85000"/>
                        <a:buFont typeface="Wingdings 2" charset="2"/>
                        <a:defRPr sz="2300">
                          <a:solidFill>
                            <a:schemeClr val="tx1"/>
                          </a:solidFill>
                          <a:latin typeface="Georgia" charset="0"/>
                        </a:defRPr>
                      </a:lvl1pPr>
                      <a:lvl2pPr marL="742950" indent="-285750">
                        <a:spcBef>
                          <a:spcPct val="20000"/>
                        </a:spcBef>
                        <a:buClr>
                          <a:schemeClr val="accent2"/>
                        </a:buClr>
                        <a:buSzPct val="70000"/>
                        <a:buFont typeface="Wingdings" charset="2"/>
                        <a:defRPr sz="2000">
                          <a:solidFill>
                            <a:schemeClr val="tx2"/>
                          </a:solidFill>
                          <a:latin typeface="Georgia" charset="0"/>
                        </a:defRPr>
                      </a:lvl2pPr>
                      <a:lvl3pPr marL="1143000" indent="-228600">
                        <a:spcBef>
                          <a:spcPct val="20000"/>
                        </a:spcBef>
                        <a:buClr>
                          <a:srgbClr val="FF6600"/>
                        </a:buClr>
                        <a:buSzPct val="75000"/>
                        <a:buFont typeface="Wingdings 2" charset="2"/>
                        <a:defRPr>
                          <a:solidFill>
                            <a:schemeClr val="tx1"/>
                          </a:solidFill>
                          <a:latin typeface="Georgia" charset="0"/>
                        </a:defRPr>
                      </a:lvl3pPr>
                      <a:lvl4pPr marL="1600200" indent="-228600">
                        <a:spcBef>
                          <a:spcPct val="20000"/>
                        </a:spcBef>
                        <a:buClr>
                          <a:srgbClr val="92D050"/>
                        </a:buClr>
                        <a:buSzPct val="70000"/>
                        <a:buFont typeface="Wingdings" charset="2"/>
                        <a:defRPr>
                          <a:solidFill>
                            <a:schemeClr val="tx2"/>
                          </a:solidFill>
                          <a:latin typeface="Georgia" charset="0"/>
                        </a:defRPr>
                      </a:lvl4pPr>
                      <a:lvl5pPr marL="2057400" indent="-228600">
                        <a:spcBef>
                          <a:spcPct val="20000"/>
                        </a:spcBef>
                        <a:buClr>
                          <a:srgbClr val="C00000"/>
                        </a:buClr>
                        <a:defRPr sz="1600">
                          <a:solidFill>
                            <a:schemeClr val="tx1"/>
                          </a:solidFill>
                          <a:latin typeface="Georgia" charset="0"/>
                        </a:defRPr>
                      </a:lvl5pPr>
                      <a:lvl6pPr marL="2514600" indent="-228600" eaLnBrk="0" fontAlgn="base" hangingPunct="0">
                        <a:spcBef>
                          <a:spcPct val="20000"/>
                        </a:spcBef>
                        <a:spcAft>
                          <a:spcPct val="0"/>
                        </a:spcAft>
                        <a:buClr>
                          <a:srgbClr val="C00000"/>
                        </a:buClr>
                        <a:defRPr sz="1600">
                          <a:solidFill>
                            <a:schemeClr val="tx1"/>
                          </a:solidFill>
                          <a:latin typeface="Georgia" charset="0"/>
                        </a:defRPr>
                      </a:lvl6pPr>
                      <a:lvl7pPr marL="2971800" indent="-228600" eaLnBrk="0" fontAlgn="base" hangingPunct="0">
                        <a:spcBef>
                          <a:spcPct val="20000"/>
                        </a:spcBef>
                        <a:spcAft>
                          <a:spcPct val="0"/>
                        </a:spcAft>
                        <a:buClr>
                          <a:srgbClr val="C00000"/>
                        </a:buClr>
                        <a:defRPr sz="1600">
                          <a:solidFill>
                            <a:schemeClr val="tx1"/>
                          </a:solidFill>
                          <a:latin typeface="Georgia" charset="0"/>
                        </a:defRPr>
                      </a:lvl7pPr>
                      <a:lvl8pPr marL="3429000" indent="-228600" eaLnBrk="0" fontAlgn="base" hangingPunct="0">
                        <a:spcBef>
                          <a:spcPct val="20000"/>
                        </a:spcBef>
                        <a:spcAft>
                          <a:spcPct val="0"/>
                        </a:spcAft>
                        <a:buClr>
                          <a:srgbClr val="C00000"/>
                        </a:buClr>
                        <a:defRPr sz="1600">
                          <a:solidFill>
                            <a:schemeClr val="tx1"/>
                          </a:solidFill>
                          <a:latin typeface="Georgia" charset="0"/>
                        </a:defRPr>
                      </a:lvl8pPr>
                      <a:lvl9pPr marL="3886200" indent="-228600" eaLnBrk="0" fontAlgn="base" hangingPunct="0">
                        <a:spcBef>
                          <a:spcPct val="20000"/>
                        </a:spcBef>
                        <a:spcAft>
                          <a:spcPct val="0"/>
                        </a:spcAft>
                        <a:buClr>
                          <a:srgbClr val="C00000"/>
                        </a:buClr>
                        <a:defRPr sz="1600">
                          <a:solidFill>
                            <a:schemeClr val="tx1"/>
                          </a:solidFill>
                          <a:latin typeface="Georgia"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tr-TR" altLang="x-none" sz="1400" b="1" i="0" u="none" strike="noStrike" cap="none" normalizeH="0" baseline="0" dirty="0">
                          <a:ln>
                            <a:noFill/>
                          </a:ln>
                          <a:solidFill>
                            <a:schemeClr val="tx1"/>
                          </a:solidFill>
                          <a:effectLst/>
                          <a:latin typeface="Georgia" charset="0"/>
                        </a:rPr>
                        <a:t>Kaygı-Başarı</a:t>
                      </a:r>
                      <a:endParaRPr kumimoji="0" lang="tr-TR" altLang="x-none" sz="1800" b="1" i="0" u="none" strike="noStrike" cap="none" normalizeH="0" baseline="0" dirty="0">
                        <a:ln>
                          <a:noFill/>
                        </a:ln>
                        <a:solidFill>
                          <a:schemeClr val="tx1"/>
                        </a:solidFill>
                        <a:effectLst/>
                        <a:latin typeface="Calibri" charset="0"/>
                        <a:ea typeface="Calibri" charset="0"/>
                        <a:cs typeface="Times New Roman" charset="0"/>
                      </a:endParaRPr>
                    </a:p>
                  </a:txBody>
                  <a:tcPr marL="68580" marR="68580" marT="0" marB="0"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254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solidFill>
                      <a:srgbClr val="FF6600">
                        <a:alpha val="20000"/>
                      </a:srgbClr>
                    </a:solidFill>
                  </a:tcPr>
                </a:tc>
                <a:tc>
                  <a:txBody>
                    <a:bodyPr/>
                    <a:lstStyle>
                      <a:lvl1pPr>
                        <a:spcBef>
                          <a:spcPct val="20000"/>
                        </a:spcBef>
                        <a:buClr>
                          <a:schemeClr val="accent1"/>
                        </a:buClr>
                        <a:buSzPct val="85000"/>
                        <a:buFont typeface="Wingdings 2" charset="2"/>
                        <a:defRPr sz="2300">
                          <a:solidFill>
                            <a:schemeClr val="tx1"/>
                          </a:solidFill>
                          <a:latin typeface="Georgia" charset="0"/>
                        </a:defRPr>
                      </a:lvl1pPr>
                      <a:lvl2pPr marL="742950" indent="-285750">
                        <a:spcBef>
                          <a:spcPct val="20000"/>
                        </a:spcBef>
                        <a:buClr>
                          <a:schemeClr val="accent2"/>
                        </a:buClr>
                        <a:buSzPct val="70000"/>
                        <a:buFont typeface="Wingdings" charset="2"/>
                        <a:defRPr sz="2000">
                          <a:solidFill>
                            <a:schemeClr val="tx2"/>
                          </a:solidFill>
                          <a:latin typeface="Georgia" charset="0"/>
                        </a:defRPr>
                      </a:lvl2pPr>
                      <a:lvl3pPr marL="1143000" indent="-228600">
                        <a:spcBef>
                          <a:spcPct val="20000"/>
                        </a:spcBef>
                        <a:buClr>
                          <a:srgbClr val="FF6600"/>
                        </a:buClr>
                        <a:buSzPct val="75000"/>
                        <a:buFont typeface="Wingdings 2" charset="2"/>
                        <a:defRPr>
                          <a:solidFill>
                            <a:schemeClr val="tx1"/>
                          </a:solidFill>
                          <a:latin typeface="Georgia" charset="0"/>
                        </a:defRPr>
                      </a:lvl3pPr>
                      <a:lvl4pPr marL="1600200" indent="-228600">
                        <a:spcBef>
                          <a:spcPct val="20000"/>
                        </a:spcBef>
                        <a:buClr>
                          <a:srgbClr val="92D050"/>
                        </a:buClr>
                        <a:buSzPct val="70000"/>
                        <a:buFont typeface="Wingdings" charset="2"/>
                        <a:defRPr>
                          <a:solidFill>
                            <a:schemeClr val="tx2"/>
                          </a:solidFill>
                          <a:latin typeface="Georgia" charset="0"/>
                        </a:defRPr>
                      </a:lvl4pPr>
                      <a:lvl5pPr marL="2057400" indent="-228600">
                        <a:spcBef>
                          <a:spcPct val="20000"/>
                        </a:spcBef>
                        <a:buClr>
                          <a:srgbClr val="C00000"/>
                        </a:buClr>
                        <a:defRPr sz="1600">
                          <a:solidFill>
                            <a:schemeClr val="tx1"/>
                          </a:solidFill>
                          <a:latin typeface="Georgia" charset="0"/>
                        </a:defRPr>
                      </a:lvl5pPr>
                      <a:lvl6pPr marL="2514600" indent="-228600" eaLnBrk="0" fontAlgn="base" hangingPunct="0">
                        <a:spcBef>
                          <a:spcPct val="20000"/>
                        </a:spcBef>
                        <a:spcAft>
                          <a:spcPct val="0"/>
                        </a:spcAft>
                        <a:buClr>
                          <a:srgbClr val="C00000"/>
                        </a:buClr>
                        <a:defRPr sz="1600">
                          <a:solidFill>
                            <a:schemeClr val="tx1"/>
                          </a:solidFill>
                          <a:latin typeface="Georgia" charset="0"/>
                        </a:defRPr>
                      </a:lvl6pPr>
                      <a:lvl7pPr marL="2971800" indent="-228600" eaLnBrk="0" fontAlgn="base" hangingPunct="0">
                        <a:spcBef>
                          <a:spcPct val="20000"/>
                        </a:spcBef>
                        <a:spcAft>
                          <a:spcPct val="0"/>
                        </a:spcAft>
                        <a:buClr>
                          <a:srgbClr val="C00000"/>
                        </a:buClr>
                        <a:defRPr sz="1600">
                          <a:solidFill>
                            <a:schemeClr val="tx1"/>
                          </a:solidFill>
                          <a:latin typeface="Georgia" charset="0"/>
                        </a:defRPr>
                      </a:lvl7pPr>
                      <a:lvl8pPr marL="3429000" indent="-228600" eaLnBrk="0" fontAlgn="base" hangingPunct="0">
                        <a:spcBef>
                          <a:spcPct val="20000"/>
                        </a:spcBef>
                        <a:spcAft>
                          <a:spcPct val="0"/>
                        </a:spcAft>
                        <a:buClr>
                          <a:srgbClr val="C00000"/>
                        </a:buClr>
                        <a:defRPr sz="1600">
                          <a:solidFill>
                            <a:schemeClr val="tx1"/>
                          </a:solidFill>
                          <a:latin typeface="Georgia" charset="0"/>
                        </a:defRPr>
                      </a:lvl8pPr>
                      <a:lvl9pPr marL="3886200" indent="-228600" eaLnBrk="0" fontAlgn="base" hangingPunct="0">
                        <a:spcBef>
                          <a:spcPct val="20000"/>
                        </a:spcBef>
                        <a:spcAft>
                          <a:spcPct val="0"/>
                        </a:spcAft>
                        <a:buClr>
                          <a:srgbClr val="C00000"/>
                        </a:buClr>
                        <a:defRPr sz="1600">
                          <a:solidFill>
                            <a:schemeClr val="tx1"/>
                          </a:solidFill>
                          <a:latin typeface="Georgia"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tr-TR" altLang="x-none" sz="1400" b="0" i="0" u="none" strike="noStrike" cap="none" normalizeH="0" baseline="0">
                          <a:ln>
                            <a:noFill/>
                          </a:ln>
                          <a:solidFill>
                            <a:schemeClr val="tx1"/>
                          </a:solidFill>
                          <a:effectLst/>
                          <a:latin typeface="Georgia" charset="0"/>
                        </a:rPr>
                        <a:t>-0,441</a:t>
                      </a:r>
                      <a:endParaRPr kumimoji="0" lang="tr-TR" altLang="x-none" sz="1800" b="0" i="0" u="none" strike="noStrike" cap="none" normalizeH="0" baseline="0">
                        <a:ln>
                          <a:noFill/>
                        </a:ln>
                        <a:solidFill>
                          <a:schemeClr val="tx1"/>
                        </a:solidFill>
                        <a:effectLst/>
                        <a:latin typeface="Calibri" charset="0"/>
                        <a:ea typeface="Calibri" charset="0"/>
                        <a:cs typeface="Times New Roman" charset="0"/>
                      </a:endParaRPr>
                    </a:p>
                  </a:txBody>
                  <a:tcPr marL="68580" marR="68580" marT="0" marB="0"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254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solidFill>
                      <a:srgbClr val="FF6600">
                        <a:alpha val="20000"/>
                      </a:srgbClr>
                    </a:solidFill>
                  </a:tcPr>
                </a:tc>
                <a:tc>
                  <a:txBody>
                    <a:bodyPr/>
                    <a:lstStyle>
                      <a:lvl1pPr>
                        <a:spcBef>
                          <a:spcPct val="20000"/>
                        </a:spcBef>
                        <a:buClr>
                          <a:schemeClr val="accent1"/>
                        </a:buClr>
                        <a:buSzPct val="85000"/>
                        <a:buFont typeface="Wingdings 2" charset="2"/>
                        <a:defRPr sz="2300">
                          <a:solidFill>
                            <a:schemeClr val="tx1"/>
                          </a:solidFill>
                          <a:latin typeface="Georgia" charset="0"/>
                        </a:defRPr>
                      </a:lvl1pPr>
                      <a:lvl2pPr marL="742950" indent="-285750">
                        <a:spcBef>
                          <a:spcPct val="20000"/>
                        </a:spcBef>
                        <a:buClr>
                          <a:schemeClr val="accent2"/>
                        </a:buClr>
                        <a:buSzPct val="70000"/>
                        <a:buFont typeface="Wingdings" charset="2"/>
                        <a:defRPr sz="2000">
                          <a:solidFill>
                            <a:schemeClr val="tx2"/>
                          </a:solidFill>
                          <a:latin typeface="Georgia" charset="0"/>
                        </a:defRPr>
                      </a:lvl2pPr>
                      <a:lvl3pPr marL="1143000" indent="-228600">
                        <a:spcBef>
                          <a:spcPct val="20000"/>
                        </a:spcBef>
                        <a:buClr>
                          <a:srgbClr val="FF6600"/>
                        </a:buClr>
                        <a:buSzPct val="75000"/>
                        <a:buFont typeface="Wingdings 2" charset="2"/>
                        <a:defRPr>
                          <a:solidFill>
                            <a:schemeClr val="tx1"/>
                          </a:solidFill>
                          <a:latin typeface="Georgia" charset="0"/>
                        </a:defRPr>
                      </a:lvl3pPr>
                      <a:lvl4pPr marL="1600200" indent="-228600">
                        <a:spcBef>
                          <a:spcPct val="20000"/>
                        </a:spcBef>
                        <a:buClr>
                          <a:srgbClr val="92D050"/>
                        </a:buClr>
                        <a:buSzPct val="70000"/>
                        <a:buFont typeface="Wingdings" charset="2"/>
                        <a:defRPr>
                          <a:solidFill>
                            <a:schemeClr val="tx2"/>
                          </a:solidFill>
                          <a:latin typeface="Georgia" charset="0"/>
                        </a:defRPr>
                      </a:lvl4pPr>
                      <a:lvl5pPr marL="2057400" indent="-228600">
                        <a:spcBef>
                          <a:spcPct val="20000"/>
                        </a:spcBef>
                        <a:buClr>
                          <a:srgbClr val="C00000"/>
                        </a:buClr>
                        <a:defRPr sz="1600">
                          <a:solidFill>
                            <a:schemeClr val="tx1"/>
                          </a:solidFill>
                          <a:latin typeface="Georgia" charset="0"/>
                        </a:defRPr>
                      </a:lvl5pPr>
                      <a:lvl6pPr marL="2514600" indent="-228600" eaLnBrk="0" fontAlgn="base" hangingPunct="0">
                        <a:spcBef>
                          <a:spcPct val="20000"/>
                        </a:spcBef>
                        <a:spcAft>
                          <a:spcPct val="0"/>
                        </a:spcAft>
                        <a:buClr>
                          <a:srgbClr val="C00000"/>
                        </a:buClr>
                        <a:defRPr sz="1600">
                          <a:solidFill>
                            <a:schemeClr val="tx1"/>
                          </a:solidFill>
                          <a:latin typeface="Georgia" charset="0"/>
                        </a:defRPr>
                      </a:lvl6pPr>
                      <a:lvl7pPr marL="2971800" indent="-228600" eaLnBrk="0" fontAlgn="base" hangingPunct="0">
                        <a:spcBef>
                          <a:spcPct val="20000"/>
                        </a:spcBef>
                        <a:spcAft>
                          <a:spcPct val="0"/>
                        </a:spcAft>
                        <a:buClr>
                          <a:srgbClr val="C00000"/>
                        </a:buClr>
                        <a:defRPr sz="1600">
                          <a:solidFill>
                            <a:schemeClr val="tx1"/>
                          </a:solidFill>
                          <a:latin typeface="Georgia" charset="0"/>
                        </a:defRPr>
                      </a:lvl7pPr>
                      <a:lvl8pPr marL="3429000" indent="-228600" eaLnBrk="0" fontAlgn="base" hangingPunct="0">
                        <a:spcBef>
                          <a:spcPct val="20000"/>
                        </a:spcBef>
                        <a:spcAft>
                          <a:spcPct val="0"/>
                        </a:spcAft>
                        <a:buClr>
                          <a:srgbClr val="C00000"/>
                        </a:buClr>
                        <a:defRPr sz="1600">
                          <a:solidFill>
                            <a:schemeClr val="tx1"/>
                          </a:solidFill>
                          <a:latin typeface="Georgia" charset="0"/>
                        </a:defRPr>
                      </a:lvl8pPr>
                      <a:lvl9pPr marL="3886200" indent="-228600" eaLnBrk="0" fontAlgn="base" hangingPunct="0">
                        <a:spcBef>
                          <a:spcPct val="20000"/>
                        </a:spcBef>
                        <a:spcAft>
                          <a:spcPct val="0"/>
                        </a:spcAft>
                        <a:buClr>
                          <a:srgbClr val="C00000"/>
                        </a:buClr>
                        <a:defRPr sz="1600">
                          <a:solidFill>
                            <a:schemeClr val="tx1"/>
                          </a:solidFill>
                          <a:latin typeface="Georgia"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tr-TR" altLang="x-none" sz="1400" b="0" i="0" u="none" strike="noStrike" cap="none" normalizeH="0" baseline="0">
                          <a:ln>
                            <a:noFill/>
                          </a:ln>
                          <a:solidFill>
                            <a:schemeClr val="tx1"/>
                          </a:solidFill>
                          <a:effectLst/>
                          <a:latin typeface="Georgia" charset="0"/>
                        </a:rPr>
                        <a:t>0,194</a:t>
                      </a:r>
                      <a:endParaRPr kumimoji="0" lang="tr-TR" altLang="x-none" sz="1800" b="0" i="0" u="none" strike="noStrike" cap="none" normalizeH="0" baseline="0">
                        <a:ln>
                          <a:noFill/>
                        </a:ln>
                        <a:solidFill>
                          <a:schemeClr val="tx1"/>
                        </a:solidFill>
                        <a:effectLst/>
                        <a:latin typeface="Calibri" charset="0"/>
                        <a:ea typeface="Calibri" charset="0"/>
                        <a:cs typeface="Times New Roman" charset="0"/>
                      </a:endParaRPr>
                    </a:p>
                  </a:txBody>
                  <a:tcPr marL="68580" marR="68580" marT="0" marB="0"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254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solidFill>
                      <a:srgbClr val="FF6600">
                        <a:alpha val="20000"/>
                      </a:srgbClr>
                    </a:solidFill>
                  </a:tcPr>
                </a:tc>
                <a:extLst>
                  <a:ext uri="{0D108BD9-81ED-4DB2-BD59-A6C34878D82A}">
                    <a16:rowId xmlns:a16="http://schemas.microsoft.com/office/drawing/2014/main" val="10001"/>
                  </a:ext>
                </a:extLst>
              </a:tr>
              <a:tr h="544512">
                <a:tc>
                  <a:txBody>
                    <a:bodyPr/>
                    <a:lstStyle>
                      <a:lvl1pPr>
                        <a:spcBef>
                          <a:spcPct val="20000"/>
                        </a:spcBef>
                        <a:buClr>
                          <a:schemeClr val="accent1"/>
                        </a:buClr>
                        <a:buSzPct val="85000"/>
                        <a:buFont typeface="Wingdings 2" charset="2"/>
                        <a:defRPr sz="2300">
                          <a:solidFill>
                            <a:schemeClr val="tx1"/>
                          </a:solidFill>
                          <a:latin typeface="Georgia" charset="0"/>
                        </a:defRPr>
                      </a:lvl1pPr>
                      <a:lvl2pPr marL="742950" indent="-285750">
                        <a:spcBef>
                          <a:spcPct val="20000"/>
                        </a:spcBef>
                        <a:buClr>
                          <a:schemeClr val="accent2"/>
                        </a:buClr>
                        <a:buSzPct val="70000"/>
                        <a:buFont typeface="Wingdings" charset="2"/>
                        <a:defRPr sz="2000">
                          <a:solidFill>
                            <a:schemeClr val="tx2"/>
                          </a:solidFill>
                          <a:latin typeface="Georgia" charset="0"/>
                        </a:defRPr>
                      </a:lvl2pPr>
                      <a:lvl3pPr marL="1143000" indent="-228600">
                        <a:spcBef>
                          <a:spcPct val="20000"/>
                        </a:spcBef>
                        <a:buClr>
                          <a:srgbClr val="FF6600"/>
                        </a:buClr>
                        <a:buSzPct val="75000"/>
                        <a:buFont typeface="Wingdings 2" charset="2"/>
                        <a:defRPr>
                          <a:solidFill>
                            <a:schemeClr val="tx1"/>
                          </a:solidFill>
                          <a:latin typeface="Georgia" charset="0"/>
                        </a:defRPr>
                      </a:lvl3pPr>
                      <a:lvl4pPr marL="1600200" indent="-228600">
                        <a:spcBef>
                          <a:spcPct val="20000"/>
                        </a:spcBef>
                        <a:buClr>
                          <a:srgbClr val="92D050"/>
                        </a:buClr>
                        <a:buSzPct val="70000"/>
                        <a:buFont typeface="Wingdings" charset="2"/>
                        <a:defRPr>
                          <a:solidFill>
                            <a:schemeClr val="tx2"/>
                          </a:solidFill>
                          <a:latin typeface="Georgia" charset="0"/>
                        </a:defRPr>
                      </a:lvl4pPr>
                      <a:lvl5pPr marL="2057400" indent="-228600">
                        <a:spcBef>
                          <a:spcPct val="20000"/>
                        </a:spcBef>
                        <a:buClr>
                          <a:srgbClr val="C00000"/>
                        </a:buClr>
                        <a:defRPr sz="1600">
                          <a:solidFill>
                            <a:schemeClr val="tx1"/>
                          </a:solidFill>
                          <a:latin typeface="Georgia" charset="0"/>
                        </a:defRPr>
                      </a:lvl5pPr>
                      <a:lvl6pPr marL="2514600" indent="-228600" eaLnBrk="0" fontAlgn="base" hangingPunct="0">
                        <a:spcBef>
                          <a:spcPct val="20000"/>
                        </a:spcBef>
                        <a:spcAft>
                          <a:spcPct val="0"/>
                        </a:spcAft>
                        <a:buClr>
                          <a:srgbClr val="C00000"/>
                        </a:buClr>
                        <a:defRPr sz="1600">
                          <a:solidFill>
                            <a:schemeClr val="tx1"/>
                          </a:solidFill>
                          <a:latin typeface="Georgia" charset="0"/>
                        </a:defRPr>
                      </a:lvl6pPr>
                      <a:lvl7pPr marL="2971800" indent="-228600" eaLnBrk="0" fontAlgn="base" hangingPunct="0">
                        <a:spcBef>
                          <a:spcPct val="20000"/>
                        </a:spcBef>
                        <a:spcAft>
                          <a:spcPct val="0"/>
                        </a:spcAft>
                        <a:buClr>
                          <a:srgbClr val="C00000"/>
                        </a:buClr>
                        <a:defRPr sz="1600">
                          <a:solidFill>
                            <a:schemeClr val="tx1"/>
                          </a:solidFill>
                          <a:latin typeface="Georgia" charset="0"/>
                        </a:defRPr>
                      </a:lvl7pPr>
                      <a:lvl8pPr marL="3429000" indent="-228600" eaLnBrk="0" fontAlgn="base" hangingPunct="0">
                        <a:spcBef>
                          <a:spcPct val="20000"/>
                        </a:spcBef>
                        <a:spcAft>
                          <a:spcPct val="0"/>
                        </a:spcAft>
                        <a:buClr>
                          <a:srgbClr val="C00000"/>
                        </a:buClr>
                        <a:defRPr sz="1600">
                          <a:solidFill>
                            <a:schemeClr val="tx1"/>
                          </a:solidFill>
                          <a:latin typeface="Georgia" charset="0"/>
                        </a:defRPr>
                      </a:lvl8pPr>
                      <a:lvl9pPr marL="3886200" indent="-228600" eaLnBrk="0" fontAlgn="base" hangingPunct="0">
                        <a:spcBef>
                          <a:spcPct val="20000"/>
                        </a:spcBef>
                        <a:spcAft>
                          <a:spcPct val="0"/>
                        </a:spcAft>
                        <a:buClr>
                          <a:srgbClr val="C00000"/>
                        </a:buClr>
                        <a:defRPr sz="1600">
                          <a:solidFill>
                            <a:schemeClr val="tx1"/>
                          </a:solidFill>
                          <a:latin typeface="Georgia"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tr-TR" altLang="x-none" sz="1400" b="1" i="0" u="none" strike="noStrike" cap="none" normalizeH="0" baseline="0" dirty="0" err="1">
                          <a:ln>
                            <a:noFill/>
                          </a:ln>
                          <a:solidFill>
                            <a:schemeClr val="tx1"/>
                          </a:solidFill>
                          <a:effectLst/>
                          <a:latin typeface="Georgia" charset="0"/>
                        </a:rPr>
                        <a:t>Kaygı_Çalışma</a:t>
                      </a:r>
                      <a:r>
                        <a:rPr kumimoji="0" lang="tr-TR" altLang="x-none" sz="1400" b="1" i="0" u="none" strike="noStrike" cap="none" normalizeH="0" baseline="0" dirty="0">
                          <a:ln>
                            <a:noFill/>
                          </a:ln>
                          <a:solidFill>
                            <a:schemeClr val="tx1"/>
                          </a:solidFill>
                          <a:effectLst/>
                          <a:latin typeface="Georgia" charset="0"/>
                        </a:rPr>
                        <a:t> Süresi</a:t>
                      </a:r>
                      <a:endParaRPr kumimoji="0" lang="tr-TR" altLang="x-none" sz="1800" b="1" i="0" u="none" strike="noStrike" cap="none" normalizeH="0" baseline="0" dirty="0">
                        <a:ln>
                          <a:noFill/>
                        </a:ln>
                        <a:solidFill>
                          <a:schemeClr val="tx1"/>
                        </a:solidFill>
                        <a:effectLst/>
                        <a:latin typeface="Calibri" charset="0"/>
                        <a:ea typeface="Calibri" charset="0"/>
                        <a:cs typeface="Times New Roman" charset="0"/>
                      </a:endParaRPr>
                    </a:p>
                  </a:txBody>
                  <a:tcPr marL="68580" marR="68580" marT="0" marB="0"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charset="2"/>
                        <a:defRPr sz="2300">
                          <a:solidFill>
                            <a:schemeClr val="tx1"/>
                          </a:solidFill>
                          <a:latin typeface="Georgia" charset="0"/>
                        </a:defRPr>
                      </a:lvl1pPr>
                      <a:lvl2pPr marL="742950" indent="-285750">
                        <a:spcBef>
                          <a:spcPct val="20000"/>
                        </a:spcBef>
                        <a:buClr>
                          <a:schemeClr val="accent2"/>
                        </a:buClr>
                        <a:buSzPct val="70000"/>
                        <a:buFont typeface="Wingdings" charset="2"/>
                        <a:defRPr sz="2000">
                          <a:solidFill>
                            <a:schemeClr val="tx2"/>
                          </a:solidFill>
                          <a:latin typeface="Georgia" charset="0"/>
                        </a:defRPr>
                      </a:lvl2pPr>
                      <a:lvl3pPr marL="1143000" indent="-228600">
                        <a:spcBef>
                          <a:spcPct val="20000"/>
                        </a:spcBef>
                        <a:buClr>
                          <a:srgbClr val="FF6600"/>
                        </a:buClr>
                        <a:buSzPct val="75000"/>
                        <a:buFont typeface="Wingdings 2" charset="2"/>
                        <a:defRPr>
                          <a:solidFill>
                            <a:schemeClr val="tx1"/>
                          </a:solidFill>
                          <a:latin typeface="Georgia" charset="0"/>
                        </a:defRPr>
                      </a:lvl3pPr>
                      <a:lvl4pPr marL="1600200" indent="-228600">
                        <a:spcBef>
                          <a:spcPct val="20000"/>
                        </a:spcBef>
                        <a:buClr>
                          <a:srgbClr val="92D050"/>
                        </a:buClr>
                        <a:buSzPct val="70000"/>
                        <a:buFont typeface="Wingdings" charset="2"/>
                        <a:defRPr>
                          <a:solidFill>
                            <a:schemeClr val="tx2"/>
                          </a:solidFill>
                          <a:latin typeface="Georgia" charset="0"/>
                        </a:defRPr>
                      </a:lvl4pPr>
                      <a:lvl5pPr marL="2057400" indent="-228600">
                        <a:spcBef>
                          <a:spcPct val="20000"/>
                        </a:spcBef>
                        <a:buClr>
                          <a:srgbClr val="C00000"/>
                        </a:buClr>
                        <a:defRPr sz="1600">
                          <a:solidFill>
                            <a:schemeClr val="tx1"/>
                          </a:solidFill>
                          <a:latin typeface="Georgia" charset="0"/>
                        </a:defRPr>
                      </a:lvl5pPr>
                      <a:lvl6pPr marL="2514600" indent="-228600" eaLnBrk="0" fontAlgn="base" hangingPunct="0">
                        <a:spcBef>
                          <a:spcPct val="20000"/>
                        </a:spcBef>
                        <a:spcAft>
                          <a:spcPct val="0"/>
                        </a:spcAft>
                        <a:buClr>
                          <a:srgbClr val="C00000"/>
                        </a:buClr>
                        <a:defRPr sz="1600">
                          <a:solidFill>
                            <a:schemeClr val="tx1"/>
                          </a:solidFill>
                          <a:latin typeface="Georgia" charset="0"/>
                        </a:defRPr>
                      </a:lvl6pPr>
                      <a:lvl7pPr marL="2971800" indent="-228600" eaLnBrk="0" fontAlgn="base" hangingPunct="0">
                        <a:spcBef>
                          <a:spcPct val="20000"/>
                        </a:spcBef>
                        <a:spcAft>
                          <a:spcPct val="0"/>
                        </a:spcAft>
                        <a:buClr>
                          <a:srgbClr val="C00000"/>
                        </a:buClr>
                        <a:defRPr sz="1600">
                          <a:solidFill>
                            <a:schemeClr val="tx1"/>
                          </a:solidFill>
                          <a:latin typeface="Georgia" charset="0"/>
                        </a:defRPr>
                      </a:lvl7pPr>
                      <a:lvl8pPr marL="3429000" indent="-228600" eaLnBrk="0" fontAlgn="base" hangingPunct="0">
                        <a:spcBef>
                          <a:spcPct val="20000"/>
                        </a:spcBef>
                        <a:spcAft>
                          <a:spcPct val="0"/>
                        </a:spcAft>
                        <a:buClr>
                          <a:srgbClr val="C00000"/>
                        </a:buClr>
                        <a:defRPr sz="1600">
                          <a:solidFill>
                            <a:schemeClr val="tx1"/>
                          </a:solidFill>
                          <a:latin typeface="Georgia" charset="0"/>
                        </a:defRPr>
                      </a:lvl8pPr>
                      <a:lvl9pPr marL="3886200" indent="-228600" eaLnBrk="0" fontAlgn="base" hangingPunct="0">
                        <a:spcBef>
                          <a:spcPct val="20000"/>
                        </a:spcBef>
                        <a:spcAft>
                          <a:spcPct val="0"/>
                        </a:spcAft>
                        <a:buClr>
                          <a:srgbClr val="C00000"/>
                        </a:buClr>
                        <a:defRPr sz="1600">
                          <a:solidFill>
                            <a:schemeClr val="tx1"/>
                          </a:solidFill>
                          <a:latin typeface="Georgia"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tr-TR" altLang="x-none" sz="1400" b="0" i="0" u="none" strike="noStrike" cap="none" normalizeH="0" baseline="0">
                          <a:ln>
                            <a:noFill/>
                          </a:ln>
                          <a:solidFill>
                            <a:schemeClr val="tx1"/>
                          </a:solidFill>
                          <a:effectLst/>
                          <a:latin typeface="Georgia" charset="0"/>
                        </a:rPr>
                        <a:t>-0,709</a:t>
                      </a:r>
                      <a:endParaRPr kumimoji="0" lang="tr-TR" altLang="x-none" sz="1800" b="0" i="0" u="none" strike="noStrike" cap="none" normalizeH="0" baseline="0">
                        <a:ln>
                          <a:noFill/>
                        </a:ln>
                        <a:solidFill>
                          <a:schemeClr val="tx1"/>
                        </a:solidFill>
                        <a:effectLst/>
                        <a:latin typeface="Calibri" charset="0"/>
                        <a:ea typeface="Calibri" charset="0"/>
                        <a:cs typeface="Times New Roman" charset="0"/>
                      </a:endParaRPr>
                    </a:p>
                  </a:txBody>
                  <a:tcPr marL="68580" marR="68580" marT="0" marB="0"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charset="2"/>
                        <a:defRPr sz="2300">
                          <a:solidFill>
                            <a:schemeClr val="tx1"/>
                          </a:solidFill>
                          <a:latin typeface="Georgia" charset="0"/>
                        </a:defRPr>
                      </a:lvl1pPr>
                      <a:lvl2pPr marL="742950" indent="-285750">
                        <a:spcBef>
                          <a:spcPct val="20000"/>
                        </a:spcBef>
                        <a:buClr>
                          <a:schemeClr val="accent2"/>
                        </a:buClr>
                        <a:buSzPct val="70000"/>
                        <a:buFont typeface="Wingdings" charset="2"/>
                        <a:defRPr sz="2000">
                          <a:solidFill>
                            <a:schemeClr val="tx2"/>
                          </a:solidFill>
                          <a:latin typeface="Georgia" charset="0"/>
                        </a:defRPr>
                      </a:lvl2pPr>
                      <a:lvl3pPr marL="1143000" indent="-228600">
                        <a:spcBef>
                          <a:spcPct val="20000"/>
                        </a:spcBef>
                        <a:buClr>
                          <a:srgbClr val="FF6600"/>
                        </a:buClr>
                        <a:buSzPct val="75000"/>
                        <a:buFont typeface="Wingdings 2" charset="2"/>
                        <a:defRPr>
                          <a:solidFill>
                            <a:schemeClr val="tx1"/>
                          </a:solidFill>
                          <a:latin typeface="Georgia" charset="0"/>
                        </a:defRPr>
                      </a:lvl3pPr>
                      <a:lvl4pPr marL="1600200" indent="-228600">
                        <a:spcBef>
                          <a:spcPct val="20000"/>
                        </a:spcBef>
                        <a:buClr>
                          <a:srgbClr val="92D050"/>
                        </a:buClr>
                        <a:buSzPct val="70000"/>
                        <a:buFont typeface="Wingdings" charset="2"/>
                        <a:defRPr>
                          <a:solidFill>
                            <a:schemeClr val="tx2"/>
                          </a:solidFill>
                          <a:latin typeface="Georgia" charset="0"/>
                        </a:defRPr>
                      </a:lvl4pPr>
                      <a:lvl5pPr marL="2057400" indent="-228600">
                        <a:spcBef>
                          <a:spcPct val="20000"/>
                        </a:spcBef>
                        <a:buClr>
                          <a:srgbClr val="C00000"/>
                        </a:buClr>
                        <a:defRPr sz="1600">
                          <a:solidFill>
                            <a:schemeClr val="tx1"/>
                          </a:solidFill>
                          <a:latin typeface="Georgia" charset="0"/>
                        </a:defRPr>
                      </a:lvl5pPr>
                      <a:lvl6pPr marL="2514600" indent="-228600" eaLnBrk="0" fontAlgn="base" hangingPunct="0">
                        <a:spcBef>
                          <a:spcPct val="20000"/>
                        </a:spcBef>
                        <a:spcAft>
                          <a:spcPct val="0"/>
                        </a:spcAft>
                        <a:buClr>
                          <a:srgbClr val="C00000"/>
                        </a:buClr>
                        <a:defRPr sz="1600">
                          <a:solidFill>
                            <a:schemeClr val="tx1"/>
                          </a:solidFill>
                          <a:latin typeface="Georgia" charset="0"/>
                        </a:defRPr>
                      </a:lvl6pPr>
                      <a:lvl7pPr marL="2971800" indent="-228600" eaLnBrk="0" fontAlgn="base" hangingPunct="0">
                        <a:spcBef>
                          <a:spcPct val="20000"/>
                        </a:spcBef>
                        <a:spcAft>
                          <a:spcPct val="0"/>
                        </a:spcAft>
                        <a:buClr>
                          <a:srgbClr val="C00000"/>
                        </a:buClr>
                        <a:defRPr sz="1600">
                          <a:solidFill>
                            <a:schemeClr val="tx1"/>
                          </a:solidFill>
                          <a:latin typeface="Georgia" charset="0"/>
                        </a:defRPr>
                      </a:lvl7pPr>
                      <a:lvl8pPr marL="3429000" indent="-228600" eaLnBrk="0" fontAlgn="base" hangingPunct="0">
                        <a:spcBef>
                          <a:spcPct val="20000"/>
                        </a:spcBef>
                        <a:spcAft>
                          <a:spcPct val="0"/>
                        </a:spcAft>
                        <a:buClr>
                          <a:srgbClr val="C00000"/>
                        </a:buClr>
                        <a:defRPr sz="1600">
                          <a:solidFill>
                            <a:schemeClr val="tx1"/>
                          </a:solidFill>
                          <a:latin typeface="Georgia" charset="0"/>
                        </a:defRPr>
                      </a:lvl8pPr>
                      <a:lvl9pPr marL="3886200" indent="-228600" eaLnBrk="0" fontAlgn="base" hangingPunct="0">
                        <a:spcBef>
                          <a:spcPct val="20000"/>
                        </a:spcBef>
                        <a:spcAft>
                          <a:spcPct val="0"/>
                        </a:spcAft>
                        <a:buClr>
                          <a:srgbClr val="C00000"/>
                        </a:buClr>
                        <a:defRPr sz="1600">
                          <a:solidFill>
                            <a:schemeClr val="tx1"/>
                          </a:solidFill>
                          <a:latin typeface="Georgia"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tr-TR" altLang="x-none" sz="1400" b="0" i="0" u="none" strike="noStrike" cap="none" normalizeH="0" baseline="0">
                          <a:ln>
                            <a:noFill/>
                          </a:ln>
                          <a:solidFill>
                            <a:schemeClr val="tx1"/>
                          </a:solidFill>
                          <a:effectLst/>
                          <a:latin typeface="Georgia" charset="0"/>
                        </a:rPr>
                        <a:t>0,502</a:t>
                      </a:r>
                      <a:endParaRPr kumimoji="0" lang="tr-TR" altLang="x-none" sz="1800" b="0" i="0" u="none" strike="noStrike" cap="none" normalizeH="0" baseline="0">
                        <a:ln>
                          <a:noFill/>
                        </a:ln>
                        <a:solidFill>
                          <a:schemeClr val="tx1"/>
                        </a:solidFill>
                        <a:effectLst/>
                        <a:latin typeface="Calibri" charset="0"/>
                        <a:ea typeface="Calibri" charset="0"/>
                        <a:cs typeface="Times New Roman" charset="0"/>
                      </a:endParaRPr>
                    </a:p>
                  </a:txBody>
                  <a:tcPr marL="68580" marR="68580" marT="0" marB="0"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4512">
                <a:tc>
                  <a:txBody>
                    <a:bodyPr/>
                    <a:lstStyle>
                      <a:lvl1pPr>
                        <a:spcBef>
                          <a:spcPct val="20000"/>
                        </a:spcBef>
                        <a:buClr>
                          <a:schemeClr val="accent1"/>
                        </a:buClr>
                        <a:buSzPct val="85000"/>
                        <a:buFont typeface="Wingdings 2" charset="2"/>
                        <a:defRPr sz="2300">
                          <a:solidFill>
                            <a:schemeClr val="tx1"/>
                          </a:solidFill>
                          <a:latin typeface="Georgia" charset="0"/>
                        </a:defRPr>
                      </a:lvl1pPr>
                      <a:lvl2pPr marL="742950" indent="-285750">
                        <a:spcBef>
                          <a:spcPct val="20000"/>
                        </a:spcBef>
                        <a:buClr>
                          <a:schemeClr val="accent2"/>
                        </a:buClr>
                        <a:buSzPct val="70000"/>
                        <a:buFont typeface="Wingdings" charset="2"/>
                        <a:defRPr sz="2000">
                          <a:solidFill>
                            <a:schemeClr val="tx2"/>
                          </a:solidFill>
                          <a:latin typeface="Georgia" charset="0"/>
                        </a:defRPr>
                      </a:lvl2pPr>
                      <a:lvl3pPr marL="1143000" indent="-228600">
                        <a:spcBef>
                          <a:spcPct val="20000"/>
                        </a:spcBef>
                        <a:buClr>
                          <a:srgbClr val="FF6600"/>
                        </a:buClr>
                        <a:buSzPct val="75000"/>
                        <a:buFont typeface="Wingdings 2" charset="2"/>
                        <a:defRPr>
                          <a:solidFill>
                            <a:schemeClr val="tx1"/>
                          </a:solidFill>
                          <a:latin typeface="Georgia" charset="0"/>
                        </a:defRPr>
                      </a:lvl3pPr>
                      <a:lvl4pPr marL="1600200" indent="-228600">
                        <a:spcBef>
                          <a:spcPct val="20000"/>
                        </a:spcBef>
                        <a:buClr>
                          <a:srgbClr val="92D050"/>
                        </a:buClr>
                        <a:buSzPct val="70000"/>
                        <a:buFont typeface="Wingdings" charset="2"/>
                        <a:defRPr>
                          <a:solidFill>
                            <a:schemeClr val="tx2"/>
                          </a:solidFill>
                          <a:latin typeface="Georgia" charset="0"/>
                        </a:defRPr>
                      </a:lvl4pPr>
                      <a:lvl5pPr marL="2057400" indent="-228600">
                        <a:spcBef>
                          <a:spcPct val="20000"/>
                        </a:spcBef>
                        <a:buClr>
                          <a:srgbClr val="C00000"/>
                        </a:buClr>
                        <a:defRPr sz="1600">
                          <a:solidFill>
                            <a:schemeClr val="tx1"/>
                          </a:solidFill>
                          <a:latin typeface="Georgia" charset="0"/>
                        </a:defRPr>
                      </a:lvl5pPr>
                      <a:lvl6pPr marL="2514600" indent="-228600" eaLnBrk="0" fontAlgn="base" hangingPunct="0">
                        <a:spcBef>
                          <a:spcPct val="20000"/>
                        </a:spcBef>
                        <a:spcAft>
                          <a:spcPct val="0"/>
                        </a:spcAft>
                        <a:buClr>
                          <a:srgbClr val="C00000"/>
                        </a:buClr>
                        <a:defRPr sz="1600">
                          <a:solidFill>
                            <a:schemeClr val="tx1"/>
                          </a:solidFill>
                          <a:latin typeface="Georgia" charset="0"/>
                        </a:defRPr>
                      </a:lvl6pPr>
                      <a:lvl7pPr marL="2971800" indent="-228600" eaLnBrk="0" fontAlgn="base" hangingPunct="0">
                        <a:spcBef>
                          <a:spcPct val="20000"/>
                        </a:spcBef>
                        <a:spcAft>
                          <a:spcPct val="0"/>
                        </a:spcAft>
                        <a:buClr>
                          <a:srgbClr val="C00000"/>
                        </a:buClr>
                        <a:defRPr sz="1600">
                          <a:solidFill>
                            <a:schemeClr val="tx1"/>
                          </a:solidFill>
                          <a:latin typeface="Georgia" charset="0"/>
                        </a:defRPr>
                      </a:lvl7pPr>
                      <a:lvl8pPr marL="3429000" indent="-228600" eaLnBrk="0" fontAlgn="base" hangingPunct="0">
                        <a:spcBef>
                          <a:spcPct val="20000"/>
                        </a:spcBef>
                        <a:spcAft>
                          <a:spcPct val="0"/>
                        </a:spcAft>
                        <a:buClr>
                          <a:srgbClr val="C00000"/>
                        </a:buClr>
                        <a:defRPr sz="1600">
                          <a:solidFill>
                            <a:schemeClr val="tx1"/>
                          </a:solidFill>
                          <a:latin typeface="Georgia" charset="0"/>
                        </a:defRPr>
                      </a:lvl8pPr>
                      <a:lvl9pPr marL="3886200" indent="-228600" eaLnBrk="0" fontAlgn="base" hangingPunct="0">
                        <a:spcBef>
                          <a:spcPct val="20000"/>
                        </a:spcBef>
                        <a:spcAft>
                          <a:spcPct val="0"/>
                        </a:spcAft>
                        <a:buClr>
                          <a:srgbClr val="C00000"/>
                        </a:buClr>
                        <a:defRPr sz="1600">
                          <a:solidFill>
                            <a:schemeClr val="tx1"/>
                          </a:solidFill>
                          <a:latin typeface="Georgia"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tr-TR" altLang="x-none" sz="1400" b="1" i="0" u="none" strike="noStrike" cap="none" normalizeH="0" baseline="0" dirty="0">
                          <a:ln>
                            <a:noFill/>
                          </a:ln>
                          <a:solidFill>
                            <a:schemeClr val="tx1"/>
                          </a:solidFill>
                          <a:effectLst/>
                          <a:latin typeface="Georgia" charset="0"/>
                        </a:rPr>
                        <a:t>Başarı-Çalışma Süresi</a:t>
                      </a:r>
                      <a:endParaRPr kumimoji="0" lang="tr-TR" altLang="x-none" sz="1800" b="1" i="0" u="none" strike="noStrike" cap="none" normalizeH="0" baseline="0" dirty="0">
                        <a:ln>
                          <a:noFill/>
                        </a:ln>
                        <a:solidFill>
                          <a:schemeClr val="tx1"/>
                        </a:solidFill>
                        <a:effectLst/>
                        <a:latin typeface="Calibri" charset="0"/>
                        <a:ea typeface="Calibri" charset="0"/>
                        <a:cs typeface="Times New Roman" charset="0"/>
                      </a:endParaRPr>
                    </a:p>
                  </a:txBody>
                  <a:tcPr marL="68580" marR="68580" marT="0" marB="0"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solidFill>
                      <a:srgbClr val="FF6600">
                        <a:alpha val="20000"/>
                      </a:srgbClr>
                    </a:solidFill>
                  </a:tcPr>
                </a:tc>
                <a:tc>
                  <a:txBody>
                    <a:bodyPr/>
                    <a:lstStyle>
                      <a:lvl1pPr>
                        <a:spcBef>
                          <a:spcPct val="20000"/>
                        </a:spcBef>
                        <a:buClr>
                          <a:schemeClr val="accent1"/>
                        </a:buClr>
                        <a:buSzPct val="85000"/>
                        <a:buFont typeface="Wingdings 2" charset="2"/>
                        <a:defRPr sz="2300">
                          <a:solidFill>
                            <a:schemeClr val="tx1"/>
                          </a:solidFill>
                          <a:latin typeface="Georgia" charset="0"/>
                        </a:defRPr>
                      </a:lvl1pPr>
                      <a:lvl2pPr marL="742950" indent="-285750">
                        <a:spcBef>
                          <a:spcPct val="20000"/>
                        </a:spcBef>
                        <a:buClr>
                          <a:schemeClr val="accent2"/>
                        </a:buClr>
                        <a:buSzPct val="70000"/>
                        <a:buFont typeface="Wingdings" charset="2"/>
                        <a:defRPr sz="2000">
                          <a:solidFill>
                            <a:schemeClr val="tx2"/>
                          </a:solidFill>
                          <a:latin typeface="Georgia" charset="0"/>
                        </a:defRPr>
                      </a:lvl2pPr>
                      <a:lvl3pPr marL="1143000" indent="-228600">
                        <a:spcBef>
                          <a:spcPct val="20000"/>
                        </a:spcBef>
                        <a:buClr>
                          <a:srgbClr val="FF6600"/>
                        </a:buClr>
                        <a:buSzPct val="75000"/>
                        <a:buFont typeface="Wingdings 2" charset="2"/>
                        <a:defRPr>
                          <a:solidFill>
                            <a:schemeClr val="tx1"/>
                          </a:solidFill>
                          <a:latin typeface="Georgia" charset="0"/>
                        </a:defRPr>
                      </a:lvl3pPr>
                      <a:lvl4pPr marL="1600200" indent="-228600">
                        <a:spcBef>
                          <a:spcPct val="20000"/>
                        </a:spcBef>
                        <a:buClr>
                          <a:srgbClr val="92D050"/>
                        </a:buClr>
                        <a:buSzPct val="70000"/>
                        <a:buFont typeface="Wingdings" charset="2"/>
                        <a:defRPr>
                          <a:solidFill>
                            <a:schemeClr val="tx2"/>
                          </a:solidFill>
                          <a:latin typeface="Georgia" charset="0"/>
                        </a:defRPr>
                      </a:lvl4pPr>
                      <a:lvl5pPr marL="2057400" indent="-228600">
                        <a:spcBef>
                          <a:spcPct val="20000"/>
                        </a:spcBef>
                        <a:buClr>
                          <a:srgbClr val="C00000"/>
                        </a:buClr>
                        <a:defRPr sz="1600">
                          <a:solidFill>
                            <a:schemeClr val="tx1"/>
                          </a:solidFill>
                          <a:latin typeface="Georgia" charset="0"/>
                        </a:defRPr>
                      </a:lvl5pPr>
                      <a:lvl6pPr marL="2514600" indent="-228600" eaLnBrk="0" fontAlgn="base" hangingPunct="0">
                        <a:spcBef>
                          <a:spcPct val="20000"/>
                        </a:spcBef>
                        <a:spcAft>
                          <a:spcPct val="0"/>
                        </a:spcAft>
                        <a:buClr>
                          <a:srgbClr val="C00000"/>
                        </a:buClr>
                        <a:defRPr sz="1600">
                          <a:solidFill>
                            <a:schemeClr val="tx1"/>
                          </a:solidFill>
                          <a:latin typeface="Georgia" charset="0"/>
                        </a:defRPr>
                      </a:lvl6pPr>
                      <a:lvl7pPr marL="2971800" indent="-228600" eaLnBrk="0" fontAlgn="base" hangingPunct="0">
                        <a:spcBef>
                          <a:spcPct val="20000"/>
                        </a:spcBef>
                        <a:spcAft>
                          <a:spcPct val="0"/>
                        </a:spcAft>
                        <a:buClr>
                          <a:srgbClr val="C00000"/>
                        </a:buClr>
                        <a:defRPr sz="1600">
                          <a:solidFill>
                            <a:schemeClr val="tx1"/>
                          </a:solidFill>
                          <a:latin typeface="Georgia" charset="0"/>
                        </a:defRPr>
                      </a:lvl7pPr>
                      <a:lvl8pPr marL="3429000" indent="-228600" eaLnBrk="0" fontAlgn="base" hangingPunct="0">
                        <a:spcBef>
                          <a:spcPct val="20000"/>
                        </a:spcBef>
                        <a:spcAft>
                          <a:spcPct val="0"/>
                        </a:spcAft>
                        <a:buClr>
                          <a:srgbClr val="C00000"/>
                        </a:buClr>
                        <a:defRPr sz="1600">
                          <a:solidFill>
                            <a:schemeClr val="tx1"/>
                          </a:solidFill>
                          <a:latin typeface="Georgia" charset="0"/>
                        </a:defRPr>
                      </a:lvl8pPr>
                      <a:lvl9pPr marL="3886200" indent="-228600" eaLnBrk="0" fontAlgn="base" hangingPunct="0">
                        <a:spcBef>
                          <a:spcPct val="20000"/>
                        </a:spcBef>
                        <a:spcAft>
                          <a:spcPct val="0"/>
                        </a:spcAft>
                        <a:buClr>
                          <a:srgbClr val="C00000"/>
                        </a:buClr>
                        <a:defRPr sz="1600">
                          <a:solidFill>
                            <a:schemeClr val="tx1"/>
                          </a:solidFill>
                          <a:latin typeface="Georgia"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tr-TR" altLang="x-none" sz="1400" b="0" i="0" u="none" strike="noStrike" cap="none" normalizeH="0" baseline="0">
                          <a:ln>
                            <a:noFill/>
                          </a:ln>
                          <a:solidFill>
                            <a:schemeClr val="tx1"/>
                          </a:solidFill>
                          <a:effectLst/>
                          <a:latin typeface="Georgia" charset="0"/>
                        </a:rPr>
                        <a:t>0,397</a:t>
                      </a:r>
                      <a:endParaRPr kumimoji="0" lang="tr-TR" altLang="x-none" sz="1800" b="0" i="0" u="none" strike="noStrike" cap="none" normalizeH="0" baseline="0">
                        <a:ln>
                          <a:noFill/>
                        </a:ln>
                        <a:solidFill>
                          <a:schemeClr val="tx1"/>
                        </a:solidFill>
                        <a:effectLst/>
                        <a:latin typeface="Calibri" charset="0"/>
                        <a:ea typeface="Calibri" charset="0"/>
                        <a:cs typeface="Times New Roman" charset="0"/>
                      </a:endParaRPr>
                    </a:p>
                  </a:txBody>
                  <a:tcPr marL="68580" marR="68580" marT="0" marB="0"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solidFill>
                      <a:srgbClr val="FF6600">
                        <a:alpha val="20000"/>
                      </a:srgbClr>
                    </a:solidFill>
                  </a:tcPr>
                </a:tc>
                <a:tc>
                  <a:txBody>
                    <a:bodyPr/>
                    <a:lstStyle>
                      <a:lvl1pPr>
                        <a:spcBef>
                          <a:spcPct val="20000"/>
                        </a:spcBef>
                        <a:buClr>
                          <a:schemeClr val="accent1"/>
                        </a:buClr>
                        <a:buSzPct val="85000"/>
                        <a:buFont typeface="Wingdings 2" charset="2"/>
                        <a:defRPr sz="2300">
                          <a:solidFill>
                            <a:schemeClr val="tx1"/>
                          </a:solidFill>
                          <a:latin typeface="Georgia" charset="0"/>
                        </a:defRPr>
                      </a:lvl1pPr>
                      <a:lvl2pPr marL="742950" indent="-285750">
                        <a:spcBef>
                          <a:spcPct val="20000"/>
                        </a:spcBef>
                        <a:buClr>
                          <a:schemeClr val="accent2"/>
                        </a:buClr>
                        <a:buSzPct val="70000"/>
                        <a:buFont typeface="Wingdings" charset="2"/>
                        <a:defRPr sz="2000">
                          <a:solidFill>
                            <a:schemeClr val="tx2"/>
                          </a:solidFill>
                          <a:latin typeface="Georgia" charset="0"/>
                        </a:defRPr>
                      </a:lvl2pPr>
                      <a:lvl3pPr marL="1143000" indent="-228600">
                        <a:spcBef>
                          <a:spcPct val="20000"/>
                        </a:spcBef>
                        <a:buClr>
                          <a:srgbClr val="FF6600"/>
                        </a:buClr>
                        <a:buSzPct val="75000"/>
                        <a:buFont typeface="Wingdings 2" charset="2"/>
                        <a:defRPr>
                          <a:solidFill>
                            <a:schemeClr val="tx1"/>
                          </a:solidFill>
                          <a:latin typeface="Georgia" charset="0"/>
                        </a:defRPr>
                      </a:lvl3pPr>
                      <a:lvl4pPr marL="1600200" indent="-228600">
                        <a:spcBef>
                          <a:spcPct val="20000"/>
                        </a:spcBef>
                        <a:buClr>
                          <a:srgbClr val="92D050"/>
                        </a:buClr>
                        <a:buSzPct val="70000"/>
                        <a:buFont typeface="Wingdings" charset="2"/>
                        <a:defRPr>
                          <a:solidFill>
                            <a:schemeClr val="tx2"/>
                          </a:solidFill>
                          <a:latin typeface="Georgia" charset="0"/>
                        </a:defRPr>
                      </a:lvl4pPr>
                      <a:lvl5pPr marL="2057400" indent="-228600">
                        <a:spcBef>
                          <a:spcPct val="20000"/>
                        </a:spcBef>
                        <a:buClr>
                          <a:srgbClr val="C00000"/>
                        </a:buClr>
                        <a:defRPr sz="1600">
                          <a:solidFill>
                            <a:schemeClr val="tx1"/>
                          </a:solidFill>
                          <a:latin typeface="Georgia" charset="0"/>
                        </a:defRPr>
                      </a:lvl5pPr>
                      <a:lvl6pPr marL="2514600" indent="-228600" eaLnBrk="0" fontAlgn="base" hangingPunct="0">
                        <a:spcBef>
                          <a:spcPct val="20000"/>
                        </a:spcBef>
                        <a:spcAft>
                          <a:spcPct val="0"/>
                        </a:spcAft>
                        <a:buClr>
                          <a:srgbClr val="C00000"/>
                        </a:buClr>
                        <a:defRPr sz="1600">
                          <a:solidFill>
                            <a:schemeClr val="tx1"/>
                          </a:solidFill>
                          <a:latin typeface="Georgia" charset="0"/>
                        </a:defRPr>
                      </a:lvl6pPr>
                      <a:lvl7pPr marL="2971800" indent="-228600" eaLnBrk="0" fontAlgn="base" hangingPunct="0">
                        <a:spcBef>
                          <a:spcPct val="20000"/>
                        </a:spcBef>
                        <a:spcAft>
                          <a:spcPct val="0"/>
                        </a:spcAft>
                        <a:buClr>
                          <a:srgbClr val="C00000"/>
                        </a:buClr>
                        <a:defRPr sz="1600">
                          <a:solidFill>
                            <a:schemeClr val="tx1"/>
                          </a:solidFill>
                          <a:latin typeface="Georgia" charset="0"/>
                        </a:defRPr>
                      </a:lvl7pPr>
                      <a:lvl8pPr marL="3429000" indent="-228600" eaLnBrk="0" fontAlgn="base" hangingPunct="0">
                        <a:spcBef>
                          <a:spcPct val="20000"/>
                        </a:spcBef>
                        <a:spcAft>
                          <a:spcPct val="0"/>
                        </a:spcAft>
                        <a:buClr>
                          <a:srgbClr val="C00000"/>
                        </a:buClr>
                        <a:defRPr sz="1600">
                          <a:solidFill>
                            <a:schemeClr val="tx1"/>
                          </a:solidFill>
                          <a:latin typeface="Georgia" charset="0"/>
                        </a:defRPr>
                      </a:lvl8pPr>
                      <a:lvl9pPr marL="3886200" indent="-228600" eaLnBrk="0" fontAlgn="base" hangingPunct="0">
                        <a:spcBef>
                          <a:spcPct val="20000"/>
                        </a:spcBef>
                        <a:spcAft>
                          <a:spcPct val="0"/>
                        </a:spcAft>
                        <a:buClr>
                          <a:srgbClr val="C00000"/>
                        </a:buClr>
                        <a:defRPr sz="1600">
                          <a:solidFill>
                            <a:schemeClr val="tx1"/>
                          </a:solidFill>
                          <a:latin typeface="Georgia"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tr-TR" altLang="x-none" sz="1400" b="0" i="0" u="none" strike="noStrike" cap="none" normalizeH="0" baseline="0" dirty="0">
                          <a:ln>
                            <a:noFill/>
                          </a:ln>
                          <a:solidFill>
                            <a:schemeClr val="tx1"/>
                          </a:solidFill>
                          <a:effectLst/>
                          <a:latin typeface="Georgia" charset="0"/>
                        </a:rPr>
                        <a:t>0,157</a:t>
                      </a:r>
                      <a:endParaRPr kumimoji="0" lang="tr-TR" altLang="x-none" sz="1800" b="0" i="0" u="none" strike="noStrike" cap="none" normalizeH="0" baseline="0" dirty="0">
                        <a:ln>
                          <a:noFill/>
                        </a:ln>
                        <a:solidFill>
                          <a:schemeClr val="tx1"/>
                        </a:solidFill>
                        <a:effectLst/>
                        <a:latin typeface="Calibri" charset="0"/>
                        <a:ea typeface="Calibri" charset="0"/>
                        <a:cs typeface="Times New Roman" charset="0"/>
                      </a:endParaRPr>
                    </a:p>
                  </a:txBody>
                  <a:tcPr marL="68580" marR="68580" marT="0" marB="0"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solidFill>
                      <a:srgbClr val="FF6600">
                        <a:alpha val="20000"/>
                      </a:srgbClr>
                    </a:solidFill>
                  </a:tcPr>
                </a:tc>
                <a:extLst>
                  <a:ext uri="{0D108BD9-81ED-4DB2-BD59-A6C34878D82A}">
                    <a16:rowId xmlns:a16="http://schemas.microsoft.com/office/drawing/2014/main" val="10003"/>
                  </a:ext>
                </a:extLst>
              </a:tr>
            </a:tbl>
          </a:graphicData>
        </a:graphic>
      </p:graphicFrame>
      <p:sp>
        <p:nvSpPr>
          <p:cNvPr id="5" name="Dikdörtgen 3"/>
          <p:cNvSpPr/>
          <p:nvPr/>
        </p:nvSpPr>
        <p:spPr>
          <a:xfrm>
            <a:off x="457200" y="533400"/>
            <a:ext cx="3374642" cy="584775"/>
          </a:xfrm>
          <a:prstGeom prst="rect">
            <a:avLst/>
          </a:prstGeom>
        </p:spPr>
        <p:txBody>
          <a:bodyPr wrap="none">
            <a:spAutoFit/>
          </a:bodyPr>
          <a:lstStyle/>
          <a:p>
            <a:pPr eaLnBrk="1" hangingPunct="1">
              <a:defRPr/>
            </a:pPr>
            <a:r>
              <a:rPr lang="tr-TR" sz="3200" dirty="0">
                <a:solidFill>
                  <a:schemeClr val="accent3">
                    <a:shade val="75000"/>
                  </a:schemeClr>
                </a:solidFill>
                <a:latin typeface="Arial" panose="020B0604020202020204" pitchFamily="34" charset="0"/>
              </a:rPr>
              <a:t>Kısmi Korelasyon</a:t>
            </a:r>
            <a:endParaRPr lang="tr-TR" sz="3200" dirty="0">
              <a:latin typeface="Arial" panose="020B0604020202020204" pitchFamily="34" charset="0"/>
            </a:endParaRPr>
          </a:p>
        </p:txBody>
      </p:sp>
      <p:pic>
        <p:nvPicPr>
          <p:cNvPr id="6" name="Picture 5">
            <a:extLst>
              <a:ext uri="{FF2B5EF4-FFF2-40B4-BE49-F238E27FC236}">
                <a16:creationId xmlns:a16="http://schemas.microsoft.com/office/drawing/2014/main" id="{A53DEFF1-E430-1B47-92CF-B3359A723D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83969" y="193844"/>
            <a:ext cx="4680520" cy="6470312"/>
          </a:xfrm>
          <a:prstGeom prst="rect">
            <a:avLst/>
          </a:prstGeom>
        </p:spPr>
      </p:pic>
    </p:spTree>
    <p:extLst>
      <p:ext uri="{BB962C8B-B14F-4D97-AF65-F5344CB8AC3E}">
        <p14:creationId xmlns:p14="http://schemas.microsoft.com/office/powerpoint/2010/main" val="3924727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Dikdörtgen 3"/>
          <p:cNvSpPr>
            <a:spLocks noChangeArrowheads="1"/>
          </p:cNvSpPr>
          <p:nvPr/>
        </p:nvSpPr>
        <p:spPr bwMode="auto">
          <a:xfrm>
            <a:off x="414338" y="304800"/>
            <a:ext cx="40655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tr-TR" altLang="tr-TR"/>
              <a:t>ANALYZE » CORRELATE » PARTIAL</a:t>
            </a:r>
          </a:p>
        </p:txBody>
      </p:sp>
      <p:pic>
        <p:nvPicPr>
          <p:cNvPr id="3" name="Picture 2">
            <a:extLst>
              <a:ext uri="{FF2B5EF4-FFF2-40B4-BE49-F238E27FC236}">
                <a16:creationId xmlns:a16="http://schemas.microsoft.com/office/drawing/2014/main" id="{48DDAD40-EC38-9E26-1689-DD13D48105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400" y="1930400"/>
            <a:ext cx="7772400" cy="297773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B3772D-971E-2F8C-4AA1-4990AA8EAB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584" y="1052736"/>
            <a:ext cx="4116759" cy="2232248"/>
          </a:xfrm>
          <a:prstGeom prst="rect">
            <a:avLst/>
          </a:prstGeom>
        </p:spPr>
      </p:pic>
      <p:pic>
        <p:nvPicPr>
          <p:cNvPr id="6" name="Picture 5">
            <a:extLst>
              <a:ext uri="{FF2B5EF4-FFF2-40B4-BE49-F238E27FC236}">
                <a16:creationId xmlns:a16="http://schemas.microsoft.com/office/drawing/2014/main" id="{F610325A-697F-0019-DA38-743655FB1C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5066" y="2636912"/>
            <a:ext cx="4824683" cy="3089554"/>
          </a:xfrm>
          <a:prstGeom prst="rect">
            <a:avLst/>
          </a:prstGeom>
        </p:spPr>
      </p:pic>
    </p:spTree>
  </p:cSld>
  <p:clrMapOvr>
    <a:masterClrMapping/>
  </p:clrMapOvr>
</p:sld>
</file>

<file path=ppt/theme/_rels/them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2_Technic">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Technic">
      <a:majorFont>
        <a:latin typeface="Franklin Gothic Boo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korelasyon" id="{F95D913D-738F-4F48-9B98-441C9EFF5C18}" vid="{E24A8B8E-6C89-B240-A254-86553F5700BD}"/>
    </a:ext>
  </a:extLst>
</a:theme>
</file>

<file path=ppt/theme/theme2.xml><?xml version="1.0" encoding="utf-8"?>
<a:theme xmlns:a="http://schemas.openxmlformats.org/drawingml/2006/main" name="3_Technic">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3_Technic">
      <a:majorFont>
        <a:latin typeface="Franklin Gothic Boo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korelasyon" id="{F95D913D-738F-4F48-9B98-441C9EFF5C18}" vid="{47723ECA-B763-6E42-9E08-52D8F5F31773}"/>
    </a:ext>
  </a:extLst>
</a:theme>
</file>

<file path=ppt/theme/theme3.xml><?xml version="1.0" encoding="utf-8"?>
<a:theme xmlns:a="http://schemas.openxmlformats.org/drawingml/2006/main" name="4_Technic">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4_Technic">
      <a:majorFont>
        <a:latin typeface="Franklin Gothic Boo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korelasyon" id="{F95D913D-738F-4F48-9B98-441C9EFF5C18}" vid="{A11F752B-974F-CD42-885C-A042656091C6}"/>
    </a:ext>
  </a:extLst>
</a:theme>
</file>

<file path=ppt/theme/theme4.xml><?xml version="1.0" encoding="utf-8"?>
<a:theme xmlns:a="http://schemas.openxmlformats.org/drawingml/2006/main" name="5_Technic">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5_Technic">
      <a:majorFont>
        <a:latin typeface="Franklin Gothic Boo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korelasyon" id="{F95D913D-738F-4F48-9B98-441C9EFF5C18}" vid="{2E7A9861-6863-EE4E-B9F2-69926B4081BF}"/>
    </a:ext>
  </a:extLst>
</a:theme>
</file>

<file path=ppt/theme/theme5.xml><?xml version="1.0" encoding="utf-8"?>
<a:theme xmlns:a="http://schemas.openxmlformats.org/drawingml/2006/main" name="Civic">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korelasyon" id="{F95D913D-738F-4F48-9B98-441C9EFF5C18}" vid="{7E5FD9EB-905B-7A40-9F73-5BFD23DF1026}"/>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67B8D37-87CD-BE40-BD8B-F5E90A847C34}">
  <we:reference id="wa104380510" version="1.0.0.3" store="tr-TR" storeType="OMEX"/>
  <we:alternateReferences>
    <we:reference id="WA104380510" version="1.0.0.3" store="WA104380510"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korelasyon</Template>
  <TotalTime>601</TotalTime>
  <Words>1015</Words>
  <Application>Microsoft Macintosh PowerPoint</Application>
  <PresentationFormat>On-screen Show (4:3)</PresentationFormat>
  <Paragraphs>138</Paragraphs>
  <Slides>24</Slides>
  <Notes>0</Notes>
  <HiddenSlides>0</HiddenSlides>
  <MMClips>0</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24</vt:i4>
      </vt:variant>
    </vt:vector>
  </HeadingPairs>
  <TitlesOfParts>
    <vt:vector size="36" baseType="lpstr">
      <vt:lpstr>Arial</vt:lpstr>
      <vt:lpstr>Calibri</vt:lpstr>
      <vt:lpstr>Franklin Gothic Book</vt:lpstr>
      <vt:lpstr>Georgia</vt:lpstr>
      <vt:lpstr>Times New Roman</vt:lpstr>
      <vt:lpstr>Wingdings</vt:lpstr>
      <vt:lpstr>Wingdings 2</vt:lpstr>
      <vt:lpstr>2_Technic</vt:lpstr>
      <vt:lpstr>3_Technic</vt:lpstr>
      <vt:lpstr>4_Technic</vt:lpstr>
      <vt:lpstr>5_Technic</vt:lpstr>
      <vt:lpstr>Civic</vt:lpstr>
      <vt:lpstr>PowerPoint Presentation</vt:lpstr>
      <vt:lpstr>PowerPoint Presentation</vt:lpstr>
      <vt:lpstr>PowerPoint Presentation</vt:lpstr>
      <vt:lpstr>PowerPoint Presentation</vt:lpstr>
      <vt:lpstr>Korelasyon Katsayısı</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Korelasyon-SPSS</vt:lpstr>
      <vt:lpstr>PowerPoint Presentation</vt:lpstr>
      <vt:lpstr>Korelasyon</vt:lpstr>
      <vt:lpstr>Yorumlar</vt:lpstr>
      <vt:lpstr>PowerPoint Presentation</vt:lpstr>
      <vt:lpstr>Serpme/Serpilme/Saçılım Diyagramı (Scatter Plot)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Reviewer</dc:creator>
  <cp:lastModifiedBy>Reviewer</cp:lastModifiedBy>
  <cp:revision>50</cp:revision>
  <cp:lastPrinted>2019-04-29T17:31:06Z</cp:lastPrinted>
  <dcterms:created xsi:type="dcterms:W3CDTF">2017-04-17T13:46:07Z</dcterms:created>
  <dcterms:modified xsi:type="dcterms:W3CDTF">2023-12-13T18:25:26Z</dcterms:modified>
</cp:coreProperties>
</file>