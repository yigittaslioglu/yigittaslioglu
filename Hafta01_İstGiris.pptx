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7" r:id="rId1"/>
  </p:sldMasterIdLst>
  <p:notesMasterIdLst>
    <p:notesMasterId r:id="rId34"/>
  </p:notesMasterIdLst>
  <p:sldIdLst>
    <p:sldId id="256" r:id="rId2"/>
    <p:sldId id="405" r:id="rId3"/>
    <p:sldId id="372" r:id="rId4"/>
    <p:sldId id="373" r:id="rId5"/>
    <p:sldId id="374" r:id="rId6"/>
    <p:sldId id="397" r:id="rId7"/>
    <p:sldId id="398" r:id="rId8"/>
    <p:sldId id="399" r:id="rId9"/>
    <p:sldId id="403" r:id="rId10"/>
    <p:sldId id="381" r:id="rId11"/>
    <p:sldId id="400" r:id="rId12"/>
    <p:sldId id="383" r:id="rId13"/>
    <p:sldId id="384" r:id="rId14"/>
    <p:sldId id="407" r:id="rId15"/>
    <p:sldId id="348" r:id="rId16"/>
    <p:sldId id="408" r:id="rId17"/>
    <p:sldId id="414" r:id="rId18"/>
    <p:sldId id="409" r:id="rId19"/>
    <p:sldId id="410" r:id="rId20"/>
    <p:sldId id="411" r:id="rId21"/>
    <p:sldId id="413" r:id="rId22"/>
    <p:sldId id="350" r:id="rId23"/>
    <p:sldId id="351" r:id="rId24"/>
    <p:sldId id="352" r:id="rId25"/>
    <p:sldId id="353" r:id="rId26"/>
    <p:sldId id="357" r:id="rId27"/>
    <p:sldId id="415" r:id="rId28"/>
    <p:sldId id="418" r:id="rId29"/>
    <p:sldId id="419" r:id="rId30"/>
    <p:sldId id="416" r:id="rId31"/>
    <p:sldId id="420" r:id="rId32"/>
    <p:sldId id="421" r:id="rId33"/>
  </p:sldIdLst>
  <p:sldSz cx="9144000" cy="6858000" type="screen4x3"/>
  <p:notesSz cx="6858000" cy="9144000"/>
  <p:defaultTextStyle>
    <a:defPPr>
      <a:defRPr lang="tr-TR"/>
    </a:defPPr>
    <a:lvl1pPr algn="l" rtl="0" eaLnBrk="0" fontAlgn="base" hangingPunct="0">
      <a:spcBef>
        <a:spcPct val="0"/>
      </a:spcBef>
      <a:spcAft>
        <a:spcPct val="0"/>
      </a:spcAft>
      <a:defRPr sz="2200" kern="1200">
        <a:solidFill>
          <a:schemeClr val="tx1"/>
        </a:solidFill>
        <a:latin typeface="Corbel" panose="020B0503020204020204" pitchFamily="34" charset="0"/>
        <a:ea typeface="+mn-ea"/>
        <a:cs typeface="+mn-cs"/>
      </a:defRPr>
    </a:lvl1pPr>
    <a:lvl2pPr marL="457200" algn="l" rtl="0" eaLnBrk="0" fontAlgn="base" hangingPunct="0">
      <a:spcBef>
        <a:spcPct val="0"/>
      </a:spcBef>
      <a:spcAft>
        <a:spcPct val="0"/>
      </a:spcAft>
      <a:defRPr sz="2200" kern="1200">
        <a:solidFill>
          <a:schemeClr val="tx1"/>
        </a:solidFill>
        <a:latin typeface="Corbel" panose="020B0503020204020204" pitchFamily="34" charset="0"/>
        <a:ea typeface="+mn-ea"/>
        <a:cs typeface="+mn-cs"/>
      </a:defRPr>
    </a:lvl2pPr>
    <a:lvl3pPr marL="914400" algn="l" rtl="0" eaLnBrk="0" fontAlgn="base" hangingPunct="0">
      <a:spcBef>
        <a:spcPct val="0"/>
      </a:spcBef>
      <a:spcAft>
        <a:spcPct val="0"/>
      </a:spcAft>
      <a:defRPr sz="2200" kern="1200">
        <a:solidFill>
          <a:schemeClr val="tx1"/>
        </a:solidFill>
        <a:latin typeface="Corbel" panose="020B0503020204020204" pitchFamily="34" charset="0"/>
        <a:ea typeface="+mn-ea"/>
        <a:cs typeface="+mn-cs"/>
      </a:defRPr>
    </a:lvl3pPr>
    <a:lvl4pPr marL="1371600" algn="l" rtl="0" eaLnBrk="0" fontAlgn="base" hangingPunct="0">
      <a:spcBef>
        <a:spcPct val="0"/>
      </a:spcBef>
      <a:spcAft>
        <a:spcPct val="0"/>
      </a:spcAft>
      <a:defRPr sz="2200" kern="1200">
        <a:solidFill>
          <a:schemeClr val="tx1"/>
        </a:solidFill>
        <a:latin typeface="Corbel" panose="020B0503020204020204" pitchFamily="34" charset="0"/>
        <a:ea typeface="+mn-ea"/>
        <a:cs typeface="+mn-cs"/>
      </a:defRPr>
    </a:lvl4pPr>
    <a:lvl5pPr marL="1828800" algn="l" rtl="0" eaLnBrk="0" fontAlgn="base" hangingPunct="0">
      <a:spcBef>
        <a:spcPct val="0"/>
      </a:spcBef>
      <a:spcAft>
        <a:spcPct val="0"/>
      </a:spcAft>
      <a:defRPr sz="2200" kern="1200">
        <a:solidFill>
          <a:schemeClr val="tx1"/>
        </a:solidFill>
        <a:latin typeface="Corbel" panose="020B0503020204020204" pitchFamily="34" charset="0"/>
        <a:ea typeface="+mn-ea"/>
        <a:cs typeface="+mn-cs"/>
      </a:defRPr>
    </a:lvl5pPr>
    <a:lvl6pPr marL="2286000" algn="l" defTabSz="914400" rtl="0" eaLnBrk="1" latinLnBrk="0" hangingPunct="1">
      <a:defRPr sz="2200" kern="1200">
        <a:solidFill>
          <a:schemeClr val="tx1"/>
        </a:solidFill>
        <a:latin typeface="Corbel" panose="020B0503020204020204" pitchFamily="34" charset="0"/>
        <a:ea typeface="+mn-ea"/>
        <a:cs typeface="+mn-cs"/>
      </a:defRPr>
    </a:lvl6pPr>
    <a:lvl7pPr marL="2743200" algn="l" defTabSz="914400" rtl="0" eaLnBrk="1" latinLnBrk="0" hangingPunct="1">
      <a:defRPr sz="2200" kern="1200">
        <a:solidFill>
          <a:schemeClr val="tx1"/>
        </a:solidFill>
        <a:latin typeface="Corbel" panose="020B0503020204020204" pitchFamily="34" charset="0"/>
        <a:ea typeface="+mn-ea"/>
        <a:cs typeface="+mn-cs"/>
      </a:defRPr>
    </a:lvl7pPr>
    <a:lvl8pPr marL="3200400" algn="l" defTabSz="914400" rtl="0" eaLnBrk="1" latinLnBrk="0" hangingPunct="1">
      <a:defRPr sz="2200" kern="1200">
        <a:solidFill>
          <a:schemeClr val="tx1"/>
        </a:solidFill>
        <a:latin typeface="Corbel" panose="020B0503020204020204" pitchFamily="34" charset="0"/>
        <a:ea typeface="+mn-ea"/>
        <a:cs typeface="+mn-cs"/>
      </a:defRPr>
    </a:lvl8pPr>
    <a:lvl9pPr marL="3657600" algn="l" defTabSz="914400" rtl="0" eaLnBrk="1" latinLnBrk="0" hangingPunct="1">
      <a:defRPr sz="2200" kern="1200">
        <a:solidFill>
          <a:schemeClr val="tx1"/>
        </a:solidFill>
        <a:latin typeface="Corbel" panose="020B0503020204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ema Uygulanmış Stil 1 - Vurgu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ema Uygulanmış Stil 1 - Vurgu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Stil Yok, Kılavuz Yok">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ema Uygulanmış Stil 1 - Vurgu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7CE84F3-28C3-443E-9E96-99CF82512B78}" styleName="Koyu Stil 1 - Vurgu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Koyu Stil 1 - Vurgu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Koyu Stil 1 - Vurgu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Koyu Stil 1 - Vurgu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ema Uygulanmış Stil 1 - Vurgu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ema Uygulanmış Stil 1 - Vurgu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300"/>
    <p:restoredTop sz="90107" autoAdjust="0"/>
  </p:normalViewPr>
  <p:slideViewPr>
    <p:cSldViewPr>
      <p:cViewPr varScale="1">
        <p:scale>
          <a:sx n="87" d="100"/>
          <a:sy n="87" d="100"/>
        </p:scale>
        <p:origin x="592" y="5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E6A595-6FF4-4105-90BD-C82D74DB08DA}" type="doc">
      <dgm:prSet loTypeId="urn:microsoft.com/office/officeart/2005/8/layout/vList5" loCatId="list" qsTypeId="urn:microsoft.com/office/officeart/2005/8/quickstyle/3d3" qsCatId="3D" csTypeId="urn:microsoft.com/office/officeart/2005/8/colors/colorful1" csCatId="colorful" phldr="1"/>
      <dgm:spPr/>
      <dgm:t>
        <a:bodyPr/>
        <a:lstStyle/>
        <a:p>
          <a:endParaRPr lang="en-US"/>
        </a:p>
      </dgm:t>
    </dgm:pt>
    <dgm:pt modelId="{6E3AD6CA-6DAA-450D-9E70-C6EEF51BF4E0}">
      <dgm:prSet phldrT="[Text]" custT="1"/>
      <dgm:spPr/>
      <dgm:t>
        <a:bodyPr/>
        <a:lstStyle/>
        <a:p>
          <a:r>
            <a:rPr lang="tr-TR" sz="2000" dirty="0"/>
            <a:t>Pazarlama</a:t>
          </a:r>
          <a:endParaRPr lang="en-US" sz="2000" dirty="0"/>
        </a:p>
      </dgm:t>
    </dgm:pt>
    <dgm:pt modelId="{63D90EE2-4F13-4BD6-B93F-2B25B7A1FE09}" type="parTrans" cxnId="{E45BE9C5-6859-4948-8C0C-9CA00767B213}">
      <dgm:prSet/>
      <dgm:spPr/>
      <dgm:t>
        <a:bodyPr/>
        <a:lstStyle/>
        <a:p>
          <a:endParaRPr lang="en-US" sz="1800"/>
        </a:p>
      </dgm:t>
    </dgm:pt>
    <dgm:pt modelId="{80B7442E-8848-4922-95C5-219481837849}" type="sibTrans" cxnId="{E45BE9C5-6859-4948-8C0C-9CA00767B213}">
      <dgm:prSet/>
      <dgm:spPr/>
      <dgm:t>
        <a:bodyPr/>
        <a:lstStyle/>
        <a:p>
          <a:endParaRPr lang="en-US" sz="1800"/>
        </a:p>
      </dgm:t>
    </dgm:pt>
    <dgm:pt modelId="{6F3D76EA-2BE4-4D30-BF79-4B7854D4E3F9}">
      <dgm:prSet phldrT="[Text]" custT="1"/>
      <dgm:spPr/>
      <dgm:t>
        <a:bodyPr/>
        <a:lstStyle/>
        <a:p>
          <a:r>
            <a:rPr lang="tr-TR" sz="1400" dirty="0"/>
            <a:t>Tüketici Tercihleri</a:t>
          </a:r>
          <a:endParaRPr lang="en-US" sz="1400" dirty="0"/>
        </a:p>
      </dgm:t>
    </dgm:pt>
    <dgm:pt modelId="{BD483B68-9615-43F3-8A8E-F7C8A0D7A6D5}" type="parTrans" cxnId="{68EFD773-86A2-4970-9AAE-69C1FC32210A}">
      <dgm:prSet/>
      <dgm:spPr/>
      <dgm:t>
        <a:bodyPr/>
        <a:lstStyle/>
        <a:p>
          <a:endParaRPr lang="en-US" sz="1800"/>
        </a:p>
      </dgm:t>
    </dgm:pt>
    <dgm:pt modelId="{619611BA-7C2A-4270-9976-7DD8420DFC46}" type="sibTrans" cxnId="{68EFD773-86A2-4970-9AAE-69C1FC32210A}">
      <dgm:prSet/>
      <dgm:spPr/>
      <dgm:t>
        <a:bodyPr/>
        <a:lstStyle/>
        <a:p>
          <a:endParaRPr lang="en-US" sz="1800"/>
        </a:p>
      </dgm:t>
    </dgm:pt>
    <dgm:pt modelId="{032BEEEE-02F9-4C60-A168-02400521CB04}">
      <dgm:prSet phldrT="[Text]" custT="1"/>
      <dgm:spPr/>
      <dgm:t>
        <a:bodyPr/>
        <a:lstStyle/>
        <a:p>
          <a:r>
            <a:rPr lang="tr-TR" sz="1400" dirty="0"/>
            <a:t>Pazarlama Etkileri</a:t>
          </a:r>
          <a:endParaRPr lang="en-US" sz="1400" dirty="0"/>
        </a:p>
      </dgm:t>
    </dgm:pt>
    <dgm:pt modelId="{E5745D3C-5B81-4541-9F8C-A2664354EA6A}" type="parTrans" cxnId="{73038110-6032-44ED-ADF5-EB0A65FBA602}">
      <dgm:prSet/>
      <dgm:spPr/>
      <dgm:t>
        <a:bodyPr/>
        <a:lstStyle/>
        <a:p>
          <a:endParaRPr lang="en-US" sz="1800"/>
        </a:p>
      </dgm:t>
    </dgm:pt>
    <dgm:pt modelId="{CA47FE9E-B5EC-4FF9-9763-F451139DFA61}" type="sibTrans" cxnId="{73038110-6032-44ED-ADF5-EB0A65FBA602}">
      <dgm:prSet/>
      <dgm:spPr/>
      <dgm:t>
        <a:bodyPr/>
        <a:lstStyle/>
        <a:p>
          <a:endParaRPr lang="en-US" sz="1800"/>
        </a:p>
      </dgm:t>
    </dgm:pt>
    <dgm:pt modelId="{952FA6F5-42FE-4EEB-AE5E-BC8EE7C80A4A}">
      <dgm:prSet phldrT="[Text]" custT="1"/>
      <dgm:spPr/>
      <dgm:t>
        <a:bodyPr/>
        <a:lstStyle/>
        <a:p>
          <a:r>
            <a:rPr lang="tr-TR" sz="2000" dirty="0"/>
            <a:t>Yönetim ve Bilişim</a:t>
          </a:r>
          <a:endParaRPr lang="en-US" sz="2000" dirty="0"/>
        </a:p>
      </dgm:t>
    </dgm:pt>
    <dgm:pt modelId="{DA4F9576-AB69-480D-80A1-8D4ED8C5BB7E}" type="parTrans" cxnId="{8503DFD9-4B27-4CD7-87AE-D33E236B0899}">
      <dgm:prSet/>
      <dgm:spPr/>
      <dgm:t>
        <a:bodyPr/>
        <a:lstStyle/>
        <a:p>
          <a:endParaRPr lang="en-US" sz="1800"/>
        </a:p>
      </dgm:t>
    </dgm:pt>
    <dgm:pt modelId="{1797E2D3-0D7C-449B-8F3C-272E549FADDA}" type="sibTrans" cxnId="{8503DFD9-4B27-4CD7-87AE-D33E236B0899}">
      <dgm:prSet/>
      <dgm:spPr/>
      <dgm:t>
        <a:bodyPr/>
        <a:lstStyle/>
        <a:p>
          <a:endParaRPr lang="en-US" sz="1800"/>
        </a:p>
      </dgm:t>
    </dgm:pt>
    <dgm:pt modelId="{838B1C3D-8132-4C6B-8AC1-D1056CCF64D1}">
      <dgm:prSet phldrT="[Text]" custT="1"/>
      <dgm:spPr/>
      <dgm:t>
        <a:bodyPr/>
        <a:lstStyle/>
        <a:p>
          <a:r>
            <a:rPr lang="tr-TR" sz="1400" dirty="0"/>
            <a:t>İş Performansı</a:t>
          </a:r>
          <a:endParaRPr lang="en-US" sz="1400" dirty="0"/>
        </a:p>
      </dgm:t>
    </dgm:pt>
    <dgm:pt modelId="{205838BC-266B-42B0-A42E-6B2342A71217}" type="parTrans" cxnId="{B37E026E-7529-493A-8B67-07ACB333E5F5}">
      <dgm:prSet/>
      <dgm:spPr/>
      <dgm:t>
        <a:bodyPr/>
        <a:lstStyle/>
        <a:p>
          <a:endParaRPr lang="en-US" sz="1800"/>
        </a:p>
      </dgm:t>
    </dgm:pt>
    <dgm:pt modelId="{580A512F-FFB6-435F-8E15-13DBDA9DA2A7}" type="sibTrans" cxnId="{B37E026E-7529-493A-8B67-07ACB333E5F5}">
      <dgm:prSet/>
      <dgm:spPr/>
      <dgm:t>
        <a:bodyPr/>
        <a:lstStyle/>
        <a:p>
          <a:endParaRPr lang="en-US" sz="1800"/>
        </a:p>
      </dgm:t>
    </dgm:pt>
    <dgm:pt modelId="{2C01CED8-8407-4AAA-B6E9-A7AEE7D8DDFF}">
      <dgm:prSet phldrT="[Text]" custT="1"/>
      <dgm:spPr/>
      <dgm:t>
        <a:bodyPr/>
        <a:lstStyle/>
        <a:p>
          <a:r>
            <a:rPr lang="tr-TR" sz="1400" dirty="0"/>
            <a:t>Kalite İyileştirme</a:t>
          </a:r>
          <a:endParaRPr lang="en-US" sz="1400" dirty="0"/>
        </a:p>
      </dgm:t>
    </dgm:pt>
    <dgm:pt modelId="{C5D7E8CF-5B50-4873-B8B8-3D70593F51F0}" type="parTrans" cxnId="{A3E0153E-CA8D-45C7-8D5C-5CE860978DAB}">
      <dgm:prSet/>
      <dgm:spPr/>
      <dgm:t>
        <a:bodyPr/>
        <a:lstStyle/>
        <a:p>
          <a:endParaRPr lang="en-US" sz="1800"/>
        </a:p>
      </dgm:t>
    </dgm:pt>
    <dgm:pt modelId="{AC904094-8A0E-4BC7-8527-CF43EF1C8B50}" type="sibTrans" cxnId="{A3E0153E-CA8D-45C7-8D5C-5CE860978DAB}">
      <dgm:prSet/>
      <dgm:spPr/>
      <dgm:t>
        <a:bodyPr/>
        <a:lstStyle/>
        <a:p>
          <a:endParaRPr lang="en-US" sz="1800"/>
        </a:p>
      </dgm:t>
    </dgm:pt>
    <dgm:pt modelId="{FEB77BFE-F773-4C71-A8A4-46E6D0E10C1F}">
      <dgm:prSet phldrT="[Text]" custT="1"/>
      <dgm:spPr/>
      <dgm:t>
        <a:bodyPr/>
        <a:lstStyle/>
        <a:p>
          <a:r>
            <a:rPr lang="tr-TR" sz="2000" dirty="0"/>
            <a:t>Finans</a:t>
          </a:r>
          <a:endParaRPr lang="en-US" sz="2000" dirty="0"/>
        </a:p>
      </dgm:t>
    </dgm:pt>
    <dgm:pt modelId="{CEBAA5F3-5A86-4E68-8597-BDCC894FF899}" type="parTrans" cxnId="{8E206142-5849-4BFD-895C-71BE9E20372E}">
      <dgm:prSet/>
      <dgm:spPr/>
      <dgm:t>
        <a:bodyPr/>
        <a:lstStyle/>
        <a:p>
          <a:endParaRPr lang="en-US" sz="1800"/>
        </a:p>
      </dgm:t>
    </dgm:pt>
    <dgm:pt modelId="{AACCCB97-8127-47D6-AF8F-2BB6703F40A8}" type="sibTrans" cxnId="{8E206142-5849-4BFD-895C-71BE9E20372E}">
      <dgm:prSet/>
      <dgm:spPr/>
      <dgm:t>
        <a:bodyPr/>
        <a:lstStyle/>
        <a:p>
          <a:endParaRPr lang="en-US" sz="1800"/>
        </a:p>
      </dgm:t>
    </dgm:pt>
    <dgm:pt modelId="{484EEAEF-2736-4287-8819-9AD8E4EA7744}">
      <dgm:prSet phldrT="[Text]" custT="1"/>
      <dgm:spPr/>
      <dgm:t>
        <a:bodyPr/>
        <a:lstStyle/>
        <a:p>
          <a:r>
            <a:rPr lang="tr-TR" sz="1400" dirty="0"/>
            <a:t>Finansal Eğilimler</a:t>
          </a:r>
          <a:endParaRPr lang="en-US" sz="1400" dirty="0"/>
        </a:p>
      </dgm:t>
    </dgm:pt>
    <dgm:pt modelId="{22DD4B89-7CA3-4E6C-83E9-5C4C6C8842FD}" type="parTrans" cxnId="{7BA7931C-2D57-4F8A-9C50-037A9343C277}">
      <dgm:prSet/>
      <dgm:spPr/>
      <dgm:t>
        <a:bodyPr/>
        <a:lstStyle/>
        <a:p>
          <a:endParaRPr lang="en-US" sz="1800"/>
        </a:p>
      </dgm:t>
    </dgm:pt>
    <dgm:pt modelId="{62D67C21-0870-41A3-A14B-9895E5135F01}" type="sibTrans" cxnId="{7BA7931C-2D57-4F8A-9C50-037A9343C277}">
      <dgm:prSet/>
      <dgm:spPr/>
      <dgm:t>
        <a:bodyPr/>
        <a:lstStyle/>
        <a:p>
          <a:endParaRPr lang="en-US" sz="1800"/>
        </a:p>
      </dgm:t>
    </dgm:pt>
    <dgm:pt modelId="{E5D8ED3B-FE24-4C41-852D-9AEA90CF4161}">
      <dgm:prSet custT="1"/>
      <dgm:spPr/>
      <dgm:t>
        <a:bodyPr/>
        <a:lstStyle/>
        <a:p>
          <a:r>
            <a:rPr lang="tr-TR" sz="2000" dirty="0"/>
            <a:t>Muhasebe</a:t>
          </a:r>
          <a:endParaRPr lang="en-US" sz="2000" dirty="0"/>
        </a:p>
      </dgm:t>
    </dgm:pt>
    <dgm:pt modelId="{CA306D68-C3CE-427E-9148-6F3A481F97C4}" type="parTrans" cxnId="{F493DB6E-8266-435D-819F-553B676D805D}">
      <dgm:prSet/>
      <dgm:spPr/>
      <dgm:t>
        <a:bodyPr/>
        <a:lstStyle/>
        <a:p>
          <a:endParaRPr lang="en-US" sz="1800"/>
        </a:p>
      </dgm:t>
    </dgm:pt>
    <dgm:pt modelId="{EAB995DA-AC1D-4592-A916-4F7CA360ADA6}" type="sibTrans" cxnId="{F493DB6E-8266-435D-819F-553B676D805D}">
      <dgm:prSet/>
      <dgm:spPr/>
      <dgm:t>
        <a:bodyPr/>
        <a:lstStyle/>
        <a:p>
          <a:endParaRPr lang="en-US" sz="1800"/>
        </a:p>
      </dgm:t>
    </dgm:pt>
    <dgm:pt modelId="{B3228D35-5913-41D7-9974-A686CD5343BF}">
      <dgm:prSet custT="1"/>
      <dgm:spPr/>
      <dgm:t>
        <a:bodyPr/>
        <a:lstStyle/>
        <a:p>
          <a:r>
            <a:rPr lang="tr-TR" sz="1400" dirty="0"/>
            <a:t>Denetim</a:t>
          </a:r>
          <a:endParaRPr lang="en-US" sz="1400" dirty="0"/>
        </a:p>
      </dgm:t>
    </dgm:pt>
    <dgm:pt modelId="{7BA74E28-57F3-4117-A9B4-1F2620E2F46E}" type="parTrans" cxnId="{73FCF622-EDC1-4BDB-ACD6-66BFE70E08FD}">
      <dgm:prSet/>
      <dgm:spPr/>
      <dgm:t>
        <a:bodyPr/>
        <a:lstStyle/>
        <a:p>
          <a:endParaRPr lang="en-US" sz="1800"/>
        </a:p>
      </dgm:t>
    </dgm:pt>
    <dgm:pt modelId="{B97F14D3-69A6-47C6-BBAD-29BC81B71194}" type="sibTrans" cxnId="{73FCF622-EDC1-4BDB-ACD6-66BFE70E08FD}">
      <dgm:prSet/>
      <dgm:spPr/>
      <dgm:t>
        <a:bodyPr/>
        <a:lstStyle/>
        <a:p>
          <a:endParaRPr lang="en-US" sz="1800"/>
        </a:p>
      </dgm:t>
    </dgm:pt>
    <dgm:pt modelId="{9AE280E6-6437-456A-A14F-79E62046D685}">
      <dgm:prSet custT="1"/>
      <dgm:spPr/>
      <dgm:t>
        <a:bodyPr/>
        <a:lstStyle/>
        <a:p>
          <a:r>
            <a:rPr lang="tr-TR" sz="1400" dirty="0"/>
            <a:t>Maliyet</a:t>
          </a:r>
          <a:endParaRPr lang="en-US" sz="1400" dirty="0"/>
        </a:p>
      </dgm:t>
    </dgm:pt>
    <dgm:pt modelId="{C87C0977-BB60-4D60-A6A3-F30B0A4B9322}" type="parTrans" cxnId="{D44130DB-4AE0-41F0-8A5A-5F58BE84C3F2}">
      <dgm:prSet/>
      <dgm:spPr/>
      <dgm:t>
        <a:bodyPr/>
        <a:lstStyle/>
        <a:p>
          <a:endParaRPr lang="en-US" sz="1800"/>
        </a:p>
      </dgm:t>
    </dgm:pt>
    <dgm:pt modelId="{5FAEEB76-5007-41FB-8651-0B2D2C5B00AF}" type="sibTrans" cxnId="{D44130DB-4AE0-41F0-8A5A-5F58BE84C3F2}">
      <dgm:prSet/>
      <dgm:spPr/>
      <dgm:t>
        <a:bodyPr/>
        <a:lstStyle/>
        <a:p>
          <a:endParaRPr lang="en-US" sz="1800"/>
        </a:p>
      </dgm:t>
    </dgm:pt>
    <dgm:pt modelId="{7EE54C1D-39CF-4306-9F22-F0C2674FC6D7}">
      <dgm:prSet custT="1"/>
      <dgm:spPr/>
      <dgm:t>
        <a:bodyPr/>
        <a:lstStyle/>
        <a:p>
          <a:r>
            <a:rPr lang="tr-TR" sz="2000" dirty="0"/>
            <a:t>Eğitim ve Psikoloji</a:t>
          </a:r>
          <a:endParaRPr lang="en-US" sz="2000" dirty="0"/>
        </a:p>
      </dgm:t>
    </dgm:pt>
    <dgm:pt modelId="{B5A204AC-6428-43A2-990D-44B1D8A08A1A}" type="parTrans" cxnId="{933FCCAC-E145-42BA-8FBB-7BC1CB3C081C}">
      <dgm:prSet/>
      <dgm:spPr/>
      <dgm:t>
        <a:bodyPr/>
        <a:lstStyle/>
        <a:p>
          <a:endParaRPr lang="en-US" sz="1800"/>
        </a:p>
      </dgm:t>
    </dgm:pt>
    <dgm:pt modelId="{64009A48-1AD9-497C-9DE5-732111D28070}" type="sibTrans" cxnId="{933FCCAC-E145-42BA-8FBB-7BC1CB3C081C}">
      <dgm:prSet/>
      <dgm:spPr/>
      <dgm:t>
        <a:bodyPr/>
        <a:lstStyle/>
        <a:p>
          <a:endParaRPr lang="en-US" sz="1800"/>
        </a:p>
      </dgm:t>
    </dgm:pt>
    <dgm:pt modelId="{55AB5E4A-16D4-48DC-8E3B-86E144E49A71}">
      <dgm:prSet custT="1"/>
      <dgm:spPr/>
      <dgm:t>
        <a:bodyPr/>
        <a:lstStyle/>
        <a:p>
          <a:r>
            <a:rPr lang="tr-TR" sz="1200" dirty="0"/>
            <a:t>Davranış Bozuklukları</a:t>
          </a:r>
          <a:endParaRPr lang="en-US" sz="1200" dirty="0"/>
        </a:p>
      </dgm:t>
    </dgm:pt>
    <dgm:pt modelId="{20F6B385-9F78-4344-8446-5B32E4193DA2}" type="parTrans" cxnId="{E5CA44BC-B58F-468C-ADFF-45CEDF5B3E79}">
      <dgm:prSet/>
      <dgm:spPr/>
      <dgm:t>
        <a:bodyPr/>
        <a:lstStyle/>
        <a:p>
          <a:endParaRPr lang="en-US" sz="1800"/>
        </a:p>
      </dgm:t>
    </dgm:pt>
    <dgm:pt modelId="{81AD9D9E-8756-4564-8379-03A56C0C8F43}" type="sibTrans" cxnId="{E5CA44BC-B58F-468C-ADFF-45CEDF5B3E79}">
      <dgm:prSet/>
      <dgm:spPr/>
      <dgm:t>
        <a:bodyPr/>
        <a:lstStyle/>
        <a:p>
          <a:endParaRPr lang="en-US" sz="1800"/>
        </a:p>
      </dgm:t>
    </dgm:pt>
    <dgm:pt modelId="{A3CFF91A-06D7-43E4-91D8-AB4A005B423A}">
      <dgm:prSet custT="1"/>
      <dgm:spPr/>
      <dgm:t>
        <a:bodyPr/>
        <a:lstStyle/>
        <a:p>
          <a:r>
            <a:rPr lang="tr-TR" sz="2000" dirty="0"/>
            <a:t>Sağlık Bilimleri</a:t>
          </a:r>
          <a:endParaRPr lang="en-US" sz="2000" dirty="0"/>
        </a:p>
      </dgm:t>
    </dgm:pt>
    <dgm:pt modelId="{A892BE9F-C927-4D06-BD3D-2C55801BE80E}" type="parTrans" cxnId="{9BF01411-D926-4306-950F-17828EF63259}">
      <dgm:prSet/>
      <dgm:spPr/>
      <dgm:t>
        <a:bodyPr/>
        <a:lstStyle/>
        <a:p>
          <a:endParaRPr lang="en-US" sz="1800"/>
        </a:p>
      </dgm:t>
    </dgm:pt>
    <dgm:pt modelId="{48472960-7018-4103-97EE-C86416EB0A3B}" type="sibTrans" cxnId="{9BF01411-D926-4306-950F-17828EF63259}">
      <dgm:prSet/>
      <dgm:spPr/>
      <dgm:t>
        <a:bodyPr/>
        <a:lstStyle/>
        <a:p>
          <a:endParaRPr lang="en-US" sz="1800"/>
        </a:p>
      </dgm:t>
    </dgm:pt>
    <dgm:pt modelId="{C43A371C-9D15-4B83-A24E-22293B937C2A}">
      <dgm:prSet custT="1"/>
      <dgm:spPr/>
      <dgm:t>
        <a:bodyPr/>
        <a:lstStyle/>
        <a:p>
          <a:r>
            <a:rPr lang="tr-TR" sz="1400" dirty="0"/>
            <a:t>Biyoistatistik</a:t>
          </a:r>
          <a:endParaRPr lang="en-US" sz="1400" dirty="0"/>
        </a:p>
      </dgm:t>
    </dgm:pt>
    <dgm:pt modelId="{61FA5A98-7316-4E96-A021-F586F468D1E8}" type="parTrans" cxnId="{E47B5A34-E7DB-403E-BAD4-37901018963E}">
      <dgm:prSet/>
      <dgm:spPr/>
      <dgm:t>
        <a:bodyPr/>
        <a:lstStyle/>
        <a:p>
          <a:endParaRPr lang="en-US" sz="1800"/>
        </a:p>
      </dgm:t>
    </dgm:pt>
    <dgm:pt modelId="{41C3AF79-5980-48A3-AE3B-4A8A96353830}" type="sibTrans" cxnId="{E47B5A34-E7DB-403E-BAD4-37901018963E}">
      <dgm:prSet/>
      <dgm:spPr/>
      <dgm:t>
        <a:bodyPr/>
        <a:lstStyle/>
        <a:p>
          <a:endParaRPr lang="en-US" sz="1800"/>
        </a:p>
      </dgm:t>
    </dgm:pt>
    <dgm:pt modelId="{63939AC5-FA3C-4D06-ADD4-AF035A75A67A}">
      <dgm:prSet custT="1"/>
      <dgm:spPr/>
      <dgm:t>
        <a:bodyPr/>
        <a:lstStyle/>
        <a:p>
          <a:r>
            <a:rPr lang="tr-TR" sz="1200" dirty="0"/>
            <a:t>Uluslararası Karşılaştırmalı Eğitim Araştırmaları</a:t>
          </a:r>
          <a:endParaRPr lang="en-US" sz="1200" dirty="0"/>
        </a:p>
      </dgm:t>
    </dgm:pt>
    <dgm:pt modelId="{3AABCE38-3BCE-4EC3-A247-E590A2B16CE7}" type="parTrans" cxnId="{721797A3-1359-4820-9E01-C9268B49FE27}">
      <dgm:prSet/>
      <dgm:spPr/>
      <dgm:t>
        <a:bodyPr/>
        <a:lstStyle/>
        <a:p>
          <a:endParaRPr lang="en-US" sz="1800"/>
        </a:p>
      </dgm:t>
    </dgm:pt>
    <dgm:pt modelId="{5B8F3572-6D81-46F5-8046-153B340993F0}" type="sibTrans" cxnId="{721797A3-1359-4820-9E01-C9268B49FE27}">
      <dgm:prSet/>
      <dgm:spPr/>
      <dgm:t>
        <a:bodyPr/>
        <a:lstStyle/>
        <a:p>
          <a:endParaRPr lang="en-US" sz="1800"/>
        </a:p>
      </dgm:t>
    </dgm:pt>
    <dgm:pt modelId="{BA3AF63A-0760-4987-9FE6-3AE658B089E1}">
      <dgm:prSet custT="1"/>
      <dgm:spPr/>
      <dgm:t>
        <a:bodyPr/>
        <a:lstStyle/>
        <a:p>
          <a:r>
            <a:rPr lang="tr-TR" sz="1400" dirty="0"/>
            <a:t>Farmakometri</a:t>
          </a:r>
          <a:endParaRPr lang="en-US" sz="1400" dirty="0"/>
        </a:p>
      </dgm:t>
    </dgm:pt>
    <dgm:pt modelId="{AA43C2F1-AA11-4913-AD8C-F24A1A84117F}" type="parTrans" cxnId="{AE8A5732-725A-43A9-846E-1F1B68B4ECF5}">
      <dgm:prSet/>
      <dgm:spPr/>
      <dgm:t>
        <a:bodyPr/>
        <a:lstStyle/>
        <a:p>
          <a:endParaRPr lang="en-US" sz="1800"/>
        </a:p>
      </dgm:t>
    </dgm:pt>
    <dgm:pt modelId="{1881420A-12A4-4C6E-944A-B7D5D2454437}" type="sibTrans" cxnId="{AE8A5732-725A-43A9-846E-1F1B68B4ECF5}">
      <dgm:prSet/>
      <dgm:spPr/>
      <dgm:t>
        <a:bodyPr/>
        <a:lstStyle/>
        <a:p>
          <a:endParaRPr lang="en-US" sz="1800"/>
        </a:p>
      </dgm:t>
    </dgm:pt>
    <dgm:pt modelId="{597A429E-17A2-4A46-8565-AEE7CB99E8AB}" type="pres">
      <dgm:prSet presAssocID="{4EE6A595-6FF4-4105-90BD-C82D74DB08DA}" presName="Name0" presStyleCnt="0">
        <dgm:presLayoutVars>
          <dgm:dir/>
          <dgm:animLvl val="lvl"/>
          <dgm:resizeHandles val="exact"/>
        </dgm:presLayoutVars>
      </dgm:prSet>
      <dgm:spPr/>
    </dgm:pt>
    <dgm:pt modelId="{2AFD5EFA-CBCE-4118-A038-F91F5EFD56E0}" type="pres">
      <dgm:prSet presAssocID="{6E3AD6CA-6DAA-450D-9E70-C6EEF51BF4E0}" presName="linNode" presStyleCnt="0"/>
      <dgm:spPr/>
    </dgm:pt>
    <dgm:pt modelId="{53E6F638-C5CB-421B-A0A3-5AAC823B3057}" type="pres">
      <dgm:prSet presAssocID="{6E3AD6CA-6DAA-450D-9E70-C6EEF51BF4E0}" presName="parentText" presStyleLbl="node1" presStyleIdx="0" presStyleCnt="6">
        <dgm:presLayoutVars>
          <dgm:chMax val="1"/>
          <dgm:bulletEnabled val="1"/>
        </dgm:presLayoutVars>
      </dgm:prSet>
      <dgm:spPr/>
    </dgm:pt>
    <dgm:pt modelId="{15E7A95B-86BD-41EA-B548-12FDCF30F5FA}" type="pres">
      <dgm:prSet presAssocID="{6E3AD6CA-6DAA-450D-9E70-C6EEF51BF4E0}" presName="descendantText" presStyleLbl="alignAccFollowNode1" presStyleIdx="0" presStyleCnt="6">
        <dgm:presLayoutVars>
          <dgm:bulletEnabled val="1"/>
        </dgm:presLayoutVars>
      </dgm:prSet>
      <dgm:spPr/>
    </dgm:pt>
    <dgm:pt modelId="{9F71605F-B1DF-4FD1-A1EA-3CE40900EB6B}" type="pres">
      <dgm:prSet presAssocID="{80B7442E-8848-4922-95C5-219481837849}" presName="sp" presStyleCnt="0"/>
      <dgm:spPr/>
    </dgm:pt>
    <dgm:pt modelId="{534A7C6F-B794-4B47-8738-949E8CE1E089}" type="pres">
      <dgm:prSet presAssocID="{A3CFF91A-06D7-43E4-91D8-AB4A005B423A}" presName="linNode" presStyleCnt="0"/>
      <dgm:spPr/>
    </dgm:pt>
    <dgm:pt modelId="{583A8B9A-ECF2-48CD-AE83-5EC7A77D577B}" type="pres">
      <dgm:prSet presAssocID="{A3CFF91A-06D7-43E4-91D8-AB4A005B423A}" presName="parentText" presStyleLbl="node1" presStyleIdx="1" presStyleCnt="6">
        <dgm:presLayoutVars>
          <dgm:chMax val="1"/>
          <dgm:bulletEnabled val="1"/>
        </dgm:presLayoutVars>
      </dgm:prSet>
      <dgm:spPr/>
    </dgm:pt>
    <dgm:pt modelId="{D180AA18-4E17-4FE8-8E09-BE2CE1F8AE7E}" type="pres">
      <dgm:prSet presAssocID="{A3CFF91A-06D7-43E4-91D8-AB4A005B423A}" presName="descendantText" presStyleLbl="alignAccFollowNode1" presStyleIdx="1" presStyleCnt="6">
        <dgm:presLayoutVars>
          <dgm:bulletEnabled val="1"/>
        </dgm:presLayoutVars>
      </dgm:prSet>
      <dgm:spPr/>
    </dgm:pt>
    <dgm:pt modelId="{EEEF082B-02C2-4B26-83A9-0453654215B3}" type="pres">
      <dgm:prSet presAssocID="{48472960-7018-4103-97EE-C86416EB0A3B}" presName="sp" presStyleCnt="0"/>
      <dgm:spPr/>
    </dgm:pt>
    <dgm:pt modelId="{CE87E8B1-4DD2-4E30-B98E-370151B5EA9D}" type="pres">
      <dgm:prSet presAssocID="{952FA6F5-42FE-4EEB-AE5E-BC8EE7C80A4A}" presName="linNode" presStyleCnt="0"/>
      <dgm:spPr/>
    </dgm:pt>
    <dgm:pt modelId="{596D5251-5A02-4B56-85B4-CE128E8251A3}" type="pres">
      <dgm:prSet presAssocID="{952FA6F5-42FE-4EEB-AE5E-BC8EE7C80A4A}" presName="parentText" presStyleLbl="node1" presStyleIdx="2" presStyleCnt="6">
        <dgm:presLayoutVars>
          <dgm:chMax val="1"/>
          <dgm:bulletEnabled val="1"/>
        </dgm:presLayoutVars>
      </dgm:prSet>
      <dgm:spPr/>
    </dgm:pt>
    <dgm:pt modelId="{A28E0D7D-3DA0-4435-AB63-B26850D6F7B4}" type="pres">
      <dgm:prSet presAssocID="{952FA6F5-42FE-4EEB-AE5E-BC8EE7C80A4A}" presName="descendantText" presStyleLbl="alignAccFollowNode1" presStyleIdx="2" presStyleCnt="6">
        <dgm:presLayoutVars>
          <dgm:bulletEnabled val="1"/>
        </dgm:presLayoutVars>
      </dgm:prSet>
      <dgm:spPr/>
    </dgm:pt>
    <dgm:pt modelId="{76BA54B1-3070-4EBD-97DB-FE56D421EA89}" type="pres">
      <dgm:prSet presAssocID="{1797E2D3-0D7C-449B-8F3C-272E549FADDA}" presName="sp" presStyleCnt="0"/>
      <dgm:spPr/>
    </dgm:pt>
    <dgm:pt modelId="{B1872D31-52C9-4108-827D-3FDD109F1798}" type="pres">
      <dgm:prSet presAssocID="{E5D8ED3B-FE24-4C41-852D-9AEA90CF4161}" presName="linNode" presStyleCnt="0"/>
      <dgm:spPr/>
    </dgm:pt>
    <dgm:pt modelId="{0564908C-35D8-4F27-AD19-0B6C4922D350}" type="pres">
      <dgm:prSet presAssocID="{E5D8ED3B-FE24-4C41-852D-9AEA90CF4161}" presName="parentText" presStyleLbl="node1" presStyleIdx="3" presStyleCnt="6">
        <dgm:presLayoutVars>
          <dgm:chMax val="1"/>
          <dgm:bulletEnabled val="1"/>
        </dgm:presLayoutVars>
      </dgm:prSet>
      <dgm:spPr/>
    </dgm:pt>
    <dgm:pt modelId="{43687247-D929-4522-8F5C-4E6C2655FBB2}" type="pres">
      <dgm:prSet presAssocID="{E5D8ED3B-FE24-4C41-852D-9AEA90CF4161}" presName="descendantText" presStyleLbl="alignAccFollowNode1" presStyleIdx="3" presStyleCnt="6">
        <dgm:presLayoutVars>
          <dgm:bulletEnabled val="1"/>
        </dgm:presLayoutVars>
      </dgm:prSet>
      <dgm:spPr/>
    </dgm:pt>
    <dgm:pt modelId="{2E808F27-F5FB-4407-9CCC-5E10065298F0}" type="pres">
      <dgm:prSet presAssocID="{EAB995DA-AC1D-4592-A916-4F7CA360ADA6}" presName="sp" presStyleCnt="0"/>
      <dgm:spPr/>
    </dgm:pt>
    <dgm:pt modelId="{1EEFA14B-F953-407D-A294-AAEA848AEDBE}" type="pres">
      <dgm:prSet presAssocID="{7EE54C1D-39CF-4306-9F22-F0C2674FC6D7}" presName="linNode" presStyleCnt="0"/>
      <dgm:spPr/>
    </dgm:pt>
    <dgm:pt modelId="{62A0B1FF-C282-4841-A558-C89E74FD004E}" type="pres">
      <dgm:prSet presAssocID="{7EE54C1D-39CF-4306-9F22-F0C2674FC6D7}" presName="parentText" presStyleLbl="node1" presStyleIdx="4" presStyleCnt="6">
        <dgm:presLayoutVars>
          <dgm:chMax val="1"/>
          <dgm:bulletEnabled val="1"/>
        </dgm:presLayoutVars>
      </dgm:prSet>
      <dgm:spPr/>
    </dgm:pt>
    <dgm:pt modelId="{FC66E24B-2B91-47BA-81C1-3074A507E309}" type="pres">
      <dgm:prSet presAssocID="{7EE54C1D-39CF-4306-9F22-F0C2674FC6D7}" presName="descendantText" presStyleLbl="alignAccFollowNode1" presStyleIdx="4" presStyleCnt="6">
        <dgm:presLayoutVars>
          <dgm:bulletEnabled val="1"/>
        </dgm:presLayoutVars>
      </dgm:prSet>
      <dgm:spPr/>
    </dgm:pt>
    <dgm:pt modelId="{FF6D2902-7901-491F-A913-23BB676A5592}" type="pres">
      <dgm:prSet presAssocID="{64009A48-1AD9-497C-9DE5-732111D28070}" presName="sp" presStyleCnt="0"/>
      <dgm:spPr/>
    </dgm:pt>
    <dgm:pt modelId="{6AC901D5-E732-4BE0-833D-3D458020DA17}" type="pres">
      <dgm:prSet presAssocID="{FEB77BFE-F773-4C71-A8A4-46E6D0E10C1F}" presName="linNode" presStyleCnt="0"/>
      <dgm:spPr/>
    </dgm:pt>
    <dgm:pt modelId="{072D9E7A-3D93-4B6B-9050-B4A7CAFA5282}" type="pres">
      <dgm:prSet presAssocID="{FEB77BFE-F773-4C71-A8A4-46E6D0E10C1F}" presName="parentText" presStyleLbl="node1" presStyleIdx="5" presStyleCnt="6">
        <dgm:presLayoutVars>
          <dgm:chMax val="1"/>
          <dgm:bulletEnabled val="1"/>
        </dgm:presLayoutVars>
      </dgm:prSet>
      <dgm:spPr/>
    </dgm:pt>
    <dgm:pt modelId="{BC04DA7A-0E33-4DB1-A22B-66CB7F1AD7FB}" type="pres">
      <dgm:prSet presAssocID="{FEB77BFE-F773-4C71-A8A4-46E6D0E10C1F}" presName="descendantText" presStyleLbl="alignAccFollowNode1" presStyleIdx="5" presStyleCnt="6">
        <dgm:presLayoutVars>
          <dgm:bulletEnabled val="1"/>
        </dgm:presLayoutVars>
      </dgm:prSet>
      <dgm:spPr/>
    </dgm:pt>
  </dgm:ptLst>
  <dgm:cxnLst>
    <dgm:cxn modelId="{A2960D03-0121-4D68-92B9-B557CC7C9157}" type="presOf" srcId="{E5D8ED3B-FE24-4C41-852D-9AEA90CF4161}" destId="{0564908C-35D8-4F27-AD19-0B6C4922D350}" srcOrd="0" destOrd="0" presId="urn:microsoft.com/office/officeart/2005/8/layout/vList5"/>
    <dgm:cxn modelId="{73038110-6032-44ED-ADF5-EB0A65FBA602}" srcId="{6E3AD6CA-6DAA-450D-9E70-C6EEF51BF4E0}" destId="{032BEEEE-02F9-4C60-A168-02400521CB04}" srcOrd="1" destOrd="0" parTransId="{E5745D3C-5B81-4541-9F8C-A2664354EA6A}" sibTransId="{CA47FE9E-B5EC-4FF9-9763-F451139DFA61}"/>
    <dgm:cxn modelId="{9BF01411-D926-4306-950F-17828EF63259}" srcId="{4EE6A595-6FF4-4105-90BD-C82D74DB08DA}" destId="{A3CFF91A-06D7-43E4-91D8-AB4A005B423A}" srcOrd="1" destOrd="0" parTransId="{A892BE9F-C927-4D06-BD3D-2C55801BE80E}" sibTransId="{48472960-7018-4103-97EE-C86416EB0A3B}"/>
    <dgm:cxn modelId="{53529B1A-DC40-42DE-959C-2A73A9F2FB5F}" type="presOf" srcId="{9AE280E6-6437-456A-A14F-79E62046D685}" destId="{43687247-D929-4522-8F5C-4E6C2655FBB2}" srcOrd="0" destOrd="1" presId="urn:microsoft.com/office/officeart/2005/8/layout/vList5"/>
    <dgm:cxn modelId="{7BA7931C-2D57-4F8A-9C50-037A9343C277}" srcId="{FEB77BFE-F773-4C71-A8A4-46E6D0E10C1F}" destId="{484EEAEF-2736-4287-8819-9AD8E4EA7744}" srcOrd="0" destOrd="0" parTransId="{22DD4B89-7CA3-4E6C-83E9-5C4C6C8842FD}" sibTransId="{62D67C21-0870-41A3-A14B-9895E5135F01}"/>
    <dgm:cxn modelId="{73FCF622-EDC1-4BDB-ACD6-66BFE70E08FD}" srcId="{E5D8ED3B-FE24-4C41-852D-9AEA90CF4161}" destId="{B3228D35-5913-41D7-9974-A686CD5343BF}" srcOrd="0" destOrd="0" parTransId="{7BA74E28-57F3-4117-A9B4-1F2620E2F46E}" sibTransId="{B97F14D3-69A6-47C6-BBAD-29BC81B71194}"/>
    <dgm:cxn modelId="{83001F2E-C9DE-481A-A913-02379D5A75AF}" type="presOf" srcId="{032BEEEE-02F9-4C60-A168-02400521CB04}" destId="{15E7A95B-86BD-41EA-B548-12FDCF30F5FA}" srcOrd="0" destOrd="1" presId="urn:microsoft.com/office/officeart/2005/8/layout/vList5"/>
    <dgm:cxn modelId="{AE8A5732-725A-43A9-846E-1F1B68B4ECF5}" srcId="{A3CFF91A-06D7-43E4-91D8-AB4A005B423A}" destId="{BA3AF63A-0760-4987-9FE6-3AE658B089E1}" srcOrd="1" destOrd="0" parTransId="{AA43C2F1-AA11-4913-AD8C-F24A1A84117F}" sibTransId="{1881420A-12A4-4C6E-944A-B7D5D2454437}"/>
    <dgm:cxn modelId="{6CC4A633-F694-403D-8471-0729F821CB59}" type="presOf" srcId="{B3228D35-5913-41D7-9974-A686CD5343BF}" destId="{43687247-D929-4522-8F5C-4E6C2655FBB2}" srcOrd="0" destOrd="0" presId="urn:microsoft.com/office/officeart/2005/8/layout/vList5"/>
    <dgm:cxn modelId="{E47B5A34-E7DB-403E-BAD4-37901018963E}" srcId="{A3CFF91A-06D7-43E4-91D8-AB4A005B423A}" destId="{C43A371C-9D15-4B83-A24E-22293B937C2A}" srcOrd="0" destOrd="0" parTransId="{61FA5A98-7316-4E96-A021-F586F468D1E8}" sibTransId="{41C3AF79-5980-48A3-AE3B-4A8A96353830}"/>
    <dgm:cxn modelId="{A3E0153E-CA8D-45C7-8D5C-5CE860978DAB}" srcId="{952FA6F5-42FE-4EEB-AE5E-BC8EE7C80A4A}" destId="{2C01CED8-8407-4AAA-B6E9-A7AEE7D8DDFF}" srcOrd="1" destOrd="0" parTransId="{C5D7E8CF-5B50-4873-B8B8-3D70593F51F0}" sibTransId="{AC904094-8A0E-4BC7-8527-CF43EF1C8B50}"/>
    <dgm:cxn modelId="{8E206142-5849-4BFD-895C-71BE9E20372E}" srcId="{4EE6A595-6FF4-4105-90BD-C82D74DB08DA}" destId="{FEB77BFE-F773-4C71-A8A4-46E6D0E10C1F}" srcOrd="5" destOrd="0" parTransId="{CEBAA5F3-5A86-4E68-8597-BDCC894FF899}" sibTransId="{AACCCB97-8127-47D6-AF8F-2BB6703F40A8}"/>
    <dgm:cxn modelId="{BE4D5E44-F10B-47B1-811D-A6FC2FA57E6A}" type="presOf" srcId="{55AB5E4A-16D4-48DC-8E3B-86E144E49A71}" destId="{FC66E24B-2B91-47BA-81C1-3074A507E309}" srcOrd="0" destOrd="0" presId="urn:microsoft.com/office/officeart/2005/8/layout/vList5"/>
    <dgm:cxn modelId="{D79A6F47-AE94-4ADA-9768-97060C77426B}" type="presOf" srcId="{4EE6A595-6FF4-4105-90BD-C82D74DB08DA}" destId="{597A429E-17A2-4A46-8565-AEE7CB99E8AB}" srcOrd="0" destOrd="0" presId="urn:microsoft.com/office/officeart/2005/8/layout/vList5"/>
    <dgm:cxn modelId="{A9FF3248-88A0-429A-AFCF-0EA26DD268FE}" type="presOf" srcId="{FEB77BFE-F773-4C71-A8A4-46E6D0E10C1F}" destId="{072D9E7A-3D93-4B6B-9050-B4A7CAFA5282}" srcOrd="0" destOrd="0" presId="urn:microsoft.com/office/officeart/2005/8/layout/vList5"/>
    <dgm:cxn modelId="{EFD9B65E-EE3D-4006-897F-66A70126AFF1}" type="presOf" srcId="{6E3AD6CA-6DAA-450D-9E70-C6EEF51BF4E0}" destId="{53E6F638-C5CB-421B-A0A3-5AAC823B3057}" srcOrd="0" destOrd="0" presId="urn:microsoft.com/office/officeart/2005/8/layout/vList5"/>
    <dgm:cxn modelId="{86D75E67-A4D0-4CEA-AD1D-B76ADDD5514C}" type="presOf" srcId="{C43A371C-9D15-4B83-A24E-22293B937C2A}" destId="{D180AA18-4E17-4FE8-8E09-BE2CE1F8AE7E}" srcOrd="0" destOrd="0" presId="urn:microsoft.com/office/officeart/2005/8/layout/vList5"/>
    <dgm:cxn modelId="{B37E026E-7529-493A-8B67-07ACB333E5F5}" srcId="{952FA6F5-42FE-4EEB-AE5E-BC8EE7C80A4A}" destId="{838B1C3D-8132-4C6B-8AC1-D1056CCF64D1}" srcOrd="0" destOrd="0" parTransId="{205838BC-266B-42B0-A42E-6B2342A71217}" sibTransId="{580A512F-FFB6-435F-8E15-13DBDA9DA2A7}"/>
    <dgm:cxn modelId="{F493DB6E-8266-435D-819F-553B676D805D}" srcId="{4EE6A595-6FF4-4105-90BD-C82D74DB08DA}" destId="{E5D8ED3B-FE24-4C41-852D-9AEA90CF4161}" srcOrd="3" destOrd="0" parTransId="{CA306D68-C3CE-427E-9148-6F3A481F97C4}" sibTransId="{EAB995DA-AC1D-4592-A916-4F7CA360ADA6}"/>
    <dgm:cxn modelId="{DBA82A72-870F-4BA8-8669-1CCD01E7683D}" type="presOf" srcId="{838B1C3D-8132-4C6B-8AC1-D1056CCF64D1}" destId="{A28E0D7D-3DA0-4435-AB63-B26850D6F7B4}" srcOrd="0" destOrd="0" presId="urn:microsoft.com/office/officeart/2005/8/layout/vList5"/>
    <dgm:cxn modelId="{8F915C73-9017-4DCC-80E7-1F56AEFFF5F6}" type="presOf" srcId="{6F3D76EA-2BE4-4D30-BF79-4B7854D4E3F9}" destId="{15E7A95B-86BD-41EA-B548-12FDCF30F5FA}" srcOrd="0" destOrd="0" presId="urn:microsoft.com/office/officeart/2005/8/layout/vList5"/>
    <dgm:cxn modelId="{68EFD773-86A2-4970-9AAE-69C1FC32210A}" srcId="{6E3AD6CA-6DAA-450D-9E70-C6EEF51BF4E0}" destId="{6F3D76EA-2BE4-4D30-BF79-4B7854D4E3F9}" srcOrd="0" destOrd="0" parTransId="{BD483B68-9615-43F3-8A8E-F7C8A0D7A6D5}" sibTransId="{619611BA-7C2A-4270-9976-7DD8420DFC46}"/>
    <dgm:cxn modelId="{7D3BD17B-A2AB-4176-890B-BD544B9FEAB0}" type="presOf" srcId="{A3CFF91A-06D7-43E4-91D8-AB4A005B423A}" destId="{583A8B9A-ECF2-48CD-AE83-5EC7A77D577B}" srcOrd="0" destOrd="0" presId="urn:microsoft.com/office/officeart/2005/8/layout/vList5"/>
    <dgm:cxn modelId="{BA913D88-F46D-4B20-874F-9118BD48C74B}" type="presOf" srcId="{BA3AF63A-0760-4987-9FE6-3AE658B089E1}" destId="{D180AA18-4E17-4FE8-8E09-BE2CE1F8AE7E}" srcOrd="0" destOrd="1" presId="urn:microsoft.com/office/officeart/2005/8/layout/vList5"/>
    <dgm:cxn modelId="{721797A3-1359-4820-9E01-C9268B49FE27}" srcId="{7EE54C1D-39CF-4306-9F22-F0C2674FC6D7}" destId="{63939AC5-FA3C-4D06-ADD4-AF035A75A67A}" srcOrd="1" destOrd="0" parTransId="{3AABCE38-3BCE-4EC3-A247-E590A2B16CE7}" sibTransId="{5B8F3572-6D81-46F5-8046-153B340993F0}"/>
    <dgm:cxn modelId="{0C727BA4-96D5-4432-8A43-B7B9AFE2A7BF}" type="presOf" srcId="{7EE54C1D-39CF-4306-9F22-F0C2674FC6D7}" destId="{62A0B1FF-C282-4841-A558-C89E74FD004E}" srcOrd="0" destOrd="0" presId="urn:microsoft.com/office/officeart/2005/8/layout/vList5"/>
    <dgm:cxn modelId="{933FCCAC-E145-42BA-8FBB-7BC1CB3C081C}" srcId="{4EE6A595-6FF4-4105-90BD-C82D74DB08DA}" destId="{7EE54C1D-39CF-4306-9F22-F0C2674FC6D7}" srcOrd="4" destOrd="0" parTransId="{B5A204AC-6428-43A2-990D-44B1D8A08A1A}" sibTransId="{64009A48-1AD9-497C-9DE5-732111D28070}"/>
    <dgm:cxn modelId="{E5CA44BC-B58F-468C-ADFF-45CEDF5B3E79}" srcId="{7EE54C1D-39CF-4306-9F22-F0C2674FC6D7}" destId="{55AB5E4A-16D4-48DC-8E3B-86E144E49A71}" srcOrd="0" destOrd="0" parTransId="{20F6B385-9F78-4344-8446-5B32E4193DA2}" sibTransId="{81AD9D9E-8756-4564-8379-03A56C0C8F43}"/>
    <dgm:cxn modelId="{40872ABF-EE1E-4FA5-85D8-519400982E5D}" type="presOf" srcId="{2C01CED8-8407-4AAA-B6E9-A7AEE7D8DDFF}" destId="{A28E0D7D-3DA0-4435-AB63-B26850D6F7B4}" srcOrd="0" destOrd="1" presId="urn:microsoft.com/office/officeart/2005/8/layout/vList5"/>
    <dgm:cxn modelId="{E45BE9C5-6859-4948-8C0C-9CA00767B213}" srcId="{4EE6A595-6FF4-4105-90BD-C82D74DB08DA}" destId="{6E3AD6CA-6DAA-450D-9E70-C6EEF51BF4E0}" srcOrd="0" destOrd="0" parTransId="{63D90EE2-4F13-4BD6-B93F-2B25B7A1FE09}" sibTransId="{80B7442E-8848-4922-95C5-219481837849}"/>
    <dgm:cxn modelId="{3D2487D4-4B6A-4D2F-971E-2D5A2639DDAA}" type="presOf" srcId="{484EEAEF-2736-4287-8819-9AD8E4EA7744}" destId="{BC04DA7A-0E33-4DB1-A22B-66CB7F1AD7FB}" srcOrd="0" destOrd="0" presId="urn:microsoft.com/office/officeart/2005/8/layout/vList5"/>
    <dgm:cxn modelId="{8503DFD9-4B27-4CD7-87AE-D33E236B0899}" srcId="{4EE6A595-6FF4-4105-90BD-C82D74DB08DA}" destId="{952FA6F5-42FE-4EEB-AE5E-BC8EE7C80A4A}" srcOrd="2" destOrd="0" parTransId="{DA4F9576-AB69-480D-80A1-8D4ED8C5BB7E}" sibTransId="{1797E2D3-0D7C-449B-8F3C-272E549FADDA}"/>
    <dgm:cxn modelId="{D44130DB-4AE0-41F0-8A5A-5F58BE84C3F2}" srcId="{E5D8ED3B-FE24-4C41-852D-9AEA90CF4161}" destId="{9AE280E6-6437-456A-A14F-79E62046D685}" srcOrd="1" destOrd="0" parTransId="{C87C0977-BB60-4D60-A6A3-F30B0A4B9322}" sibTransId="{5FAEEB76-5007-41FB-8651-0B2D2C5B00AF}"/>
    <dgm:cxn modelId="{2AF4E9EF-5BEA-480C-982A-307FD2E37295}" type="presOf" srcId="{952FA6F5-42FE-4EEB-AE5E-BC8EE7C80A4A}" destId="{596D5251-5A02-4B56-85B4-CE128E8251A3}" srcOrd="0" destOrd="0" presId="urn:microsoft.com/office/officeart/2005/8/layout/vList5"/>
    <dgm:cxn modelId="{185BFBF1-FD03-42F4-8504-4F87AFE3B3BA}" type="presOf" srcId="{63939AC5-FA3C-4D06-ADD4-AF035A75A67A}" destId="{FC66E24B-2B91-47BA-81C1-3074A507E309}" srcOrd="0" destOrd="1" presId="urn:microsoft.com/office/officeart/2005/8/layout/vList5"/>
    <dgm:cxn modelId="{159291E7-E9FF-4F17-B0F8-EEEBCDDEA45E}" type="presParOf" srcId="{597A429E-17A2-4A46-8565-AEE7CB99E8AB}" destId="{2AFD5EFA-CBCE-4118-A038-F91F5EFD56E0}" srcOrd="0" destOrd="0" presId="urn:microsoft.com/office/officeart/2005/8/layout/vList5"/>
    <dgm:cxn modelId="{FF3B3BA3-6E2B-4C68-AB2D-96972A4BF730}" type="presParOf" srcId="{2AFD5EFA-CBCE-4118-A038-F91F5EFD56E0}" destId="{53E6F638-C5CB-421B-A0A3-5AAC823B3057}" srcOrd="0" destOrd="0" presId="urn:microsoft.com/office/officeart/2005/8/layout/vList5"/>
    <dgm:cxn modelId="{A52AB05F-1A52-40B3-8A2D-83B79BD5A4DF}" type="presParOf" srcId="{2AFD5EFA-CBCE-4118-A038-F91F5EFD56E0}" destId="{15E7A95B-86BD-41EA-B548-12FDCF30F5FA}" srcOrd="1" destOrd="0" presId="urn:microsoft.com/office/officeart/2005/8/layout/vList5"/>
    <dgm:cxn modelId="{2849A1B6-C29C-4E4F-8521-99F8ED6C11D7}" type="presParOf" srcId="{597A429E-17A2-4A46-8565-AEE7CB99E8AB}" destId="{9F71605F-B1DF-4FD1-A1EA-3CE40900EB6B}" srcOrd="1" destOrd="0" presId="urn:microsoft.com/office/officeart/2005/8/layout/vList5"/>
    <dgm:cxn modelId="{D717B141-D457-4FA8-823F-5FE79A2FC21B}" type="presParOf" srcId="{597A429E-17A2-4A46-8565-AEE7CB99E8AB}" destId="{534A7C6F-B794-4B47-8738-949E8CE1E089}" srcOrd="2" destOrd="0" presId="urn:microsoft.com/office/officeart/2005/8/layout/vList5"/>
    <dgm:cxn modelId="{533F5421-5167-40A6-83DA-230F627D546C}" type="presParOf" srcId="{534A7C6F-B794-4B47-8738-949E8CE1E089}" destId="{583A8B9A-ECF2-48CD-AE83-5EC7A77D577B}" srcOrd="0" destOrd="0" presId="urn:microsoft.com/office/officeart/2005/8/layout/vList5"/>
    <dgm:cxn modelId="{7ACED149-DF9D-4D3D-BD4D-7BFC4AF102E6}" type="presParOf" srcId="{534A7C6F-B794-4B47-8738-949E8CE1E089}" destId="{D180AA18-4E17-4FE8-8E09-BE2CE1F8AE7E}" srcOrd="1" destOrd="0" presId="urn:microsoft.com/office/officeart/2005/8/layout/vList5"/>
    <dgm:cxn modelId="{DBD1946B-7653-49AF-956B-265684B2AA80}" type="presParOf" srcId="{597A429E-17A2-4A46-8565-AEE7CB99E8AB}" destId="{EEEF082B-02C2-4B26-83A9-0453654215B3}" srcOrd="3" destOrd="0" presId="urn:microsoft.com/office/officeart/2005/8/layout/vList5"/>
    <dgm:cxn modelId="{DEBD5B7F-BFF5-4AFF-B041-AC16FFA71E64}" type="presParOf" srcId="{597A429E-17A2-4A46-8565-AEE7CB99E8AB}" destId="{CE87E8B1-4DD2-4E30-B98E-370151B5EA9D}" srcOrd="4" destOrd="0" presId="urn:microsoft.com/office/officeart/2005/8/layout/vList5"/>
    <dgm:cxn modelId="{145E4DCA-2860-4B4A-A073-AD8B1E9FF7C9}" type="presParOf" srcId="{CE87E8B1-4DD2-4E30-B98E-370151B5EA9D}" destId="{596D5251-5A02-4B56-85B4-CE128E8251A3}" srcOrd="0" destOrd="0" presId="urn:microsoft.com/office/officeart/2005/8/layout/vList5"/>
    <dgm:cxn modelId="{994B9E0C-417A-4D91-AF7E-B633A6C266EF}" type="presParOf" srcId="{CE87E8B1-4DD2-4E30-B98E-370151B5EA9D}" destId="{A28E0D7D-3DA0-4435-AB63-B26850D6F7B4}" srcOrd="1" destOrd="0" presId="urn:microsoft.com/office/officeart/2005/8/layout/vList5"/>
    <dgm:cxn modelId="{F6470FE0-1FEA-4F61-A5AA-89BAF577FD58}" type="presParOf" srcId="{597A429E-17A2-4A46-8565-AEE7CB99E8AB}" destId="{76BA54B1-3070-4EBD-97DB-FE56D421EA89}" srcOrd="5" destOrd="0" presId="urn:microsoft.com/office/officeart/2005/8/layout/vList5"/>
    <dgm:cxn modelId="{D07DEC09-F349-482C-9009-BD756F205FA4}" type="presParOf" srcId="{597A429E-17A2-4A46-8565-AEE7CB99E8AB}" destId="{B1872D31-52C9-4108-827D-3FDD109F1798}" srcOrd="6" destOrd="0" presId="urn:microsoft.com/office/officeart/2005/8/layout/vList5"/>
    <dgm:cxn modelId="{E9E418AF-9C8E-410F-A061-058820594129}" type="presParOf" srcId="{B1872D31-52C9-4108-827D-3FDD109F1798}" destId="{0564908C-35D8-4F27-AD19-0B6C4922D350}" srcOrd="0" destOrd="0" presId="urn:microsoft.com/office/officeart/2005/8/layout/vList5"/>
    <dgm:cxn modelId="{152F0226-49BA-4AEB-96E3-52CE787A2889}" type="presParOf" srcId="{B1872D31-52C9-4108-827D-3FDD109F1798}" destId="{43687247-D929-4522-8F5C-4E6C2655FBB2}" srcOrd="1" destOrd="0" presId="urn:microsoft.com/office/officeart/2005/8/layout/vList5"/>
    <dgm:cxn modelId="{59FB6F31-A4B8-4517-A7AA-4A153389D7EF}" type="presParOf" srcId="{597A429E-17A2-4A46-8565-AEE7CB99E8AB}" destId="{2E808F27-F5FB-4407-9CCC-5E10065298F0}" srcOrd="7" destOrd="0" presId="urn:microsoft.com/office/officeart/2005/8/layout/vList5"/>
    <dgm:cxn modelId="{6F9672A1-D1DD-4968-B3C7-E03EDC0252D5}" type="presParOf" srcId="{597A429E-17A2-4A46-8565-AEE7CB99E8AB}" destId="{1EEFA14B-F953-407D-A294-AAEA848AEDBE}" srcOrd="8" destOrd="0" presId="urn:microsoft.com/office/officeart/2005/8/layout/vList5"/>
    <dgm:cxn modelId="{6C8C0EC9-A93F-49E6-BC4A-BC801BF3CF5F}" type="presParOf" srcId="{1EEFA14B-F953-407D-A294-AAEA848AEDBE}" destId="{62A0B1FF-C282-4841-A558-C89E74FD004E}" srcOrd="0" destOrd="0" presId="urn:microsoft.com/office/officeart/2005/8/layout/vList5"/>
    <dgm:cxn modelId="{C97341CA-D239-4E74-BBCC-DEE2A718130F}" type="presParOf" srcId="{1EEFA14B-F953-407D-A294-AAEA848AEDBE}" destId="{FC66E24B-2B91-47BA-81C1-3074A507E309}" srcOrd="1" destOrd="0" presId="urn:microsoft.com/office/officeart/2005/8/layout/vList5"/>
    <dgm:cxn modelId="{0ADA8660-0F54-4379-8066-1A09B284C7E2}" type="presParOf" srcId="{597A429E-17A2-4A46-8565-AEE7CB99E8AB}" destId="{FF6D2902-7901-491F-A913-23BB676A5592}" srcOrd="9" destOrd="0" presId="urn:microsoft.com/office/officeart/2005/8/layout/vList5"/>
    <dgm:cxn modelId="{AD4A0A5D-F674-4A23-A6B0-C1D86529B1E8}" type="presParOf" srcId="{597A429E-17A2-4A46-8565-AEE7CB99E8AB}" destId="{6AC901D5-E732-4BE0-833D-3D458020DA17}" srcOrd="10" destOrd="0" presId="urn:microsoft.com/office/officeart/2005/8/layout/vList5"/>
    <dgm:cxn modelId="{C7EC3B38-2B68-47C7-9AB6-37E7F579D15E}" type="presParOf" srcId="{6AC901D5-E732-4BE0-833D-3D458020DA17}" destId="{072D9E7A-3D93-4B6B-9050-B4A7CAFA5282}" srcOrd="0" destOrd="0" presId="urn:microsoft.com/office/officeart/2005/8/layout/vList5"/>
    <dgm:cxn modelId="{D8FDED1F-44AB-48A7-8E91-AA90FD6FD3EB}" type="presParOf" srcId="{6AC901D5-E732-4BE0-833D-3D458020DA17}" destId="{BC04DA7A-0E33-4DB1-A22B-66CB7F1AD7F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7D6D1E-4DA0-4A13-8A6E-E2EF04BAFE2B}" type="doc">
      <dgm:prSet loTypeId="urn:microsoft.com/office/officeart/2005/8/layout/hierarchy6" loCatId="hierarchy" qsTypeId="urn:microsoft.com/office/officeart/2005/8/quickstyle/3D1" qsCatId="3D" csTypeId="urn:microsoft.com/office/officeart/2005/8/colors/colorful3" csCatId="colorful" phldr="1"/>
      <dgm:spPr/>
      <dgm:t>
        <a:bodyPr/>
        <a:lstStyle/>
        <a:p>
          <a:endParaRPr lang="en-US"/>
        </a:p>
      </dgm:t>
    </dgm:pt>
    <dgm:pt modelId="{D2898DC7-DEB2-4302-93EF-1C17F17075DB}">
      <dgm:prSet phldrT="[Text]" custT="1"/>
      <dgm:spPr/>
      <dgm:t>
        <a:bodyPr/>
        <a:lstStyle/>
        <a:p>
          <a:r>
            <a:rPr lang="tr-TR" sz="2800" dirty="0"/>
            <a:t>Yöntemler</a:t>
          </a:r>
          <a:endParaRPr lang="en-US" sz="2000" dirty="0"/>
        </a:p>
      </dgm:t>
    </dgm:pt>
    <dgm:pt modelId="{3C83E87B-FF37-4763-AD4F-FE6EAD3C3962}" type="parTrans" cxnId="{79B045E2-A6E7-46CE-BB7C-AB3A4A5BD4A6}">
      <dgm:prSet/>
      <dgm:spPr/>
      <dgm:t>
        <a:bodyPr/>
        <a:lstStyle/>
        <a:p>
          <a:endParaRPr lang="en-US" sz="1400"/>
        </a:p>
      </dgm:t>
    </dgm:pt>
    <dgm:pt modelId="{5E99CDB9-80AC-46E2-BDF1-1593055E99CE}" type="sibTrans" cxnId="{79B045E2-A6E7-46CE-BB7C-AB3A4A5BD4A6}">
      <dgm:prSet/>
      <dgm:spPr/>
      <dgm:t>
        <a:bodyPr/>
        <a:lstStyle/>
        <a:p>
          <a:endParaRPr lang="en-US" sz="1400"/>
        </a:p>
      </dgm:t>
    </dgm:pt>
    <dgm:pt modelId="{5DE645EC-6892-47BA-A53B-C2A2299ADF59}">
      <dgm:prSet phldrT="[Text]" custT="1"/>
      <dgm:spPr/>
      <dgm:t>
        <a:bodyPr/>
        <a:lstStyle/>
        <a:p>
          <a:r>
            <a:rPr lang="tr-TR" sz="2400" dirty="0"/>
            <a:t>Tanımlayıcı/</a:t>
          </a:r>
        </a:p>
        <a:p>
          <a:r>
            <a:rPr lang="tr-TR" sz="2400" dirty="0"/>
            <a:t>Betimleyici</a:t>
          </a:r>
        </a:p>
        <a:p>
          <a:r>
            <a:rPr lang="tr-TR" sz="2000" dirty="0"/>
            <a:t>(</a:t>
          </a:r>
          <a:r>
            <a:rPr lang="tr-TR" sz="2000" dirty="0" err="1"/>
            <a:t>Descriptive</a:t>
          </a:r>
          <a:r>
            <a:rPr lang="tr-TR" sz="2000" dirty="0"/>
            <a:t>)</a:t>
          </a:r>
          <a:endParaRPr lang="en-US" sz="2000" dirty="0"/>
        </a:p>
      </dgm:t>
    </dgm:pt>
    <dgm:pt modelId="{CB3D9562-24FD-4C40-B989-F4E7B3B0D5FD}" type="parTrans" cxnId="{3167B809-9695-4DDF-B64F-68DEED894050}">
      <dgm:prSet/>
      <dgm:spPr/>
      <dgm:t>
        <a:bodyPr/>
        <a:lstStyle/>
        <a:p>
          <a:endParaRPr lang="en-US" sz="1400"/>
        </a:p>
      </dgm:t>
    </dgm:pt>
    <dgm:pt modelId="{B9470BF7-459D-455E-B376-4568C9B55E83}" type="sibTrans" cxnId="{3167B809-9695-4DDF-B64F-68DEED894050}">
      <dgm:prSet/>
      <dgm:spPr/>
      <dgm:t>
        <a:bodyPr/>
        <a:lstStyle/>
        <a:p>
          <a:endParaRPr lang="en-US" sz="1400"/>
        </a:p>
      </dgm:t>
    </dgm:pt>
    <dgm:pt modelId="{50F07729-DE45-43F5-9436-A09C1C6F8399}">
      <dgm:prSet phldrT="[Text]" custT="1"/>
      <dgm:spPr/>
      <dgm:t>
        <a:bodyPr/>
        <a:lstStyle/>
        <a:p>
          <a:r>
            <a:rPr lang="tr-TR" sz="2400" dirty="0"/>
            <a:t>Yorumlayıcı/</a:t>
          </a:r>
        </a:p>
        <a:p>
          <a:r>
            <a:rPr lang="tr-TR" sz="2400" dirty="0" err="1"/>
            <a:t>Çıkarımsal</a:t>
          </a:r>
          <a:endParaRPr lang="tr-TR" sz="2400" dirty="0"/>
        </a:p>
        <a:p>
          <a:r>
            <a:rPr lang="tr-TR" sz="2000" dirty="0"/>
            <a:t>(</a:t>
          </a:r>
          <a:r>
            <a:rPr lang="tr-TR" sz="2000" dirty="0" err="1"/>
            <a:t>Inferential</a:t>
          </a:r>
          <a:r>
            <a:rPr lang="tr-TR" sz="2000" dirty="0"/>
            <a:t>)</a:t>
          </a:r>
          <a:endParaRPr lang="en-US" sz="2000" dirty="0"/>
        </a:p>
      </dgm:t>
    </dgm:pt>
    <dgm:pt modelId="{322535EF-9B42-40EB-867E-117437838BD4}" type="parTrans" cxnId="{5DC2E76D-7D87-4933-91C0-8553B56A8C50}">
      <dgm:prSet/>
      <dgm:spPr/>
      <dgm:t>
        <a:bodyPr/>
        <a:lstStyle/>
        <a:p>
          <a:endParaRPr lang="en-US" sz="1400"/>
        </a:p>
      </dgm:t>
    </dgm:pt>
    <dgm:pt modelId="{58FD49F1-1664-4741-ABE8-AACB928A1ACD}" type="sibTrans" cxnId="{5DC2E76D-7D87-4933-91C0-8553B56A8C50}">
      <dgm:prSet/>
      <dgm:spPr/>
      <dgm:t>
        <a:bodyPr/>
        <a:lstStyle/>
        <a:p>
          <a:endParaRPr lang="en-US" sz="1400"/>
        </a:p>
      </dgm:t>
    </dgm:pt>
    <dgm:pt modelId="{01329183-A78F-4442-A82E-5649097A2C8C}" type="pres">
      <dgm:prSet presAssocID="{8B7D6D1E-4DA0-4A13-8A6E-E2EF04BAFE2B}" presName="mainComposite" presStyleCnt="0">
        <dgm:presLayoutVars>
          <dgm:chPref val="1"/>
          <dgm:dir/>
          <dgm:animOne val="branch"/>
          <dgm:animLvl val="lvl"/>
          <dgm:resizeHandles val="exact"/>
        </dgm:presLayoutVars>
      </dgm:prSet>
      <dgm:spPr/>
    </dgm:pt>
    <dgm:pt modelId="{69F6E947-CE37-40BD-8A7C-439AA718764A}" type="pres">
      <dgm:prSet presAssocID="{8B7D6D1E-4DA0-4A13-8A6E-E2EF04BAFE2B}" presName="hierFlow" presStyleCnt="0"/>
      <dgm:spPr/>
    </dgm:pt>
    <dgm:pt modelId="{D70097BE-CA6D-4594-9A1D-7C351DBB02D2}" type="pres">
      <dgm:prSet presAssocID="{8B7D6D1E-4DA0-4A13-8A6E-E2EF04BAFE2B}" presName="hierChild1" presStyleCnt="0">
        <dgm:presLayoutVars>
          <dgm:chPref val="1"/>
          <dgm:animOne val="branch"/>
          <dgm:animLvl val="lvl"/>
        </dgm:presLayoutVars>
      </dgm:prSet>
      <dgm:spPr/>
    </dgm:pt>
    <dgm:pt modelId="{6E116554-AF52-433B-AE29-408EB77B0274}" type="pres">
      <dgm:prSet presAssocID="{D2898DC7-DEB2-4302-93EF-1C17F17075DB}" presName="Name14" presStyleCnt="0"/>
      <dgm:spPr/>
    </dgm:pt>
    <dgm:pt modelId="{33EBEAA0-BB30-4B62-BDC5-F24A54D10A31}" type="pres">
      <dgm:prSet presAssocID="{D2898DC7-DEB2-4302-93EF-1C17F17075DB}" presName="level1Shape" presStyleLbl="node0" presStyleIdx="0" presStyleCnt="1">
        <dgm:presLayoutVars>
          <dgm:chPref val="3"/>
        </dgm:presLayoutVars>
      </dgm:prSet>
      <dgm:spPr/>
    </dgm:pt>
    <dgm:pt modelId="{0BBBF055-FD73-40F6-8718-F7417C733B0C}" type="pres">
      <dgm:prSet presAssocID="{D2898DC7-DEB2-4302-93EF-1C17F17075DB}" presName="hierChild2" presStyleCnt="0"/>
      <dgm:spPr/>
    </dgm:pt>
    <dgm:pt modelId="{3DC44C62-6FB2-4A8A-87B3-16DFA6E42E06}" type="pres">
      <dgm:prSet presAssocID="{CB3D9562-24FD-4C40-B989-F4E7B3B0D5FD}" presName="Name19" presStyleLbl="parChTrans1D2" presStyleIdx="0" presStyleCnt="2"/>
      <dgm:spPr/>
    </dgm:pt>
    <dgm:pt modelId="{6F6A13C1-7B12-4BB1-8935-2898B0B6D988}" type="pres">
      <dgm:prSet presAssocID="{5DE645EC-6892-47BA-A53B-C2A2299ADF59}" presName="Name21" presStyleCnt="0"/>
      <dgm:spPr/>
    </dgm:pt>
    <dgm:pt modelId="{BBAC1B4D-4F3C-4697-A274-571C7ADBD917}" type="pres">
      <dgm:prSet presAssocID="{5DE645EC-6892-47BA-A53B-C2A2299ADF59}" presName="level2Shape" presStyleLbl="node2" presStyleIdx="0" presStyleCnt="2"/>
      <dgm:spPr/>
    </dgm:pt>
    <dgm:pt modelId="{FE527813-7DC4-42D7-90D5-EDE76DDDE001}" type="pres">
      <dgm:prSet presAssocID="{5DE645EC-6892-47BA-A53B-C2A2299ADF59}" presName="hierChild3" presStyleCnt="0"/>
      <dgm:spPr/>
    </dgm:pt>
    <dgm:pt modelId="{C1A8EA59-DE59-4753-AF78-AE4A195BFE4B}" type="pres">
      <dgm:prSet presAssocID="{322535EF-9B42-40EB-867E-117437838BD4}" presName="Name19" presStyleLbl="parChTrans1D2" presStyleIdx="1" presStyleCnt="2"/>
      <dgm:spPr/>
    </dgm:pt>
    <dgm:pt modelId="{7DA0D406-125F-497C-801C-F0F1233E94E3}" type="pres">
      <dgm:prSet presAssocID="{50F07729-DE45-43F5-9436-A09C1C6F8399}" presName="Name21" presStyleCnt="0"/>
      <dgm:spPr/>
    </dgm:pt>
    <dgm:pt modelId="{765B0222-D682-411A-9232-04895C5C6B4E}" type="pres">
      <dgm:prSet presAssocID="{50F07729-DE45-43F5-9436-A09C1C6F8399}" presName="level2Shape" presStyleLbl="node2" presStyleIdx="1" presStyleCnt="2"/>
      <dgm:spPr/>
    </dgm:pt>
    <dgm:pt modelId="{E430DD38-457C-440F-886A-9CAE891E5D83}" type="pres">
      <dgm:prSet presAssocID="{50F07729-DE45-43F5-9436-A09C1C6F8399}" presName="hierChild3" presStyleCnt="0"/>
      <dgm:spPr/>
    </dgm:pt>
    <dgm:pt modelId="{77939345-CA08-4DEE-8E4A-6F0987DAC2DA}" type="pres">
      <dgm:prSet presAssocID="{8B7D6D1E-4DA0-4A13-8A6E-E2EF04BAFE2B}" presName="bgShapesFlow" presStyleCnt="0"/>
      <dgm:spPr/>
    </dgm:pt>
  </dgm:ptLst>
  <dgm:cxnLst>
    <dgm:cxn modelId="{3167B809-9695-4DDF-B64F-68DEED894050}" srcId="{D2898DC7-DEB2-4302-93EF-1C17F17075DB}" destId="{5DE645EC-6892-47BA-A53B-C2A2299ADF59}" srcOrd="0" destOrd="0" parTransId="{CB3D9562-24FD-4C40-B989-F4E7B3B0D5FD}" sibTransId="{B9470BF7-459D-455E-B376-4568C9B55E83}"/>
    <dgm:cxn modelId="{D2148512-0E72-41EE-8017-29086DAAC991}" type="presOf" srcId="{8B7D6D1E-4DA0-4A13-8A6E-E2EF04BAFE2B}" destId="{01329183-A78F-4442-A82E-5649097A2C8C}" srcOrd="0" destOrd="0" presId="urn:microsoft.com/office/officeart/2005/8/layout/hierarchy6"/>
    <dgm:cxn modelId="{35530957-D4A0-455F-88F6-700AC4EBE546}" type="presOf" srcId="{5DE645EC-6892-47BA-A53B-C2A2299ADF59}" destId="{BBAC1B4D-4F3C-4697-A274-571C7ADBD917}" srcOrd="0" destOrd="0" presId="urn:microsoft.com/office/officeart/2005/8/layout/hierarchy6"/>
    <dgm:cxn modelId="{5DC2E76D-7D87-4933-91C0-8553B56A8C50}" srcId="{D2898DC7-DEB2-4302-93EF-1C17F17075DB}" destId="{50F07729-DE45-43F5-9436-A09C1C6F8399}" srcOrd="1" destOrd="0" parTransId="{322535EF-9B42-40EB-867E-117437838BD4}" sibTransId="{58FD49F1-1664-4741-ABE8-AACB928A1ACD}"/>
    <dgm:cxn modelId="{BF290877-5D3A-44E0-ACC8-A818961B6874}" type="presOf" srcId="{CB3D9562-24FD-4C40-B989-F4E7B3B0D5FD}" destId="{3DC44C62-6FB2-4A8A-87B3-16DFA6E42E06}" srcOrd="0" destOrd="0" presId="urn:microsoft.com/office/officeart/2005/8/layout/hierarchy6"/>
    <dgm:cxn modelId="{2C5E557B-F164-4940-A774-36CDA0300064}" type="presOf" srcId="{50F07729-DE45-43F5-9436-A09C1C6F8399}" destId="{765B0222-D682-411A-9232-04895C5C6B4E}" srcOrd="0" destOrd="0" presId="urn:microsoft.com/office/officeart/2005/8/layout/hierarchy6"/>
    <dgm:cxn modelId="{F9E90B9F-FDDD-4E97-9F93-BF480E181A1B}" type="presOf" srcId="{D2898DC7-DEB2-4302-93EF-1C17F17075DB}" destId="{33EBEAA0-BB30-4B62-BDC5-F24A54D10A31}" srcOrd="0" destOrd="0" presId="urn:microsoft.com/office/officeart/2005/8/layout/hierarchy6"/>
    <dgm:cxn modelId="{36A940BE-2390-49D7-9595-BA36FFE33980}" type="presOf" srcId="{322535EF-9B42-40EB-867E-117437838BD4}" destId="{C1A8EA59-DE59-4753-AF78-AE4A195BFE4B}" srcOrd="0" destOrd="0" presId="urn:microsoft.com/office/officeart/2005/8/layout/hierarchy6"/>
    <dgm:cxn modelId="{79B045E2-A6E7-46CE-BB7C-AB3A4A5BD4A6}" srcId="{8B7D6D1E-4DA0-4A13-8A6E-E2EF04BAFE2B}" destId="{D2898DC7-DEB2-4302-93EF-1C17F17075DB}" srcOrd="0" destOrd="0" parTransId="{3C83E87B-FF37-4763-AD4F-FE6EAD3C3962}" sibTransId="{5E99CDB9-80AC-46E2-BDF1-1593055E99CE}"/>
    <dgm:cxn modelId="{714FCAD7-81EF-4955-B839-DC26FE490A69}" type="presParOf" srcId="{01329183-A78F-4442-A82E-5649097A2C8C}" destId="{69F6E947-CE37-40BD-8A7C-439AA718764A}" srcOrd="0" destOrd="0" presId="urn:microsoft.com/office/officeart/2005/8/layout/hierarchy6"/>
    <dgm:cxn modelId="{AF0208CE-E21E-43B1-8E1F-3276C31EB88C}" type="presParOf" srcId="{69F6E947-CE37-40BD-8A7C-439AA718764A}" destId="{D70097BE-CA6D-4594-9A1D-7C351DBB02D2}" srcOrd="0" destOrd="0" presId="urn:microsoft.com/office/officeart/2005/8/layout/hierarchy6"/>
    <dgm:cxn modelId="{FA1B6F60-17F5-47D5-B65D-55B74F7C152D}" type="presParOf" srcId="{D70097BE-CA6D-4594-9A1D-7C351DBB02D2}" destId="{6E116554-AF52-433B-AE29-408EB77B0274}" srcOrd="0" destOrd="0" presId="urn:microsoft.com/office/officeart/2005/8/layout/hierarchy6"/>
    <dgm:cxn modelId="{ADEC7056-979E-450A-A30C-FF0FACF07B76}" type="presParOf" srcId="{6E116554-AF52-433B-AE29-408EB77B0274}" destId="{33EBEAA0-BB30-4B62-BDC5-F24A54D10A31}" srcOrd="0" destOrd="0" presId="urn:microsoft.com/office/officeart/2005/8/layout/hierarchy6"/>
    <dgm:cxn modelId="{BC9ECCE0-3A57-4656-BA1F-773D1D0F33DB}" type="presParOf" srcId="{6E116554-AF52-433B-AE29-408EB77B0274}" destId="{0BBBF055-FD73-40F6-8718-F7417C733B0C}" srcOrd="1" destOrd="0" presId="urn:microsoft.com/office/officeart/2005/8/layout/hierarchy6"/>
    <dgm:cxn modelId="{810A96BF-0D3B-46E5-A773-A402A0D4294B}" type="presParOf" srcId="{0BBBF055-FD73-40F6-8718-F7417C733B0C}" destId="{3DC44C62-6FB2-4A8A-87B3-16DFA6E42E06}" srcOrd="0" destOrd="0" presId="urn:microsoft.com/office/officeart/2005/8/layout/hierarchy6"/>
    <dgm:cxn modelId="{A27D18F8-CB98-4BF0-B862-27B0B5FFB201}" type="presParOf" srcId="{0BBBF055-FD73-40F6-8718-F7417C733B0C}" destId="{6F6A13C1-7B12-4BB1-8935-2898B0B6D988}" srcOrd="1" destOrd="0" presId="urn:microsoft.com/office/officeart/2005/8/layout/hierarchy6"/>
    <dgm:cxn modelId="{A56DFA80-1EBE-416A-AE9F-FC99F7DD0D2D}" type="presParOf" srcId="{6F6A13C1-7B12-4BB1-8935-2898B0B6D988}" destId="{BBAC1B4D-4F3C-4697-A274-571C7ADBD917}" srcOrd="0" destOrd="0" presId="urn:microsoft.com/office/officeart/2005/8/layout/hierarchy6"/>
    <dgm:cxn modelId="{0769D967-9EE2-4BFC-ACF6-A2FC42F89660}" type="presParOf" srcId="{6F6A13C1-7B12-4BB1-8935-2898B0B6D988}" destId="{FE527813-7DC4-42D7-90D5-EDE76DDDE001}" srcOrd="1" destOrd="0" presId="urn:microsoft.com/office/officeart/2005/8/layout/hierarchy6"/>
    <dgm:cxn modelId="{370933C9-9537-49AD-8B17-C859DD411680}" type="presParOf" srcId="{0BBBF055-FD73-40F6-8718-F7417C733B0C}" destId="{C1A8EA59-DE59-4753-AF78-AE4A195BFE4B}" srcOrd="2" destOrd="0" presId="urn:microsoft.com/office/officeart/2005/8/layout/hierarchy6"/>
    <dgm:cxn modelId="{C86F44E6-E81E-46CA-9C5D-3EA3A45F3252}" type="presParOf" srcId="{0BBBF055-FD73-40F6-8718-F7417C733B0C}" destId="{7DA0D406-125F-497C-801C-F0F1233E94E3}" srcOrd="3" destOrd="0" presId="urn:microsoft.com/office/officeart/2005/8/layout/hierarchy6"/>
    <dgm:cxn modelId="{298F29F1-6E4E-4F13-9245-EA0999088E0E}" type="presParOf" srcId="{7DA0D406-125F-497C-801C-F0F1233E94E3}" destId="{765B0222-D682-411A-9232-04895C5C6B4E}" srcOrd="0" destOrd="0" presId="urn:microsoft.com/office/officeart/2005/8/layout/hierarchy6"/>
    <dgm:cxn modelId="{D6C50457-4EDF-45DC-82AA-D9DA0E49A936}" type="presParOf" srcId="{7DA0D406-125F-497C-801C-F0F1233E94E3}" destId="{E430DD38-457C-440F-886A-9CAE891E5D83}" srcOrd="1" destOrd="0" presId="urn:microsoft.com/office/officeart/2005/8/layout/hierarchy6"/>
    <dgm:cxn modelId="{2E6016B6-60BE-46E7-AD68-FFA967E26629}" type="presParOf" srcId="{01329183-A78F-4442-A82E-5649097A2C8C}" destId="{77939345-CA08-4DEE-8E4A-6F0987DAC2DA}"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C95CCD-1A42-4E97-8E9D-0331DAF85B56}" type="doc">
      <dgm:prSet loTypeId="urn:microsoft.com/office/officeart/2005/8/layout/orgChart1" loCatId="hierarchy" qsTypeId="urn:microsoft.com/office/officeart/2005/8/quickstyle/3D3" qsCatId="3D" csTypeId="urn:microsoft.com/office/officeart/2005/8/colors/colorful5" csCatId="colorful" phldr="1"/>
      <dgm:spPr/>
      <dgm:t>
        <a:bodyPr/>
        <a:lstStyle/>
        <a:p>
          <a:endParaRPr lang="tr-TR"/>
        </a:p>
      </dgm:t>
    </dgm:pt>
    <dgm:pt modelId="{7CD7E812-40E4-4BCD-BDAF-65BEDE2EC233}">
      <dgm:prSet phldrT="[Metin]"/>
      <dgm:spPr/>
      <dgm:t>
        <a:bodyPr/>
        <a:lstStyle/>
        <a:p>
          <a:r>
            <a:rPr lang="tr-TR" dirty="0"/>
            <a:t>Yapıları ve Ölçme Düzeylerine Göre</a:t>
          </a:r>
        </a:p>
      </dgm:t>
    </dgm:pt>
    <dgm:pt modelId="{5CAFFD77-F1F9-42AC-8C7A-22E4E8269E1C}" type="parTrans" cxnId="{A30B515B-8212-4001-8B84-1B253CD65302}">
      <dgm:prSet/>
      <dgm:spPr/>
      <dgm:t>
        <a:bodyPr/>
        <a:lstStyle/>
        <a:p>
          <a:endParaRPr lang="tr-TR"/>
        </a:p>
      </dgm:t>
    </dgm:pt>
    <dgm:pt modelId="{4D6F3467-4E32-4F11-BE0E-6EA7A9E22016}" type="sibTrans" cxnId="{A30B515B-8212-4001-8B84-1B253CD65302}">
      <dgm:prSet/>
      <dgm:spPr/>
      <dgm:t>
        <a:bodyPr/>
        <a:lstStyle/>
        <a:p>
          <a:endParaRPr lang="tr-TR"/>
        </a:p>
      </dgm:t>
    </dgm:pt>
    <dgm:pt modelId="{1AD214AB-45D2-40D6-A68F-BDF1C5707FBE}">
      <dgm:prSet phldrT="[Metin]"/>
      <dgm:spPr/>
      <dgm:t>
        <a:bodyPr/>
        <a:lstStyle/>
        <a:p>
          <a:r>
            <a:rPr lang="tr-TR" dirty="0"/>
            <a:t>Sınıflamalı (</a:t>
          </a:r>
          <a:r>
            <a:rPr lang="tr-TR" dirty="0" err="1"/>
            <a:t>isimsel</a:t>
          </a:r>
          <a:r>
            <a:rPr lang="tr-TR" dirty="0"/>
            <a:t>-Nominal)</a:t>
          </a:r>
        </a:p>
      </dgm:t>
    </dgm:pt>
    <dgm:pt modelId="{0CA31E27-28FF-4DC0-BACE-8282E3C79FE9}" type="parTrans" cxnId="{7E2330DB-A2C8-4AE1-A3AF-CB278D43A6CB}">
      <dgm:prSet/>
      <dgm:spPr/>
      <dgm:t>
        <a:bodyPr/>
        <a:lstStyle/>
        <a:p>
          <a:endParaRPr lang="tr-TR"/>
        </a:p>
      </dgm:t>
    </dgm:pt>
    <dgm:pt modelId="{343134BD-BD7B-4CE8-85B1-3504E1BA7FB1}" type="sibTrans" cxnId="{7E2330DB-A2C8-4AE1-A3AF-CB278D43A6CB}">
      <dgm:prSet/>
      <dgm:spPr/>
      <dgm:t>
        <a:bodyPr/>
        <a:lstStyle/>
        <a:p>
          <a:endParaRPr lang="tr-TR"/>
        </a:p>
      </dgm:t>
    </dgm:pt>
    <dgm:pt modelId="{BAE0109D-ED55-449E-81CC-5DDEA6E65C7D}">
      <dgm:prSet phldrT="[Metin]"/>
      <dgm:spPr/>
      <dgm:t>
        <a:bodyPr/>
        <a:lstStyle/>
        <a:p>
          <a:r>
            <a:rPr lang="tr-TR" dirty="0"/>
            <a:t>Sıralı (</a:t>
          </a:r>
          <a:r>
            <a:rPr lang="tr-TR" dirty="0" err="1"/>
            <a:t>ordinal</a:t>
          </a:r>
          <a:r>
            <a:rPr lang="tr-TR" dirty="0"/>
            <a:t>)</a:t>
          </a:r>
        </a:p>
      </dgm:t>
    </dgm:pt>
    <dgm:pt modelId="{A74F0405-033C-48AB-9FB7-234A3C77BE49}" type="parTrans" cxnId="{009E4765-4355-49BD-8071-39F4F25DB26E}">
      <dgm:prSet/>
      <dgm:spPr/>
      <dgm:t>
        <a:bodyPr/>
        <a:lstStyle/>
        <a:p>
          <a:endParaRPr lang="tr-TR"/>
        </a:p>
      </dgm:t>
    </dgm:pt>
    <dgm:pt modelId="{3863B272-CF7A-4361-AD40-BCE8627CD777}" type="sibTrans" cxnId="{009E4765-4355-49BD-8071-39F4F25DB26E}">
      <dgm:prSet/>
      <dgm:spPr/>
      <dgm:t>
        <a:bodyPr/>
        <a:lstStyle/>
        <a:p>
          <a:endParaRPr lang="tr-TR"/>
        </a:p>
      </dgm:t>
    </dgm:pt>
    <dgm:pt modelId="{C3CECC1A-6AF5-469D-AF92-33999A4C6F4D}">
      <dgm:prSet phldrT="[Metin]"/>
      <dgm:spPr/>
      <dgm:t>
        <a:bodyPr/>
        <a:lstStyle/>
        <a:p>
          <a:r>
            <a:rPr lang="tr-TR" dirty="0"/>
            <a:t>Niceliksel (Sayısal)</a:t>
          </a:r>
        </a:p>
      </dgm:t>
    </dgm:pt>
    <dgm:pt modelId="{7A9D2347-3C22-4FA8-8997-4B4C23AC059C}" type="parTrans" cxnId="{2C82ED21-24D5-462D-9583-723EC4FAED31}">
      <dgm:prSet/>
      <dgm:spPr/>
      <dgm:t>
        <a:bodyPr/>
        <a:lstStyle/>
        <a:p>
          <a:endParaRPr lang="tr-TR"/>
        </a:p>
      </dgm:t>
    </dgm:pt>
    <dgm:pt modelId="{C9E7A797-494B-429C-94CD-E04B51E94640}" type="sibTrans" cxnId="{2C82ED21-24D5-462D-9583-723EC4FAED31}">
      <dgm:prSet/>
      <dgm:spPr/>
      <dgm:t>
        <a:bodyPr/>
        <a:lstStyle/>
        <a:p>
          <a:endParaRPr lang="tr-TR"/>
        </a:p>
      </dgm:t>
    </dgm:pt>
    <dgm:pt modelId="{1958A006-D017-4A2F-8B1C-7A5421BBE33A}">
      <dgm:prSet phldrT="[Metin]"/>
      <dgm:spPr/>
      <dgm:t>
        <a:bodyPr/>
        <a:lstStyle/>
        <a:p>
          <a:r>
            <a:rPr lang="tr-TR" dirty="0"/>
            <a:t>Niteliksel (Kategorik)</a:t>
          </a:r>
        </a:p>
      </dgm:t>
    </dgm:pt>
    <dgm:pt modelId="{09EE7498-E834-43F7-AF73-F2B5B57B8C88}" type="parTrans" cxnId="{02521027-850E-482A-9A77-85D39AD81C71}">
      <dgm:prSet/>
      <dgm:spPr/>
      <dgm:t>
        <a:bodyPr/>
        <a:lstStyle/>
        <a:p>
          <a:endParaRPr lang="tr-TR"/>
        </a:p>
      </dgm:t>
    </dgm:pt>
    <dgm:pt modelId="{EC81C3CC-193F-454C-99A2-ADDF82B8862D}" type="sibTrans" cxnId="{02521027-850E-482A-9A77-85D39AD81C71}">
      <dgm:prSet/>
      <dgm:spPr/>
      <dgm:t>
        <a:bodyPr/>
        <a:lstStyle/>
        <a:p>
          <a:endParaRPr lang="tr-TR"/>
        </a:p>
      </dgm:t>
    </dgm:pt>
    <dgm:pt modelId="{8583AA53-F265-4496-83B8-2B7A0FFE61F1}">
      <dgm:prSet phldrT="[Metin]"/>
      <dgm:spPr/>
      <dgm:t>
        <a:bodyPr/>
        <a:lstStyle/>
        <a:p>
          <a:r>
            <a:rPr lang="tr-TR" dirty="0"/>
            <a:t>Aralıklı (</a:t>
          </a:r>
          <a:r>
            <a:rPr lang="tr-TR" dirty="0" err="1"/>
            <a:t>interval</a:t>
          </a:r>
          <a:r>
            <a:rPr lang="tr-TR" dirty="0"/>
            <a:t>)</a:t>
          </a:r>
        </a:p>
      </dgm:t>
    </dgm:pt>
    <dgm:pt modelId="{EBF9F617-3658-49AF-89BF-7D1CA5CFA6AF}" type="parTrans" cxnId="{A05E7929-6F64-4EF1-8F3D-56D2A2D9D3BF}">
      <dgm:prSet/>
      <dgm:spPr/>
      <dgm:t>
        <a:bodyPr/>
        <a:lstStyle/>
        <a:p>
          <a:endParaRPr lang="tr-TR"/>
        </a:p>
      </dgm:t>
    </dgm:pt>
    <dgm:pt modelId="{A0E44282-1F1E-40FF-A04B-0A089E242334}" type="sibTrans" cxnId="{A05E7929-6F64-4EF1-8F3D-56D2A2D9D3BF}">
      <dgm:prSet/>
      <dgm:spPr/>
      <dgm:t>
        <a:bodyPr/>
        <a:lstStyle/>
        <a:p>
          <a:endParaRPr lang="tr-TR"/>
        </a:p>
      </dgm:t>
    </dgm:pt>
    <dgm:pt modelId="{13A53A45-1EEB-4E47-8D10-B2488848DF1B}">
      <dgm:prSet phldrT="[Metin]"/>
      <dgm:spPr/>
      <dgm:t>
        <a:bodyPr/>
        <a:lstStyle/>
        <a:p>
          <a:r>
            <a:rPr lang="tr-TR" dirty="0"/>
            <a:t>Oranlı (</a:t>
          </a:r>
          <a:r>
            <a:rPr lang="tr-TR" dirty="0" err="1"/>
            <a:t>ratio</a:t>
          </a:r>
          <a:r>
            <a:rPr lang="tr-TR" dirty="0"/>
            <a:t>)</a:t>
          </a:r>
        </a:p>
      </dgm:t>
    </dgm:pt>
    <dgm:pt modelId="{65C5FE77-89B6-4950-BAE5-69CBA93E90EE}" type="parTrans" cxnId="{6C3AF376-B674-4626-AF00-89E6A9913D95}">
      <dgm:prSet/>
      <dgm:spPr/>
      <dgm:t>
        <a:bodyPr/>
        <a:lstStyle/>
        <a:p>
          <a:endParaRPr lang="tr-TR"/>
        </a:p>
      </dgm:t>
    </dgm:pt>
    <dgm:pt modelId="{6B243BF3-CA71-43BF-8993-E6367A6F829F}" type="sibTrans" cxnId="{6C3AF376-B674-4626-AF00-89E6A9913D95}">
      <dgm:prSet/>
      <dgm:spPr/>
      <dgm:t>
        <a:bodyPr/>
        <a:lstStyle/>
        <a:p>
          <a:endParaRPr lang="tr-TR"/>
        </a:p>
      </dgm:t>
    </dgm:pt>
    <dgm:pt modelId="{65823A71-6133-4D72-984B-A635889099B9}">
      <dgm:prSet phldrT="[Metin]"/>
      <dgm:spPr/>
      <dgm:t>
        <a:bodyPr/>
        <a:lstStyle/>
        <a:p>
          <a:r>
            <a:rPr lang="tr-TR" dirty="0"/>
            <a:t>İkili (</a:t>
          </a:r>
          <a:r>
            <a:rPr lang="tr-TR" dirty="0" err="1"/>
            <a:t>binary</a:t>
          </a:r>
          <a:r>
            <a:rPr lang="tr-TR" dirty="0"/>
            <a:t>)</a:t>
          </a:r>
        </a:p>
      </dgm:t>
    </dgm:pt>
    <dgm:pt modelId="{0C4610F7-467C-485F-B4C3-D4595AC40FA7}" type="parTrans" cxnId="{8618CF9F-82A1-45A3-B215-AAEBAD19506B}">
      <dgm:prSet/>
      <dgm:spPr/>
      <dgm:t>
        <a:bodyPr/>
        <a:lstStyle/>
        <a:p>
          <a:endParaRPr lang="tr-TR"/>
        </a:p>
      </dgm:t>
    </dgm:pt>
    <dgm:pt modelId="{6394EFDA-FB7A-453C-816B-FCC23CF10669}" type="sibTrans" cxnId="{8618CF9F-82A1-45A3-B215-AAEBAD19506B}">
      <dgm:prSet/>
      <dgm:spPr/>
      <dgm:t>
        <a:bodyPr/>
        <a:lstStyle/>
        <a:p>
          <a:endParaRPr lang="tr-TR"/>
        </a:p>
      </dgm:t>
    </dgm:pt>
    <dgm:pt modelId="{B27EFF75-88FF-453D-96B0-4712CC50EC11}">
      <dgm:prSet phldrT="[Metin]"/>
      <dgm:spPr/>
      <dgm:t>
        <a:bodyPr/>
        <a:lstStyle/>
        <a:p>
          <a:r>
            <a:rPr lang="tr-TR" dirty="0"/>
            <a:t>Çok sınıflı</a:t>
          </a:r>
        </a:p>
      </dgm:t>
    </dgm:pt>
    <dgm:pt modelId="{9742F025-8006-4432-AA1D-8AF108C80C2D}" type="parTrans" cxnId="{29EA4E7E-4CB0-4667-AD8E-7A9CFDF5B665}">
      <dgm:prSet/>
      <dgm:spPr/>
      <dgm:t>
        <a:bodyPr/>
        <a:lstStyle/>
        <a:p>
          <a:endParaRPr lang="tr-TR"/>
        </a:p>
      </dgm:t>
    </dgm:pt>
    <dgm:pt modelId="{BDEA8D99-4DDC-43AD-A471-53AA79560939}" type="sibTrans" cxnId="{29EA4E7E-4CB0-4667-AD8E-7A9CFDF5B665}">
      <dgm:prSet/>
      <dgm:spPr/>
      <dgm:t>
        <a:bodyPr/>
        <a:lstStyle/>
        <a:p>
          <a:endParaRPr lang="tr-TR"/>
        </a:p>
      </dgm:t>
    </dgm:pt>
    <dgm:pt modelId="{F087D9B7-DAB9-44EB-8C73-5EAFFB01EE79}">
      <dgm:prSet phldrT="[Metin]"/>
      <dgm:spPr/>
      <dgm:t>
        <a:bodyPr/>
        <a:lstStyle/>
        <a:p>
          <a:r>
            <a:rPr lang="tr-TR" dirty="0"/>
            <a:t>Kesikli veya Sürekli</a:t>
          </a:r>
        </a:p>
      </dgm:t>
    </dgm:pt>
    <dgm:pt modelId="{C5116349-B20A-46B7-85B1-34631D8A874E}" type="parTrans" cxnId="{E5497FE8-CCCC-456B-BC0D-756A95B89189}">
      <dgm:prSet/>
      <dgm:spPr/>
      <dgm:t>
        <a:bodyPr/>
        <a:lstStyle/>
        <a:p>
          <a:endParaRPr lang="en-US"/>
        </a:p>
      </dgm:t>
    </dgm:pt>
    <dgm:pt modelId="{B92D5961-D436-41BC-BF30-947A43913C4F}" type="sibTrans" cxnId="{E5497FE8-CCCC-456B-BC0D-756A95B89189}">
      <dgm:prSet/>
      <dgm:spPr/>
      <dgm:t>
        <a:bodyPr/>
        <a:lstStyle/>
        <a:p>
          <a:endParaRPr lang="en-US"/>
        </a:p>
      </dgm:t>
    </dgm:pt>
    <dgm:pt modelId="{66566C0E-E4BB-4A7C-92B1-4F9DAA1A02BC}" type="pres">
      <dgm:prSet presAssocID="{C4C95CCD-1A42-4E97-8E9D-0331DAF85B56}" presName="hierChild1" presStyleCnt="0">
        <dgm:presLayoutVars>
          <dgm:orgChart val="1"/>
          <dgm:chPref val="1"/>
          <dgm:dir/>
          <dgm:animOne val="branch"/>
          <dgm:animLvl val="lvl"/>
          <dgm:resizeHandles/>
        </dgm:presLayoutVars>
      </dgm:prSet>
      <dgm:spPr/>
    </dgm:pt>
    <dgm:pt modelId="{D81C1FC0-3D62-4FBA-ABAC-B22B3B2AF1D5}" type="pres">
      <dgm:prSet presAssocID="{7CD7E812-40E4-4BCD-BDAF-65BEDE2EC233}" presName="hierRoot1" presStyleCnt="0">
        <dgm:presLayoutVars>
          <dgm:hierBranch val="init"/>
        </dgm:presLayoutVars>
      </dgm:prSet>
      <dgm:spPr/>
    </dgm:pt>
    <dgm:pt modelId="{E399ADAB-97F0-40DD-8084-360AF8617DF2}" type="pres">
      <dgm:prSet presAssocID="{7CD7E812-40E4-4BCD-BDAF-65BEDE2EC233}" presName="rootComposite1" presStyleCnt="0"/>
      <dgm:spPr/>
    </dgm:pt>
    <dgm:pt modelId="{362C4916-CDFF-4889-82EC-064F8F99ABDF}" type="pres">
      <dgm:prSet presAssocID="{7CD7E812-40E4-4BCD-BDAF-65BEDE2EC233}" presName="rootText1" presStyleLbl="node0" presStyleIdx="0" presStyleCnt="1" custScaleX="173221">
        <dgm:presLayoutVars>
          <dgm:chPref val="3"/>
        </dgm:presLayoutVars>
      </dgm:prSet>
      <dgm:spPr/>
    </dgm:pt>
    <dgm:pt modelId="{1CDD3EA6-D1E8-4ED0-9F43-E1E4A8F6E360}" type="pres">
      <dgm:prSet presAssocID="{7CD7E812-40E4-4BCD-BDAF-65BEDE2EC233}" presName="rootConnector1" presStyleLbl="node1" presStyleIdx="0" presStyleCnt="0"/>
      <dgm:spPr/>
    </dgm:pt>
    <dgm:pt modelId="{4BB5FB75-3DDD-4F9B-A987-6BB89D8654DB}" type="pres">
      <dgm:prSet presAssocID="{7CD7E812-40E4-4BCD-BDAF-65BEDE2EC233}" presName="hierChild2" presStyleCnt="0"/>
      <dgm:spPr/>
    </dgm:pt>
    <dgm:pt modelId="{C5FBA673-E54B-4727-B812-9780CE79FD57}" type="pres">
      <dgm:prSet presAssocID="{7A9D2347-3C22-4FA8-8997-4B4C23AC059C}" presName="Name37" presStyleLbl="parChTrans1D2" presStyleIdx="0" presStyleCnt="2"/>
      <dgm:spPr/>
    </dgm:pt>
    <dgm:pt modelId="{449EE585-029E-4D51-9B14-1A6630352374}" type="pres">
      <dgm:prSet presAssocID="{C3CECC1A-6AF5-469D-AF92-33999A4C6F4D}" presName="hierRoot2" presStyleCnt="0">
        <dgm:presLayoutVars>
          <dgm:hierBranch val="init"/>
        </dgm:presLayoutVars>
      </dgm:prSet>
      <dgm:spPr/>
    </dgm:pt>
    <dgm:pt modelId="{F554BE17-6840-4053-B312-DBDEF48F6F27}" type="pres">
      <dgm:prSet presAssocID="{C3CECC1A-6AF5-469D-AF92-33999A4C6F4D}" presName="rootComposite" presStyleCnt="0"/>
      <dgm:spPr/>
    </dgm:pt>
    <dgm:pt modelId="{0848D20A-FF2F-4F43-B780-5F551499F06C}" type="pres">
      <dgm:prSet presAssocID="{C3CECC1A-6AF5-469D-AF92-33999A4C6F4D}" presName="rootText" presStyleLbl="node2" presStyleIdx="0" presStyleCnt="2">
        <dgm:presLayoutVars>
          <dgm:chPref val="3"/>
        </dgm:presLayoutVars>
      </dgm:prSet>
      <dgm:spPr/>
    </dgm:pt>
    <dgm:pt modelId="{E978E181-C498-447B-AA31-5A074912BFED}" type="pres">
      <dgm:prSet presAssocID="{C3CECC1A-6AF5-469D-AF92-33999A4C6F4D}" presName="rootConnector" presStyleLbl="node2" presStyleIdx="0" presStyleCnt="2"/>
      <dgm:spPr/>
    </dgm:pt>
    <dgm:pt modelId="{864E64B4-C2DD-446F-9698-903A77064EC9}" type="pres">
      <dgm:prSet presAssocID="{C3CECC1A-6AF5-469D-AF92-33999A4C6F4D}" presName="hierChild4" presStyleCnt="0"/>
      <dgm:spPr/>
    </dgm:pt>
    <dgm:pt modelId="{D48C1092-C1C6-4EB0-A2CC-71C9341581BA}" type="pres">
      <dgm:prSet presAssocID="{C5116349-B20A-46B7-85B1-34631D8A874E}" presName="Name37" presStyleLbl="parChTrans1D3" presStyleIdx="0" presStyleCnt="3"/>
      <dgm:spPr/>
    </dgm:pt>
    <dgm:pt modelId="{8D079518-230A-47E9-93FD-D56C9BEF7CDA}" type="pres">
      <dgm:prSet presAssocID="{F087D9B7-DAB9-44EB-8C73-5EAFFB01EE79}" presName="hierRoot2" presStyleCnt="0">
        <dgm:presLayoutVars>
          <dgm:hierBranch val="init"/>
        </dgm:presLayoutVars>
      </dgm:prSet>
      <dgm:spPr/>
    </dgm:pt>
    <dgm:pt modelId="{650B3E50-5952-4BF7-AC44-E8B5B791DA3A}" type="pres">
      <dgm:prSet presAssocID="{F087D9B7-DAB9-44EB-8C73-5EAFFB01EE79}" presName="rootComposite" presStyleCnt="0"/>
      <dgm:spPr/>
    </dgm:pt>
    <dgm:pt modelId="{AD08BD45-76A5-42C1-A962-7E7687A5F805}" type="pres">
      <dgm:prSet presAssocID="{F087D9B7-DAB9-44EB-8C73-5EAFFB01EE79}" presName="rootText" presStyleLbl="node3" presStyleIdx="0" presStyleCnt="3">
        <dgm:presLayoutVars>
          <dgm:chPref val="3"/>
        </dgm:presLayoutVars>
      </dgm:prSet>
      <dgm:spPr/>
    </dgm:pt>
    <dgm:pt modelId="{C5570318-43AC-422B-A259-0717DA625A45}" type="pres">
      <dgm:prSet presAssocID="{F087D9B7-DAB9-44EB-8C73-5EAFFB01EE79}" presName="rootConnector" presStyleLbl="node3" presStyleIdx="0" presStyleCnt="3"/>
      <dgm:spPr/>
    </dgm:pt>
    <dgm:pt modelId="{C0CF100F-B255-46EE-B1CF-990F80366B77}" type="pres">
      <dgm:prSet presAssocID="{F087D9B7-DAB9-44EB-8C73-5EAFFB01EE79}" presName="hierChild4" presStyleCnt="0"/>
      <dgm:spPr/>
    </dgm:pt>
    <dgm:pt modelId="{40967FAA-BE2C-413B-B398-3798FD5678F6}" type="pres">
      <dgm:prSet presAssocID="{EBF9F617-3658-49AF-89BF-7D1CA5CFA6AF}" presName="Name37" presStyleLbl="parChTrans1D4" presStyleIdx="0" presStyleCnt="4"/>
      <dgm:spPr/>
    </dgm:pt>
    <dgm:pt modelId="{9C6B8B9E-5579-4125-91BA-D5F3B92FD0ED}" type="pres">
      <dgm:prSet presAssocID="{8583AA53-F265-4496-83B8-2B7A0FFE61F1}" presName="hierRoot2" presStyleCnt="0">
        <dgm:presLayoutVars>
          <dgm:hierBranch val="init"/>
        </dgm:presLayoutVars>
      </dgm:prSet>
      <dgm:spPr/>
    </dgm:pt>
    <dgm:pt modelId="{C644BA39-A199-4E21-B0B3-0FC777E9E859}" type="pres">
      <dgm:prSet presAssocID="{8583AA53-F265-4496-83B8-2B7A0FFE61F1}" presName="rootComposite" presStyleCnt="0"/>
      <dgm:spPr/>
    </dgm:pt>
    <dgm:pt modelId="{32610E31-9F3D-4243-A69A-28345097F84B}" type="pres">
      <dgm:prSet presAssocID="{8583AA53-F265-4496-83B8-2B7A0FFE61F1}" presName="rootText" presStyleLbl="node4" presStyleIdx="0" presStyleCnt="4">
        <dgm:presLayoutVars>
          <dgm:chPref val="3"/>
        </dgm:presLayoutVars>
      </dgm:prSet>
      <dgm:spPr/>
    </dgm:pt>
    <dgm:pt modelId="{551BDB5C-8F9D-4E5E-A94A-EF57EF266737}" type="pres">
      <dgm:prSet presAssocID="{8583AA53-F265-4496-83B8-2B7A0FFE61F1}" presName="rootConnector" presStyleLbl="node4" presStyleIdx="0" presStyleCnt="4"/>
      <dgm:spPr/>
    </dgm:pt>
    <dgm:pt modelId="{B6A72D4E-042E-4D0E-89A3-24ABF31A3EC0}" type="pres">
      <dgm:prSet presAssocID="{8583AA53-F265-4496-83B8-2B7A0FFE61F1}" presName="hierChild4" presStyleCnt="0"/>
      <dgm:spPr/>
    </dgm:pt>
    <dgm:pt modelId="{5F672FC7-DD53-4C59-88FF-B6900036DB8A}" type="pres">
      <dgm:prSet presAssocID="{8583AA53-F265-4496-83B8-2B7A0FFE61F1}" presName="hierChild5" presStyleCnt="0"/>
      <dgm:spPr/>
    </dgm:pt>
    <dgm:pt modelId="{4693F76A-DEEE-4F1B-A7D6-92370AE955E8}" type="pres">
      <dgm:prSet presAssocID="{65C5FE77-89B6-4950-BAE5-69CBA93E90EE}" presName="Name37" presStyleLbl="parChTrans1D4" presStyleIdx="1" presStyleCnt="4"/>
      <dgm:spPr/>
    </dgm:pt>
    <dgm:pt modelId="{DB0B3381-D9B0-41DE-ABC1-8675C04D1C9B}" type="pres">
      <dgm:prSet presAssocID="{13A53A45-1EEB-4E47-8D10-B2488848DF1B}" presName="hierRoot2" presStyleCnt="0">
        <dgm:presLayoutVars>
          <dgm:hierBranch val="init"/>
        </dgm:presLayoutVars>
      </dgm:prSet>
      <dgm:spPr/>
    </dgm:pt>
    <dgm:pt modelId="{BB13F3AE-3893-4CFF-9C34-B099C20B5D71}" type="pres">
      <dgm:prSet presAssocID="{13A53A45-1EEB-4E47-8D10-B2488848DF1B}" presName="rootComposite" presStyleCnt="0"/>
      <dgm:spPr/>
    </dgm:pt>
    <dgm:pt modelId="{D5FFD2A8-4739-4758-BC20-EF3448D3B468}" type="pres">
      <dgm:prSet presAssocID="{13A53A45-1EEB-4E47-8D10-B2488848DF1B}" presName="rootText" presStyleLbl="node4" presStyleIdx="1" presStyleCnt="4">
        <dgm:presLayoutVars>
          <dgm:chPref val="3"/>
        </dgm:presLayoutVars>
      </dgm:prSet>
      <dgm:spPr/>
    </dgm:pt>
    <dgm:pt modelId="{1B3F3AF7-6F8A-4581-8F9B-0222009812ED}" type="pres">
      <dgm:prSet presAssocID="{13A53A45-1EEB-4E47-8D10-B2488848DF1B}" presName="rootConnector" presStyleLbl="node4" presStyleIdx="1" presStyleCnt="4"/>
      <dgm:spPr/>
    </dgm:pt>
    <dgm:pt modelId="{EC7F965A-31A7-4B5F-BB25-9C247B9D1473}" type="pres">
      <dgm:prSet presAssocID="{13A53A45-1EEB-4E47-8D10-B2488848DF1B}" presName="hierChild4" presStyleCnt="0"/>
      <dgm:spPr/>
    </dgm:pt>
    <dgm:pt modelId="{150439AE-B9FA-4A69-AB9C-D13A4609E0EC}" type="pres">
      <dgm:prSet presAssocID="{13A53A45-1EEB-4E47-8D10-B2488848DF1B}" presName="hierChild5" presStyleCnt="0"/>
      <dgm:spPr/>
    </dgm:pt>
    <dgm:pt modelId="{5377FBBB-ED31-4357-8BB1-FD6506F4A532}" type="pres">
      <dgm:prSet presAssocID="{F087D9B7-DAB9-44EB-8C73-5EAFFB01EE79}" presName="hierChild5" presStyleCnt="0"/>
      <dgm:spPr/>
    </dgm:pt>
    <dgm:pt modelId="{9AF3ADC3-7EF3-4AA3-8A9D-DD851CEF7C12}" type="pres">
      <dgm:prSet presAssocID="{C3CECC1A-6AF5-469D-AF92-33999A4C6F4D}" presName="hierChild5" presStyleCnt="0"/>
      <dgm:spPr/>
    </dgm:pt>
    <dgm:pt modelId="{89115559-13E1-4303-9799-3F5601C0DCCA}" type="pres">
      <dgm:prSet presAssocID="{09EE7498-E834-43F7-AF73-F2B5B57B8C88}" presName="Name37" presStyleLbl="parChTrans1D2" presStyleIdx="1" presStyleCnt="2"/>
      <dgm:spPr/>
    </dgm:pt>
    <dgm:pt modelId="{8298E101-AA2D-4B8A-A8AD-C6806C0B7941}" type="pres">
      <dgm:prSet presAssocID="{1958A006-D017-4A2F-8B1C-7A5421BBE33A}" presName="hierRoot2" presStyleCnt="0">
        <dgm:presLayoutVars>
          <dgm:hierBranch val="init"/>
        </dgm:presLayoutVars>
      </dgm:prSet>
      <dgm:spPr/>
    </dgm:pt>
    <dgm:pt modelId="{1EA13BF5-9C20-4624-AE7B-22817AD731B7}" type="pres">
      <dgm:prSet presAssocID="{1958A006-D017-4A2F-8B1C-7A5421BBE33A}" presName="rootComposite" presStyleCnt="0"/>
      <dgm:spPr/>
    </dgm:pt>
    <dgm:pt modelId="{E6A50A50-B376-4F8C-A1B3-28884AD386CB}" type="pres">
      <dgm:prSet presAssocID="{1958A006-D017-4A2F-8B1C-7A5421BBE33A}" presName="rootText" presStyleLbl="node2" presStyleIdx="1" presStyleCnt="2">
        <dgm:presLayoutVars>
          <dgm:chPref val="3"/>
        </dgm:presLayoutVars>
      </dgm:prSet>
      <dgm:spPr/>
    </dgm:pt>
    <dgm:pt modelId="{BCA4B7BD-87D4-43B2-A6AE-F370370610BE}" type="pres">
      <dgm:prSet presAssocID="{1958A006-D017-4A2F-8B1C-7A5421BBE33A}" presName="rootConnector" presStyleLbl="node2" presStyleIdx="1" presStyleCnt="2"/>
      <dgm:spPr/>
    </dgm:pt>
    <dgm:pt modelId="{8A1E157E-77A5-4EB0-80FA-89CB9C2380D3}" type="pres">
      <dgm:prSet presAssocID="{1958A006-D017-4A2F-8B1C-7A5421BBE33A}" presName="hierChild4" presStyleCnt="0"/>
      <dgm:spPr/>
    </dgm:pt>
    <dgm:pt modelId="{16DB5D8E-0AEA-475D-8E09-70A2338DD314}" type="pres">
      <dgm:prSet presAssocID="{0CA31E27-28FF-4DC0-BACE-8282E3C79FE9}" presName="Name37" presStyleLbl="parChTrans1D3" presStyleIdx="1" presStyleCnt="3"/>
      <dgm:spPr/>
    </dgm:pt>
    <dgm:pt modelId="{1EAFC617-9A9D-4280-A80B-578A0D57F815}" type="pres">
      <dgm:prSet presAssocID="{1AD214AB-45D2-40D6-A68F-BDF1C5707FBE}" presName="hierRoot2" presStyleCnt="0">
        <dgm:presLayoutVars>
          <dgm:hierBranch val="init"/>
        </dgm:presLayoutVars>
      </dgm:prSet>
      <dgm:spPr/>
    </dgm:pt>
    <dgm:pt modelId="{23496F10-2535-4B2B-A0C7-A2F7A5BB30F6}" type="pres">
      <dgm:prSet presAssocID="{1AD214AB-45D2-40D6-A68F-BDF1C5707FBE}" presName="rootComposite" presStyleCnt="0"/>
      <dgm:spPr/>
    </dgm:pt>
    <dgm:pt modelId="{46134E6B-3E3E-4445-8AB3-AC85D4B6AE51}" type="pres">
      <dgm:prSet presAssocID="{1AD214AB-45D2-40D6-A68F-BDF1C5707FBE}" presName="rootText" presStyleLbl="node3" presStyleIdx="1" presStyleCnt="3">
        <dgm:presLayoutVars>
          <dgm:chPref val="3"/>
        </dgm:presLayoutVars>
      </dgm:prSet>
      <dgm:spPr/>
    </dgm:pt>
    <dgm:pt modelId="{160EE44E-4FF2-4448-90AF-B3AD5FF52533}" type="pres">
      <dgm:prSet presAssocID="{1AD214AB-45D2-40D6-A68F-BDF1C5707FBE}" presName="rootConnector" presStyleLbl="node3" presStyleIdx="1" presStyleCnt="3"/>
      <dgm:spPr/>
    </dgm:pt>
    <dgm:pt modelId="{3AD1BE42-5049-434D-848B-5A37E0329DD6}" type="pres">
      <dgm:prSet presAssocID="{1AD214AB-45D2-40D6-A68F-BDF1C5707FBE}" presName="hierChild4" presStyleCnt="0"/>
      <dgm:spPr/>
    </dgm:pt>
    <dgm:pt modelId="{0A730C6B-661E-4E15-A7B8-67EFE72EF088}" type="pres">
      <dgm:prSet presAssocID="{0C4610F7-467C-485F-B4C3-D4595AC40FA7}" presName="Name37" presStyleLbl="parChTrans1D4" presStyleIdx="2" presStyleCnt="4"/>
      <dgm:spPr/>
    </dgm:pt>
    <dgm:pt modelId="{85DDC94F-F266-4EBC-A6A4-F7A79818546F}" type="pres">
      <dgm:prSet presAssocID="{65823A71-6133-4D72-984B-A635889099B9}" presName="hierRoot2" presStyleCnt="0">
        <dgm:presLayoutVars>
          <dgm:hierBranch val="init"/>
        </dgm:presLayoutVars>
      </dgm:prSet>
      <dgm:spPr/>
    </dgm:pt>
    <dgm:pt modelId="{D23B377A-5184-4799-8E3B-7D3F92CF45FA}" type="pres">
      <dgm:prSet presAssocID="{65823A71-6133-4D72-984B-A635889099B9}" presName="rootComposite" presStyleCnt="0"/>
      <dgm:spPr/>
    </dgm:pt>
    <dgm:pt modelId="{AA6CD205-6EF0-461E-A2AC-874ADB5E69CE}" type="pres">
      <dgm:prSet presAssocID="{65823A71-6133-4D72-984B-A635889099B9}" presName="rootText" presStyleLbl="node4" presStyleIdx="2" presStyleCnt="4">
        <dgm:presLayoutVars>
          <dgm:chPref val="3"/>
        </dgm:presLayoutVars>
      </dgm:prSet>
      <dgm:spPr/>
    </dgm:pt>
    <dgm:pt modelId="{066E4EE5-0F77-48EF-A21F-2C2DD957FB13}" type="pres">
      <dgm:prSet presAssocID="{65823A71-6133-4D72-984B-A635889099B9}" presName="rootConnector" presStyleLbl="node4" presStyleIdx="2" presStyleCnt="4"/>
      <dgm:spPr/>
    </dgm:pt>
    <dgm:pt modelId="{E4130553-74F9-462F-8FD3-66ADB173194B}" type="pres">
      <dgm:prSet presAssocID="{65823A71-6133-4D72-984B-A635889099B9}" presName="hierChild4" presStyleCnt="0"/>
      <dgm:spPr/>
    </dgm:pt>
    <dgm:pt modelId="{99ED98F6-4ECB-4B6F-B700-4A3A2BCDE790}" type="pres">
      <dgm:prSet presAssocID="{65823A71-6133-4D72-984B-A635889099B9}" presName="hierChild5" presStyleCnt="0"/>
      <dgm:spPr/>
    </dgm:pt>
    <dgm:pt modelId="{F88578B7-1E37-4188-95E0-12935B8353CD}" type="pres">
      <dgm:prSet presAssocID="{9742F025-8006-4432-AA1D-8AF108C80C2D}" presName="Name37" presStyleLbl="parChTrans1D4" presStyleIdx="3" presStyleCnt="4"/>
      <dgm:spPr/>
    </dgm:pt>
    <dgm:pt modelId="{45F0C76F-3476-41BF-9C8D-22DCB462EECE}" type="pres">
      <dgm:prSet presAssocID="{B27EFF75-88FF-453D-96B0-4712CC50EC11}" presName="hierRoot2" presStyleCnt="0">
        <dgm:presLayoutVars>
          <dgm:hierBranch val="init"/>
        </dgm:presLayoutVars>
      </dgm:prSet>
      <dgm:spPr/>
    </dgm:pt>
    <dgm:pt modelId="{21C8EA41-85F8-4EC2-A970-416D61ECEFE7}" type="pres">
      <dgm:prSet presAssocID="{B27EFF75-88FF-453D-96B0-4712CC50EC11}" presName="rootComposite" presStyleCnt="0"/>
      <dgm:spPr/>
    </dgm:pt>
    <dgm:pt modelId="{5AA1B075-5987-49E7-A4FB-5B4DC9B17A71}" type="pres">
      <dgm:prSet presAssocID="{B27EFF75-88FF-453D-96B0-4712CC50EC11}" presName="rootText" presStyleLbl="node4" presStyleIdx="3" presStyleCnt="4">
        <dgm:presLayoutVars>
          <dgm:chPref val="3"/>
        </dgm:presLayoutVars>
      </dgm:prSet>
      <dgm:spPr/>
    </dgm:pt>
    <dgm:pt modelId="{596F187E-454E-440D-ABB5-8D06C7913F98}" type="pres">
      <dgm:prSet presAssocID="{B27EFF75-88FF-453D-96B0-4712CC50EC11}" presName="rootConnector" presStyleLbl="node4" presStyleIdx="3" presStyleCnt="4"/>
      <dgm:spPr/>
    </dgm:pt>
    <dgm:pt modelId="{E1EBFDEF-128E-4B3C-BDF6-A98B913A54BD}" type="pres">
      <dgm:prSet presAssocID="{B27EFF75-88FF-453D-96B0-4712CC50EC11}" presName="hierChild4" presStyleCnt="0"/>
      <dgm:spPr/>
    </dgm:pt>
    <dgm:pt modelId="{44FAD494-4593-4DD9-805C-AA24B8A86431}" type="pres">
      <dgm:prSet presAssocID="{B27EFF75-88FF-453D-96B0-4712CC50EC11}" presName="hierChild5" presStyleCnt="0"/>
      <dgm:spPr/>
    </dgm:pt>
    <dgm:pt modelId="{30E3A59C-4C77-4DF7-A491-D9D16E793590}" type="pres">
      <dgm:prSet presAssocID="{1AD214AB-45D2-40D6-A68F-BDF1C5707FBE}" presName="hierChild5" presStyleCnt="0"/>
      <dgm:spPr/>
    </dgm:pt>
    <dgm:pt modelId="{71607C51-A34C-411B-9FB3-8A406BAC3761}" type="pres">
      <dgm:prSet presAssocID="{A74F0405-033C-48AB-9FB7-234A3C77BE49}" presName="Name37" presStyleLbl="parChTrans1D3" presStyleIdx="2" presStyleCnt="3"/>
      <dgm:spPr/>
    </dgm:pt>
    <dgm:pt modelId="{EBB1AFE2-100C-4A51-88B2-59F6DFE8E471}" type="pres">
      <dgm:prSet presAssocID="{BAE0109D-ED55-449E-81CC-5DDEA6E65C7D}" presName="hierRoot2" presStyleCnt="0">
        <dgm:presLayoutVars>
          <dgm:hierBranch val="init"/>
        </dgm:presLayoutVars>
      </dgm:prSet>
      <dgm:spPr/>
    </dgm:pt>
    <dgm:pt modelId="{6CAB199F-3901-4AB3-BD44-BD30550009F6}" type="pres">
      <dgm:prSet presAssocID="{BAE0109D-ED55-449E-81CC-5DDEA6E65C7D}" presName="rootComposite" presStyleCnt="0"/>
      <dgm:spPr/>
    </dgm:pt>
    <dgm:pt modelId="{96A5C5FC-1560-49CF-A9E2-C20A6F5B96F7}" type="pres">
      <dgm:prSet presAssocID="{BAE0109D-ED55-449E-81CC-5DDEA6E65C7D}" presName="rootText" presStyleLbl="node3" presStyleIdx="2" presStyleCnt="3">
        <dgm:presLayoutVars>
          <dgm:chPref val="3"/>
        </dgm:presLayoutVars>
      </dgm:prSet>
      <dgm:spPr/>
    </dgm:pt>
    <dgm:pt modelId="{7CA16C43-9F71-471E-A582-21DDD0FF53A2}" type="pres">
      <dgm:prSet presAssocID="{BAE0109D-ED55-449E-81CC-5DDEA6E65C7D}" presName="rootConnector" presStyleLbl="node3" presStyleIdx="2" presStyleCnt="3"/>
      <dgm:spPr/>
    </dgm:pt>
    <dgm:pt modelId="{8EAC8B57-C3AA-4987-B5A7-24F29F01EC1D}" type="pres">
      <dgm:prSet presAssocID="{BAE0109D-ED55-449E-81CC-5DDEA6E65C7D}" presName="hierChild4" presStyleCnt="0"/>
      <dgm:spPr/>
    </dgm:pt>
    <dgm:pt modelId="{DF523BE4-9406-44A2-B890-CC50DF746017}" type="pres">
      <dgm:prSet presAssocID="{BAE0109D-ED55-449E-81CC-5DDEA6E65C7D}" presName="hierChild5" presStyleCnt="0"/>
      <dgm:spPr/>
    </dgm:pt>
    <dgm:pt modelId="{12EB3367-4DD7-4CAC-917C-32D5AEA84DE3}" type="pres">
      <dgm:prSet presAssocID="{1958A006-D017-4A2F-8B1C-7A5421BBE33A}" presName="hierChild5" presStyleCnt="0"/>
      <dgm:spPr/>
    </dgm:pt>
    <dgm:pt modelId="{ED377A56-2E32-4122-BA25-70BA69053962}" type="pres">
      <dgm:prSet presAssocID="{7CD7E812-40E4-4BCD-BDAF-65BEDE2EC233}" presName="hierChild3" presStyleCnt="0"/>
      <dgm:spPr/>
    </dgm:pt>
  </dgm:ptLst>
  <dgm:cxnLst>
    <dgm:cxn modelId="{01881D00-ED01-4A27-B210-3DB858684E06}" type="presOf" srcId="{BAE0109D-ED55-449E-81CC-5DDEA6E65C7D}" destId="{7CA16C43-9F71-471E-A582-21DDD0FF53A2}" srcOrd="1" destOrd="0" presId="urn:microsoft.com/office/officeart/2005/8/layout/orgChart1"/>
    <dgm:cxn modelId="{81AE2503-9049-44C1-BE7E-2EFBFD0B285F}" type="presOf" srcId="{09EE7498-E834-43F7-AF73-F2B5B57B8C88}" destId="{89115559-13E1-4303-9799-3F5601C0DCCA}" srcOrd="0" destOrd="0" presId="urn:microsoft.com/office/officeart/2005/8/layout/orgChart1"/>
    <dgm:cxn modelId="{7D7FCE08-9F3D-4A25-BBB8-32B624250966}" type="presOf" srcId="{8583AA53-F265-4496-83B8-2B7A0FFE61F1}" destId="{32610E31-9F3D-4243-A69A-28345097F84B}" srcOrd="0" destOrd="0" presId="urn:microsoft.com/office/officeart/2005/8/layout/orgChart1"/>
    <dgm:cxn modelId="{7186A309-D8DD-43D3-9F62-65400333EB98}" type="presOf" srcId="{9742F025-8006-4432-AA1D-8AF108C80C2D}" destId="{F88578B7-1E37-4188-95E0-12935B8353CD}" srcOrd="0" destOrd="0" presId="urn:microsoft.com/office/officeart/2005/8/layout/orgChart1"/>
    <dgm:cxn modelId="{FF64F409-2DED-499F-91DF-806B64D1569C}" type="presOf" srcId="{B27EFF75-88FF-453D-96B0-4712CC50EC11}" destId="{596F187E-454E-440D-ABB5-8D06C7913F98}" srcOrd="1" destOrd="0" presId="urn:microsoft.com/office/officeart/2005/8/layout/orgChart1"/>
    <dgm:cxn modelId="{DD45B615-B9B3-4856-9877-466B62F387D5}" type="presOf" srcId="{13A53A45-1EEB-4E47-8D10-B2488848DF1B}" destId="{D5FFD2A8-4739-4758-BC20-EF3448D3B468}" srcOrd="0" destOrd="0" presId="urn:microsoft.com/office/officeart/2005/8/layout/orgChart1"/>
    <dgm:cxn modelId="{2C82ED21-24D5-462D-9583-723EC4FAED31}" srcId="{7CD7E812-40E4-4BCD-BDAF-65BEDE2EC233}" destId="{C3CECC1A-6AF5-469D-AF92-33999A4C6F4D}" srcOrd="0" destOrd="0" parTransId="{7A9D2347-3C22-4FA8-8997-4B4C23AC059C}" sibTransId="{C9E7A797-494B-429C-94CD-E04B51E94640}"/>
    <dgm:cxn modelId="{02521027-850E-482A-9A77-85D39AD81C71}" srcId="{7CD7E812-40E4-4BCD-BDAF-65BEDE2EC233}" destId="{1958A006-D017-4A2F-8B1C-7A5421BBE33A}" srcOrd="1" destOrd="0" parTransId="{09EE7498-E834-43F7-AF73-F2B5B57B8C88}" sibTransId="{EC81C3CC-193F-454C-99A2-ADDF82B8862D}"/>
    <dgm:cxn modelId="{A05E7929-6F64-4EF1-8F3D-56D2A2D9D3BF}" srcId="{F087D9B7-DAB9-44EB-8C73-5EAFFB01EE79}" destId="{8583AA53-F265-4496-83B8-2B7A0FFE61F1}" srcOrd="0" destOrd="0" parTransId="{EBF9F617-3658-49AF-89BF-7D1CA5CFA6AF}" sibTransId="{A0E44282-1F1E-40FF-A04B-0A089E242334}"/>
    <dgm:cxn modelId="{9CBE7339-837A-4C74-8CF6-938425A78E0C}" type="presOf" srcId="{13A53A45-1EEB-4E47-8D10-B2488848DF1B}" destId="{1B3F3AF7-6F8A-4581-8F9B-0222009812ED}" srcOrd="1" destOrd="0" presId="urn:microsoft.com/office/officeart/2005/8/layout/orgChart1"/>
    <dgm:cxn modelId="{EBA55942-2BFE-4C2E-8DA9-02C29FBB0A8F}" type="presOf" srcId="{7CD7E812-40E4-4BCD-BDAF-65BEDE2EC233}" destId="{362C4916-CDFF-4889-82EC-064F8F99ABDF}" srcOrd="0" destOrd="0" presId="urn:microsoft.com/office/officeart/2005/8/layout/orgChart1"/>
    <dgm:cxn modelId="{2360EC46-16E5-4F50-B77F-27920CA8AEAC}" type="presOf" srcId="{C3CECC1A-6AF5-469D-AF92-33999A4C6F4D}" destId="{0848D20A-FF2F-4F43-B780-5F551499F06C}" srcOrd="0" destOrd="0" presId="urn:microsoft.com/office/officeart/2005/8/layout/orgChart1"/>
    <dgm:cxn modelId="{BF705049-D1EB-4A28-BDBD-AC84AE85CA5B}" type="presOf" srcId="{0C4610F7-467C-485F-B4C3-D4595AC40FA7}" destId="{0A730C6B-661E-4E15-A7B8-67EFE72EF088}" srcOrd="0" destOrd="0" presId="urn:microsoft.com/office/officeart/2005/8/layout/orgChart1"/>
    <dgm:cxn modelId="{CA4DB459-D4A3-4F25-9F69-9500745C9B20}" type="presOf" srcId="{C4C95CCD-1A42-4E97-8E9D-0331DAF85B56}" destId="{66566C0E-E4BB-4A7C-92B1-4F9DAA1A02BC}" srcOrd="0" destOrd="0" presId="urn:microsoft.com/office/officeart/2005/8/layout/orgChart1"/>
    <dgm:cxn modelId="{A30B515B-8212-4001-8B84-1B253CD65302}" srcId="{C4C95CCD-1A42-4E97-8E9D-0331DAF85B56}" destId="{7CD7E812-40E4-4BCD-BDAF-65BEDE2EC233}" srcOrd="0" destOrd="0" parTransId="{5CAFFD77-F1F9-42AC-8C7A-22E4E8269E1C}" sibTransId="{4D6F3467-4E32-4F11-BE0E-6EA7A9E22016}"/>
    <dgm:cxn modelId="{022C6061-C5A5-4EFE-9B98-A6C9E9F46993}" type="presOf" srcId="{F087D9B7-DAB9-44EB-8C73-5EAFFB01EE79}" destId="{C5570318-43AC-422B-A259-0717DA625A45}" srcOrd="1" destOrd="0" presId="urn:microsoft.com/office/officeart/2005/8/layout/orgChart1"/>
    <dgm:cxn modelId="{803D9962-6880-4C00-8CE2-992BEE37967B}" type="presOf" srcId="{1AD214AB-45D2-40D6-A68F-BDF1C5707FBE}" destId="{160EE44E-4FF2-4448-90AF-B3AD5FF52533}" srcOrd="1" destOrd="0" presId="urn:microsoft.com/office/officeart/2005/8/layout/orgChart1"/>
    <dgm:cxn modelId="{3941CF64-2235-4E80-8C9E-7E0AC2290B72}" type="presOf" srcId="{7A9D2347-3C22-4FA8-8997-4B4C23AC059C}" destId="{C5FBA673-E54B-4727-B812-9780CE79FD57}" srcOrd="0" destOrd="0" presId="urn:microsoft.com/office/officeart/2005/8/layout/orgChart1"/>
    <dgm:cxn modelId="{009E4765-4355-49BD-8071-39F4F25DB26E}" srcId="{1958A006-D017-4A2F-8B1C-7A5421BBE33A}" destId="{BAE0109D-ED55-449E-81CC-5DDEA6E65C7D}" srcOrd="1" destOrd="0" parTransId="{A74F0405-033C-48AB-9FB7-234A3C77BE49}" sibTransId="{3863B272-CF7A-4361-AD40-BCE8627CD777}"/>
    <dgm:cxn modelId="{220CDA66-F734-4AC3-93C9-52A0C3A2945C}" type="presOf" srcId="{65C5FE77-89B6-4950-BAE5-69CBA93E90EE}" destId="{4693F76A-DEEE-4F1B-A7D6-92370AE955E8}" srcOrd="0" destOrd="0" presId="urn:microsoft.com/office/officeart/2005/8/layout/orgChart1"/>
    <dgm:cxn modelId="{33251B71-F11E-41F2-B977-0D54F8054F4E}" type="presOf" srcId="{65823A71-6133-4D72-984B-A635889099B9}" destId="{AA6CD205-6EF0-461E-A2AC-874ADB5E69CE}" srcOrd="0" destOrd="0" presId="urn:microsoft.com/office/officeart/2005/8/layout/orgChart1"/>
    <dgm:cxn modelId="{4F81D076-0BB6-4AF2-A2B7-AF9B983AA9B1}" type="presOf" srcId="{F087D9B7-DAB9-44EB-8C73-5EAFFB01EE79}" destId="{AD08BD45-76A5-42C1-A962-7E7687A5F805}" srcOrd="0" destOrd="0" presId="urn:microsoft.com/office/officeart/2005/8/layout/orgChart1"/>
    <dgm:cxn modelId="{6C3AF376-B674-4626-AF00-89E6A9913D95}" srcId="{F087D9B7-DAB9-44EB-8C73-5EAFFB01EE79}" destId="{13A53A45-1EEB-4E47-8D10-B2488848DF1B}" srcOrd="1" destOrd="0" parTransId="{65C5FE77-89B6-4950-BAE5-69CBA93E90EE}" sibTransId="{6B243BF3-CA71-43BF-8993-E6367A6F829F}"/>
    <dgm:cxn modelId="{0F558F78-4FE7-49DA-8FE2-044F6723C320}" type="presOf" srcId="{BAE0109D-ED55-449E-81CC-5DDEA6E65C7D}" destId="{96A5C5FC-1560-49CF-A9E2-C20A6F5B96F7}" srcOrd="0" destOrd="0" presId="urn:microsoft.com/office/officeart/2005/8/layout/orgChart1"/>
    <dgm:cxn modelId="{EF2B107E-4CD5-4AC3-BFBA-7240D60C3AEC}" type="presOf" srcId="{7CD7E812-40E4-4BCD-BDAF-65BEDE2EC233}" destId="{1CDD3EA6-D1E8-4ED0-9F43-E1E4A8F6E360}" srcOrd="1" destOrd="0" presId="urn:microsoft.com/office/officeart/2005/8/layout/orgChart1"/>
    <dgm:cxn modelId="{29EA4E7E-4CB0-4667-AD8E-7A9CFDF5B665}" srcId="{1AD214AB-45D2-40D6-A68F-BDF1C5707FBE}" destId="{B27EFF75-88FF-453D-96B0-4712CC50EC11}" srcOrd="1" destOrd="0" parTransId="{9742F025-8006-4432-AA1D-8AF108C80C2D}" sibTransId="{BDEA8D99-4DDC-43AD-A471-53AA79560939}"/>
    <dgm:cxn modelId="{B8668084-B6E9-475D-999F-6D96205A4F3E}" type="presOf" srcId="{65823A71-6133-4D72-984B-A635889099B9}" destId="{066E4EE5-0F77-48EF-A21F-2C2DD957FB13}" srcOrd="1" destOrd="0" presId="urn:microsoft.com/office/officeart/2005/8/layout/orgChart1"/>
    <dgm:cxn modelId="{590C7B8B-39A8-4844-A13F-A3491E54A3C8}" type="presOf" srcId="{A74F0405-033C-48AB-9FB7-234A3C77BE49}" destId="{71607C51-A34C-411B-9FB3-8A406BAC3761}" srcOrd="0" destOrd="0" presId="urn:microsoft.com/office/officeart/2005/8/layout/orgChart1"/>
    <dgm:cxn modelId="{45689890-CF54-41A8-88C2-7FFF6B57A2A3}" type="presOf" srcId="{1958A006-D017-4A2F-8B1C-7A5421BBE33A}" destId="{E6A50A50-B376-4F8C-A1B3-28884AD386CB}" srcOrd="0" destOrd="0" presId="urn:microsoft.com/office/officeart/2005/8/layout/orgChart1"/>
    <dgm:cxn modelId="{8618CF9F-82A1-45A3-B215-AAEBAD19506B}" srcId="{1AD214AB-45D2-40D6-A68F-BDF1C5707FBE}" destId="{65823A71-6133-4D72-984B-A635889099B9}" srcOrd="0" destOrd="0" parTransId="{0C4610F7-467C-485F-B4C3-D4595AC40FA7}" sibTransId="{6394EFDA-FB7A-453C-816B-FCC23CF10669}"/>
    <dgm:cxn modelId="{E6C766AF-975B-436C-9C04-51EC0E4D2EE5}" type="presOf" srcId="{0CA31E27-28FF-4DC0-BACE-8282E3C79FE9}" destId="{16DB5D8E-0AEA-475D-8E09-70A2338DD314}" srcOrd="0" destOrd="0" presId="urn:microsoft.com/office/officeart/2005/8/layout/orgChart1"/>
    <dgm:cxn modelId="{7E133EB2-B78F-46D5-AF1D-5D116C2E2157}" type="presOf" srcId="{B27EFF75-88FF-453D-96B0-4712CC50EC11}" destId="{5AA1B075-5987-49E7-A4FB-5B4DC9B17A71}" srcOrd="0" destOrd="0" presId="urn:microsoft.com/office/officeart/2005/8/layout/orgChart1"/>
    <dgm:cxn modelId="{732290C5-4A16-49DC-8A31-F06F276A958E}" type="presOf" srcId="{1AD214AB-45D2-40D6-A68F-BDF1C5707FBE}" destId="{46134E6B-3E3E-4445-8AB3-AC85D4B6AE51}" srcOrd="0" destOrd="0" presId="urn:microsoft.com/office/officeart/2005/8/layout/orgChart1"/>
    <dgm:cxn modelId="{858E5BD2-F04E-488C-8795-ABC0CCD12023}" type="presOf" srcId="{8583AA53-F265-4496-83B8-2B7A0FFE61F1}" destId="{551BDB5C-8F9D-4E5E-A94A-EF57EF266737}" srcOrd="1" destOrd="0" presId="urn:microsoft.com/office/officeart/2005/8/layout/orgChart1"/>
    <dgm:cxn modelId="{7E2330DB-A2C8-4AE1-A3AF-CB278D43A6CB}" srcId="{1958A006-D017-4A2F-8B1C-7A5421BBE33A}" destId="{1AD214AB-45D2-40D6-A68F-BDF1C5707FBE}" srcOrd="0" destOrd="0" parTransId="{0CA31E27-28FF-4DC0-BACE-8282E3C79FE9}" sibTransId="{343134BD-BD7B-4CE8-85B1-3504E1BA7FB1}"/>
    <dgm:cxn modelId="{E5497FE8-CCCC-456B-BC0D-756A95B89189}" srcId="{C3CECC1A-6AF5-469D-AF92-33999A4C6F4D}" destId="{F087D9B7-DAB9-44EB-8C73-5EAFFB01EE79}" srcOrd="0" destOrd="0" parTransId="{C5116349-B20A-46B7-85B1-34631D8A874E}" sibTransId="{B92D5961-D436-41BC-BF30-947A43913C4F}"/>
    <dgm:cxn modelId="{3D304BEA-311F-4C21-8CEA-A32AE84BBF23}" type="presOf" srcId="{1958A006-D017-4A2F-8B1C-7A5421BBE33A}" destId="{BCA4B7BD-87D4-43B2-A6AE-F370370610BE}" srcOrd="1" destOrd="0" presId="urn:microsoft.com/office/officeart/2005/8/layout/orgChart1"/>
    <dgm:cxn modelId="{FFFD04F5-2C07-4000-B10F-E7389C2850CF}" type="presOf" srcId="{C5116349-B20A-46B7-85B1-34631D8A874E}" destId="{D48C1092-C1C6-4EB0-A2CC-71C9341581BA}" srcOrd="0" destOrd="0" presId="urn:microsoft.com/office/officeart/2005/8/layout/orgChart1"/>
    <dgm:cxn modelId="{6425D5FC-75EA-480C-B670-ED278EA613D8}" type="presOf" srcId="{EBF9F617-3658-49AF-89BF-7D1CA5CFA6AF}" destId="{40967FAA-BE2C-413B-B398-3798FD5678F6}" srcOrd="0" destOrd="0" presId="urn:microsoft.com/office/officeart/2005/8/layout/orgChart1"/>
    <dgm:cxn modelId="{18BB89FE-2FF5-4CF4-B71D-29333020D27A}" type="presOf" srcId="{C3CECC1A-6AF5-469D-AF92-33999A4C6F4D}" destId="{E978E181-C498-447B-AA31-5A074912BFED}" srcOrd="1" destOrd="0" presId="urn:microsoft.com/office/officeart/2005/8/layout/orgChart1"/>
    <dgm:cxn modelId="{A3D02767-CB0C-404F-9B4A-4BF4B56A2EA7}" type="presParOf" srcId="{66566C0E-E4BB-4A7C-92B1-4F9DAA1A02BC}" destId="{D81C1FC0-3D62-4FBA-ABAC-B22B3B2AF1D5}" srcOrd="0" destOrd="0" presId="urn:microsoft.com/office/officeart/2005/8/layout/orgChart1"/>
    <dgm:cxn modelId="{8FE95F23-40B7-4CBF-80E6-7FE999D6BDDF}" type="presParOf" srcId="{D81C1FC0-3D62-4FBA-ABAC-B22B3B2AF1D5}" destId="{E399ADAB-97F0-40DD-8084-360AF8617DF2}" srcOrd="0" destOrd="0" presId="urn:microsoft.com/office/officeart/2005/8/layout/orgChart1"/>
    <dgm:cxn modelId="{EDFBA140-33B0-4BB1-B127-667892DCBC47}" type="presParOf" srcId="{E399ADAB-97F0-40DD-8084-360AF8617DF2}" destId="{362C4916-CDFF-4889-82EC-064F8F99ABDF}" srcOrd="0" destOrd="0" presId="urn:microsoft.com/office/officeart/2005/8/layout/orgChart1"/>
    <dgm:cxn modelId="{A27D0C59-1E5D-4D44-969C-E9B57431722B}" type="presParOf" srcId="{E399ADAB-97F0-40DD-8084-360AF8617DF2}" destId="{1CDD3EA6-D1E8-4ED0-9F43-E1E4A8F6E360}" srcOrd="1" destOrd="0" presId="urn:microsoft.com/office/officeart/2005/8/layout/orgChart1"/>
    <dgm:cxn modelId="{C2817925-6727-4616-8FF5-521385206C29}" type="presParOf" srcId="{D81C1FC0-3D62-4FBA-ABAC-B22B3B2AF1D5}" destId="{4BB5FB75-3DDD-4F9B-A987-6BB89D8654DB}" srcOrd="1" destOrd="0" presId="urn:microsoft.com/office/officeart/2005/8/layout/orgChart1"/>
    <dgm:cxn modelId="{540BB48D-E7BA-4CCC-A51F-3E185DF3EFFD}" type="presParOf" srcId="{4BB5FB75-3DDD-4F9B-A987-6BB89D8654DB}" destId="{C5FBA673-E54B-4727-B812-9780CE79FD57}" srcOrd="0" destOrd="0" presId="urn:microsoft.com/office/officeart/2005/8/layout/orgChart1"/>
    <dgm:cxn modelId="{B83F51A6-C158-42AE-A309-9D063CEA3B6A}" type="presParOf" srcId="{4BB5FB75-3DDD-4F9B-A987-6BB89D8654DB}" destId="{449EE585-029E-4D51-9B14-1A6630352374}" srcOrd="1" destOrd="0" presId="urn:microsoft.com/office/officeart/2005/8/layout/orgChart1"/>
    <dgm:cxn modelId="{D8ABEDF3-3800-4B18-8A84-F11AE28F19FB}" type="presParOf" srcId="{449EE585-029E-4D51-9B14-1A6630352374}" destId="{F554BE17-6840-4053-B312-DBDEF48F6F27}" srcOrd="0" destOrd="0" presId="urn:microsoft.com/office/officeart/2005/8/layout/orgChart1"/>
    <dgm:cxn modelId="{CA73044A-DCE2-4B8E-8638-A691C7CA1F9C}" type="presParOf" srcId="{F554BE17-6840-4053-B312-DBDEF48F6F27}" destId="{0848D20A-FF2F-4F43-B780-5F551499F06C}" srcOrd="0" destOrd="0" presId="urn:microsoft.com/office/officeart/2005/8/layout/orgChart1"/>
    <dgm:cxn modelId="{7F2A875B-3500-487A-A758-206271DB7240}" type="presParOf" srcId="{F554BE17-6840-4053-B312-DBDEF48F6F27}" destId="{E978E181-C498-447B-AA31-5A074912BFED}" srcOrd="1" destOrd="0" presId="urn:microsoft.com/office/officeart/2005/8/layout/orgChart1"/>
    <dgm:cxn modelId="{6F16FBD3-15B4-461F-832F-A9DBB665CCD5}" type="presParOf" srcId="{449EE585-029E-4D51-9B14-1A6630352374}" destId="{864E64B4-C2DD-446F-9698-903A77064EC9}" srcOrd="1" destOrd="0" presId="urn:microsoft.com/office/officeart/2005/8/layout/orgChart1"/>
    <dgm:cxn modelId="{8C3D452A-68B8-4C82-AF3D-37CDDAB9078D}" type="presParOf" srcId="{864E64B4-C2DD-446F-9698-903A77064EC9}" destId="{D48C1092-C1C6-4EB0-A2CC-71C9341581BA}" srcOrd="0" destOrd="0" presId="urn:microsoft.com/office/officeart/2005/8/layout/orgChart1"/>
    <dgm:cxn modelId="{CDFBA4AE-584D-4A23-8CC2-A9AED4EE6861}" type="presParOf" srcId="{864E64B4-C2DD-446F-9698-903A77064EC9}" destId="{8D079518-230A-47E9-93FD-D56C9BEF7CDA}" srcOrd="1" destOrd="0" presId="urn:microsoft.com/office/officeart/2005/8/layout/orgChart1"/>
    <dgm:cxn modelId="{DFB2B3D2-A6C9-425D-BFDB-93E890E28DA9}" type="presParOf" srcId="{8D079518-230A-47E9-93FD-D56C9BEF7CDA}" destId="{650B3E50-5952-4BF7-AC44-E8B5B791DA3A}" srcOrd="0" destOrd="0" presId="urn:microsoft.com/office/officeart/2005/8/layout/orgChart1"/>
    <dgm:cxn modelId="{549D4CD3-2843-4CCD-BD37-ABEA33D37F02}" type="presParOf" srcId="{650B3E50-5952-4BF7-AC44-E8B5B791DA3A}" destId="{AD08BD45-76A5-42C1-A962-7E7687A5F805}" srcOrd="0" destOrd="0" presId="urn:microsoft.com/office/officeart/2005/8/layout/orgChart1"/>
    <dgm:cxn modelId="{0935E37C-4D41-4622-9C45-26E98FA2E2E8}" type="presParOf" srcId="{650B3E50-5952-4BF7-AC44-E8B5B791DA3A}" destId="{C5570318-43AC-422B-A259-0717DA625A45}" srcOrd="1" destOrd="0" presId="urn:microsoft.com/office/officeart/2005/8/layout/orgChart1"/>
    <dgm:cxn modelId="{A0E83D8E-0404-4985-AD4D-4211038BB97A}" type="presParOf" srcId="{8D079518-230A-47E9-93FD-D56C9BEF7CDA}" destId="{C0CF100F-B255-46EE-B1CF-990F80366B77}" srcOrd="1" destOrd="0" presId="urn:microsoft.com/office/officeart/2005/8/layout/orgChart1"/>
    <dgm:cxn modelId="{471946F5-B64A-417E-8C3D-1CEBB7D435DC}" type="presParOf" srcId="{C0CF100F-B255-46EE-B1CF-990F80366B77}" destId="{40967FAA-BE2C-413B-B398-3798FD5678F6}" srcOrd="0" destOrd="0" presId="urn:microsoft.com/office/officeart/2005/8/layout/orgChart1"/>
    <dgm:cxn modelId="{801BDA2C-862F-48B3-86BE-D3CB99512CF8}" type="presParOf" srcId="{C0CF100F-B255-46EE-B1CF-990F80366B77}" destId="{9C6B8B9E-5579-4125-91BA-D5F3B92FD0ED}" srcOrd="1" destOrd="0" presId="urn:microsoft.com/office/officeart/2005/8/layout/orgChart1"/>
    <dgm:cxn modelId="{114BB984-38F2-4697-8AA4-DA9304C8953B}" type="presParOf" srcId="{9C6B8B9E-5579-4125-91BA-D5F3B92FD0ED}" destId="{C644BA39-A199-4E21-B0B3-0FC777E9E859}" srcOrd="0" destOrd="0" presId="urn:microsoft.com/office/officeart/2005/8/layout/orgChart1"/>
    <dgm:cxn modelId="{E223FD3A-DF19-4927-A833-46F11B3FB3B6}" type="presParOf" srcId="{C644BA39-A199-4E21-B0B3-0FC777E9E859}" destId="{32610E31-9F3D-4243-A69A-28345097F84B}" srcOrd="0" destOrd="0" presId="urn:microsoft.com/office/officeart/2005/8/layout/orgChart1"/>
    <dgm:cxn modelId="{F886901E-5CB8-4AC8-987D-B42742140E52}" type="presParOf" srcId="{C644BA39-A199-4E21-B0B3-0FC777E9E859}" destId="{551BDB5C-8F9D-4E5E-A94A-EF57EF266737}" srcOrd="1" destOrd="0" presId="urn:microsoft.com/office/officeart/2005/8/layout/orgChart1"/>
    <dgm:cxn modelId="{16CA8B05-634D-4154-B8E2-7DA53A40445C}" type="presParOf" srcId="{9C6B8B9E-5579-4125-91BA-D5F3B92FD0ED}" destId="{B6A72D4E-042E-4D0E-89A3-24ABF31A3EC0}" srcOrd="1" destOrd="0" presId="urn:microsoft.com/office/officeart/2005/8/layout/orgChart1"/>
    <dgm:cxn modelId="{E6A0744E-A863-4572-B2DF-882B05369A6D}" type="presParOf" srcId="{9C6B8B9E-5579-4125-91BA-D5F3B92FD0ED}" destId="{5F672FC7-DD53-4C59-88FF-B6900036DB8A}" srcOrd="2" destOrd="0" presId="urn:microsoft.com/office/officeart/2005/8/layout/orgChart1"/>
    <dgm:cxn modelId="{BA641F17-2210-4875-A265-C23102D5E2F8}" type="presParOf" srcId="{C0CF100F-B255-46EE-B1CF-990F80366B77}" destId="{4693F76A-DEEE-4F1B-A7D6-92370AE955E8}" srcOrd="2" destOrd="0" presId="urn:microsoft.com/office/officeart/2005/8/layout/orgChart1"/>
    <dgm:cxn modelId="{3320559D-150F-4C55-8E96-582DBB58C0A7}" type="presParOf" srcId="{C0CF100F-B255-46EE-B1CF-990F80366B77}" destId="{DB0B3381-D9B0-41DE-ABC1-8675C04D1C9B}" srcOrd="3" destOrd="0" presId="urn:microsoft.com/office/officeart/2005/8/layout/orgChart1"/>
    <dgm:cxn modelId="{8E591AB6-6413-40F5-8660-CE7670C635BD}" type="presParOf" srcId="{DB0B3381-D9B0-41DE-ABC1-8675C04D1C9B}" destId="{BB13F3AE-3893-4CFF-9C34-B099C20B5D71}" srcOrd="0" destOrd="0" presId="urn:microsoft.com/office/officeart/2005/8/layout/orgChart1"/>
    <dgm:cxn modelId="{41216275-5A93-4105-BA83-B75673D3E18B}" type="presParOf" srcId="{BB13F3AE-3893-4CFF-9C34-B099C20B5D71}" destId="{D5FFD2A8-4739-4758-BC20-EF3448D3B468}" srcOrd="0" destOrd="0" presId="urn:microsoft.com/office/officeart/2005/8/layout/orgChart1"/>
    <dgm:cxn modelId="{AB87AA83-8A88-4D38-BFE5-061531CE3094}" type="presParOf" srcId="{BB13F3AE-3893-4CFF-9C34-B099C20B5D71}" destId="{1B3F3AF7-6F8A-4581-8F9B-0222009812ED}" srcOrd="1" destOrd="0" presId="urn:microsoft.com/office/officeart/2005/8/layout/orgChart1"/>
    <dgm:cxn modelId="{AB815A03-0AB1-43BC-9ACC-DAE3022B6CD1}" type="presParOf" srcId="{DB0B3381-D9B0-41DE-ABC1-8675C04D1C9B}" destId="{EC7F965A-31A7-4B5F-BB25-9C247B9D1473}" srcOrd="1" destOrd="0" presId="urn:microsoft.com/office/officeart/2005/8/layout/orgChart1"/>
    <dgm:cxn modelId="{7D7DCB7F-4839-4E7B-A436-676B77F31388}" type="presParOf" srcId="{DB0B3381-D9B0-41DE-ABC1-8675C04D1C9B}" destId="{150439AE-B9FA-4A69-AB9C-D13A4609E0EC}" srcOrd="2" destOrd="0" presId="urn:microsoft.com/office/officeart/2005/8/layout/orgChart1"/>
    <dgm:cxn modelId="{2DACC7A0-6F94-46AF-8F62-B23599FB8352}" type="presParOf" srcId="{8D079518-230A-47E9-93FD-D56C9BEF7CDA}" destId="{5377FBBB-ED31-4357-8BB1-FD6506F4A532}" srcOrd="2" destOrd="0" presId="urn:microsoft.com/office/officeart/2005/8/layout/orgChart1"/>
    <dgm:cxn modelId="{9F2FA12F-4372-4494-B8FF-607C70421266}" type="presParOf" srcId="{449EE585-029E-4D51-9B14-1A6630352374}" destId="{9AF3ADC3-7EF3-4AA3-8A9D-DD851CEF7C12}" srcOrd="2" destOrd="0" presId="urn:microsoft.com/office/officeart/2005/8/layout/orgChart1"/>
    <dgm:cxn modelId="{1590D622-D04E-4408-8BEF-E55AA0590C88}" type="presParOf" srcId="{4BB5FB75-3DDD-4F9B-A987-6BB89D8654DB}" destId="{89115559-13E1-4303-9799-3F5601C0DCCA}" srcOrd="2" destOrd="0" presId="urn:microsoft.com/office/officeart/2005/8/layout/orgChart1"/>
    <dgm:cxn modelId="{87DA69F5-89AE-4DA0-BE58-3F5FCCB36AA6}" type="presParOf" srcId="{4BB5FB75-3DDD-4F9B-A987-6BB89D8654DB}" destId="{8298E101-AA2D-4B8A-A8AD-C6806C0B7941}" srcOrd="3" destOrd="0" presId="urn:microsoft.com/office/officeart/2005/8/layout/orgChart1"/>
    <dgm:cxn modelId="{1196A45B-4D64-405B-817E-C5FBAA77424B}" type="presParOf" srcId="{8298E101-AA2D-4B8A-A8AD-C6806C0B7941}" destId="{1EA13BF5-9C20-4624-AE7B-22817AD731B7}" srcOrd="0" destOrd="0" presId="urn:microsoft.com/office/officeart/2005/8/layout/orgChart1"/>
    <dgm:cxn modelId="{3F693209-C771-4379-BFDF-F8AB201FBBC2}" type="presParOf" srcId="{1EA13BF5-9C20-4624-AE7B-22817AD731B7}" destId="{E6A50A50-B376-4F8C-A1B3-28884AD386CB}" srcOrd="0" destOrd="0" presId="urn:microsoft.com/office/officeart/2005/8/layout/orgChart1"/>
    <dgm:cxn modelId="{34F359BB-3DDE-462F-AAEE-684B83E2DA1A}" type="presParOf" srcId="{1EA13BF5-9C20-4624-AE7B-22817AD731B7}" destId="{BCA4B7BD-87D4-43B2-A6AE-F370370610BE}" srcOrd="1" destOrd="0" presId="urn:microsoft.com/office/officeart/2005/8/layout/orgChart1"/>
    <dgm:cxn modelId="{65103A61-B1BD-48FD-BFC0-289C51E2436B}" type="presParOf" srcId="{8298E101-AA2D-4B8A-A8AD-C6806C0B7941}" destId="{8A1E157E-77A5-4EB0-80FA-89CB9C2380D3}" srcOrd="1" destOrd="0" presId="urn:microsoft.com/office/officeart/2005/8/layout/orgChart1"/>
    <dgm:cxn modelId="{5AF63784-D2CC-4546-A0F4-5318A66E21CF}" type="presParOf" srcId="{8A1E157E-77A5-4EB0-80FA-89CB9C2380D3}" destId="{16DB5D8E-0AEA-475D-8E09-70A2338DD314}" srcOrd="0" destOrd="0" presId="urn:microsoft.com/office/officeart/2005/8/layout/orgChart1"/>
    <dgm:cxn modelId="{A5951583-9561-40B5-BB34-B9A2C74E1D2A}" type="presParOf" srcId="{8A1E157E-77A5-4EB0-80FA-89CB9C2380D3}" destId="{1EAFC617-9A9D-4280-A80B-578A0D57F815}" srcOrd="1" destOrd="0" presId="urn:microsoft.com/office/officeart/2005/8/layout/orgChart1"/>
    <dgm:cxn modelId="{FDEB8FFF-E6E8-4FF1-A250-70E878AE5D9D}" type="presParOf" srcId="{1EAFC617-9A9D-4280-A80B-578A0D57F815}" destId="{23496F10-2535-4B2B-A0C7-A2F7A5BB30F6}" srcOrd="0" destOrd="0" presId="urn:microsoft.com/office/officeart/2005/8/layout/orgChart1"/>
    <dgm:cxn modelId="{9FF94AC1-D04D-4D89-936F-8D3BDE6D0D37}" type="presParOf" srcId="{23496F10-2535-4B2B-A0C7-A2F7A5BB30F6}" destId="{46134E6B-3E3E-4445-8AB3-AC85D4B6AE51}" srcOrd="0" destOrd="0" presId="urn:microsoft.com/office/officeart/2005/8/layout/orgChart1"/>
    <dgm:cxn modelId="{829E0313-4939-4B1E-90B3-AA7A0B1C18E6}" type="presParOf" srcId="{23496F10-2535-4B2B-A0C7-A2F7A5BB30F6}" destId="{160EE44E-4FF2-4448-90AF-B3AD5FF52533}" srcOrd="1" destOrd="0" presId="urn:microsoft.com/office/officeart/2005/8/layout/orgChart1"/>
    <dgm:cxn modelId="{E7479B40-EA8E-417B-97D4-25F939A058F8}" type="presParOf" srcId="{1EAFC617-9A9D-4280-A80B-578A0D57F815}" destId="{3AD1BE42-5049-434D-848B-5A37E0329DD6}" srcOrd="1" destOrd="0" presId="urn:microsoft.com/office/officeart/2005/8/layout/orgChart1"/>
    <dgm:cxn modelId="{33C66816-8D64-4083-BCDC-5251F0682FAE}" type="presParOf" srcId="{3AD1BE42-5049-434D-848B-5A37E0329DD6}" destId="{0A730C6B-661E-4E15-A7B8-67EFE72EF088}" srcOrd="0" destOrd="0" presId="urn:microsoft.com/office/officeart/2005/8/layout/orgChart1"/>
    <dgm:cxn modelId="{7D4BFB9A-F7BC-426F-BF93-7EE1127A0D4C}" type="presParOf" srcId="{3AD1BE42-5049-434D-848B-5A37E0329DD6}" destId="{85DDC94F-F266-4EBC-A6A4-F7A79818546F}" srcOrd="1" destOrd="0" presId="urn:microsoft.com/office/officeart/2005/8/layout/orgChart1"/>
    <dgm:cxn modelId="{4032FA7F-E870-4EC9-A739-E3A9BD316048}" type="presParOf" srcId="{85DDC94F-F266-4EBC-A6A4-F7A79818546F}" destId="{D23B377A-5184-4799-8E3B-7D3F92CF45FA}" srcOrd="0" destOrd="0" presId="urn:microsoft.com/office/officeart/2005/8/layout/orgChart1"/>
    <dgm:cxn modelId="{53D19892-E6BC-41B2-A08A-02580848B58B}" type="presParOf" srcId="{D23B377A-5184-4799-8E3B-7D3F92CF45FA}" destId="{AA6CD205-6EF0-461E-A2AC-874ADB5E69CE}" srcOrd="0" destOrd="0" presId="urn:microsoft.com/office/officeart/2005/8/layout/orgChart1"/>
    <dgm:cxn modelId="{23750944-A35B-4E3E-A868-835905614D73}" type="presParOf" srcId="{D23B377A-5184-4799-8E3B-7D3F92CF45FA}" destId="{066E4EE5-0F77-48EF-A21F-2C2DD957FB13}" srcOrd="1" destOrd="0" presId="urn:microsoft.com/office/officeart/2005/8/layout/orgChart1"/>
    <dgm:cxn modelId="{8BCEB903-1F18-40EA-8E5B-3D83F6408DB9}" type="presParOf" srcId="{85DDC94F-F266-4EBC-A6A4-F7A79818546F}" destId="{E4130553-74F9-462F-8FD3-66ADB173194B}" srcOrd="1" destOrd="0" presId="urn:microsoft.com/office/officeart/2005/8/layout/orgChart1"/>
    <dgm:cxn modelId="{0E361A14-8339-4F1B-925F-256414423A96}" type="presParOf" srcId="{85DDC94F-F266-4EBC-A6A4-F7A79818546F}" destId="{99ED98F6-4ECB-4B6F-B700-4A3A2BCDE790}" srcOrd="2" destOrd="0" presId="urn:microsoft.com/office/officeart/2005/8/layout/orgChart1"/>
    <dgm:cxn modelId="{F6100FE8-AD86-4ACB-BB50-B2FF6144F701}" type="presParOf" srcId="{3AD1BE42-5049-434D-848B-5A37E0329DD6}" destId="{F88578B7-1E37-4188-95E0-12935B8353CD}" srcOrd="2" destOrd="0" presId="urn:microsoft.com/office/officeart/2005/8/layout/orgChart1"/>
    <dgm:cxn modelId="{BA50A88F-074D-4B97-A256-ECA02815459A}" type="presParOf" srcId="{3AD1BE42-5049-434D-848B-5A37E0329DD6}" destId="{45F0C76F-3476-41BF-9C8D-22DCB462EECE}" srcOrd="3" destOrd="0" presId="urn:microsoft.com/office/officeart/2005/8/layout/orgChart1"/>
    <dgm:cxn modelId="{0431B39E-CE26-452E-99AF-0093794E049F}" type="presParOf" srcId="{45F0C76F-3476-41BF-9C8D-22DCB462EECE}" destId="{21C8EA41-85F8-4EC2-A970-416D61ECEFE7}" srcOrd="0" destOrd="0" presId="urn:microsoft.com/office/officeart/2005/8/layout/orgChart1"/>
    <dgm:cxn modelId="{F03BF7DD-25C1-4BE5-ABF9-5E2AD9E3F3BC}" type="presParOf" srcId="{21C8EA41-85F8-4EC2-A970-416D61ECEFE7}" destId="{5AA1B075-5987-49E7-A4FB-5B4DC9B17A71}" srcOrd="0" destOrd="0" presId="urn:microsoft.com/office/officeart/2005/8/layout/orgChart1"/>
    <dgm:cxn modelId="{EC73FBF6-0120-439E-AA56-27C275854EF6}" type="presParOf" srcId="{21C8EA41-85F8-4EC2-A970-416D61ECEFE7}" destId="{596F187E-454E-440D-ABB5-8D06C7913F98}" srcOrd="1" destOrd="0" presId="urn:microsoft.com/office/officeart/2005/8/layout/orgChart1"/>
    <dgm:cxn modelId="{210B0A8A-0065-4712-815A-3AE7152ECE43}" type="presParOf" srcId="{45F0C76F-3476-41BF-9C8D-22DCB462EECE}" destId="{E1EBFDEF-128E-4B3C-BDF6-A98B913A54BD}" srcOrd="1" destOrd="0" presId="urn:microsoft.com/office/officeart/2005/8/layout/orgChart1"/>
    <dgm:cxn modelId="{317166B8-BF5B-4163-88EA-503E594EF390}" type="presParOf" srcId="{45F0C76F-3476-41BF-9C8D-22DCB462EECE}" destId="{44FAD494-4593-4DD9-805C-AA24B8A86431}" srcOrd="2" destOrd="0" presId="urn:microsoft.com/office/officeart/2005/8/layout/orgChart1"/>
    <dgm:cxn modelId="{99D83D5E-657B-48B1-8184-EA949A11DD35}" type="presParOf" srcId="{1EAFC617-9A9D-4280-A80B-578A0D57F815}" destId="{30E3A59C-4C77-4DF7-A491-D9D16E793590}" srcOrd="2" destOrd="0" presId="urn:microsoft.com/office/officeart/2005/8/layout/orgChart1"/>
    <dgm:cxn modelId="{E479145B-8455-4929-8EAF-6EE35FDD8A10}" type="presParOf" srcId="{8A1E157E-77A5-4EB0-80FA-89CB9C2380D3}" destId="{71607C51-A34C-411B-9FB3-8A406BAC3761}" srcOrd="2" destOrd="0" presId="urn:microsoft.com/office/officeart/2005/8/layout/orgChart1"/>
    <dgm:cxn modelId="{5C47A29F-3D3C-4FCA-AAA6-3DF49F91285A}" type="presParOf" srcId="{8A1E157E-77A5-4EB0-80FA-89CB9C2380D3}" destId="{EBB1AFE2-100C-4A51-88B2-59F6DFE8E471}" srcOrd="3" destOrd="0" presId="urn:microsoft.com/office/officeart/2005/8/layout/orgChart1"/>
    <dgm:cxn modelId="{464F9446-7028-4BF6-A608-95357042A5D1}" type="presParOf" srcId="{EBB1AFE2-100C-4A51-88B2-59F6DFE8E471}" destId="{6CAB199F-3901-4AB3-BD44-BD30550009F6}" srcOrd="0" destOrd="0" presId="urn:microsoft.com/office/officeart/2005/8/layout/orgChart1"/>
    <dgm:cxn modelId="{39844038-D9F5-4C29-90E8-F14DA62D5B5F}" type="presParOf" srcId="{6CAB199F-3901-4AB3-BD44-BD30550009F6}" destId="{96A5C5FC-1560-49CF-A9E2-C20A6F5B96F7}" srcOrd="0" destOrd="0" presId="urn:microsoft.com/office/officeart/2005/8/layout/orgChart1"/>
    <dgm:cxn modelId="{66F054DB-CE34-4938-93A6-6AF31CAF98F3}" type="presParOf" srcId="{6CAB199F-3901-4AB3-BD44-BD30550009F6}" destId="{7CA16C43-9F71-471E-A582-21DDD0FF53A2}" srcOrd="1" destOrd="0" presId="urn:microsoft.com/office/officeart/2005/8/layout/orgChart1"/>
    <dgm:cxn modelId="{2EBF650B-FD85-43B1-B82F-8A00C967E4F1}" type="presParOf" srcId="{EBB1AFE2-100C-4A51-88B2-59F6DFE8E471}" destId="{8EAC8B57-C3AA-4987-B5A7-24F29F01EC1D}" srcOrd="1" destOrd="0" presId="urn:microsoft.com/office/officeart/2005/8/layout/orgChart1"/>
    <dgm:cxn modelId="{312ADF03-9C92-4193-994A-FFD2D0C09584}" type="presParOf" srcId="{EBB1AFE2-100C-4A51-88B2-59F6DFE8E471}" destId="{DF523BE4-9406-44A2-B890-CC50DF746017}" srcOrd="2" destOrd="0" presId="urn:microsoft.com/office/officeart/2005/8/layout/orgChart1"/>
    <dgm:cxn modelId="{034280AB-EB9F-4189-AE33-C7974D5E40EC}" type="presParOf" srcId="{8298E101-AA2D-4B8A-A8AD-C6806C0B7941}" destId="{12EB3367-4DD7-4CAC-917C-32D5AEA84DE3}" srcOrd="2" destOrd="0" presId="urn:microsoft.com/office/officeart/2005/8/layout/orgChart1"/>
    <dgm:cxn modelId="{31692529-0F14-4D2E-B4AE-3028BD21F778}" type="presParOf" srcId="{D81C1FC0-3D62-4FBA-ABAC-B22B3B2AF1D5}" destId="{ED377A56-2E32-4122-BA25-70BA6905396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B3311C-60D6-F34F-83D5-B6A68A37D907}" type="doc">
      <dgm:prSet loTypeId="urn:microsoft.com/office/officeart/2009/3/layout/HorizontalOrganizationChart" loCatId="" qsTypeId="urn:microsoft.com/office/officeart/2005/8/quickstyle/3D2" qsCatId="3D" csTypeId="urn:microsoft.com/office/officeart/2005/8/colors/colorful5" csCatId="colorful" phldr="1"/>
      <dgm:spPr/>
      <dgm:t>
        <a:bodyPr/>
        <a:lstStyle/>
        <a:p>
          <a:endParaRPr lang="en-US"/>
        </a:p>
      </dgm:t>
    </dgm:pt>
    <dgm:pt modelId="{5E80C5A5-A8C1-944A-A984-798FABE0AEB9}">
      <dgm:prSet phldrT="[Text]" custT="1"/>
      <dgm:spPr/>
      <dgm:t>
        <a:bodyPr/>
        <a:lstStyle/>
        <a:p>
          <a:r>
            <a:rPr lang="tr-TR" sz="2400" dirty="0"/>
            <a:t>Araştırma Sorusuna Göre</a:t>
          </a:r>
          <a:endParaRPr lang="en-US" sz="2400" dirty="0"/>
        </a:p>
      </dgm:t>
    </dgm:pt>
    <dgm:pt modelId="{47788F45-ABE4-504C-B2E9-173D3F0C65CF}" type="parTrans" cxnId="{85E33FAA-BF34-8541-B7EB-E8130D3CEDAC}">
      <dgm:prSet/>
      <dgm:spPr/>
      <dgm:t>
        <a:bodyPr/>
        <a:lstStyle/>
        <a:p>
          <a:endParaRPr lang="en-US" sz="1400"/>
        </a:p>
      </dgm:t>
    </dgm:pt>
    <dgm:pt modelId="{25816159-B9DC-9646-8C2C-2A4D202E572A}" type="sibTrans" cxnId="{85E33FAA-BF34-8541-B7EB-E8130D3CEDAC}">
      <dgm:prSet/>
      <dgm:spPr/>
      <dgm:t>
        <a:bodyPr/>
        <a:lstStyle/>
        <a:p>
          <a:endParaRPr lang="en-US" sz="1400"/>
        </a:p>
      </dgm:t>
    </dgm:pt>
    <dgm:pt modelId="{F6F28794-312A-E143-A84C-6885BF03B025}">
      <dgm:prSet phldrT="[Text]" custT="1"/>
      <dgm:spPr/>
      <dgm:t>
        <a:bodyPr/>
        <a:lstStyle/>
        <a:p>
          <a:r>
            <a:rPr lang="en-US" sz="2400" dirty="0" err="1"/>
            <a:t>Bağımlı</a:t>
          </a:r>
          <a:r>
            <a:rPr lang="en-US" sz="2400" dirty="0"/>
            <a:t> </a:t>
          </a:r>
          <a:br>
            <a:rPr lang="en-US" sz="2400" dirty="0"/>
          </a:br>
          <a:r>
            <a:rPr lang="en-US" sz="2400" dirty="0"/>
            <a:t>(</a:t>
          </a:r>
          <a:r>
            <a:rPr lang="en-US" sz="2400" dirty="0" err="1"/>
            <a:t>Çıktı</a:t>
          </a:r>
          <a:r>
            <a:rPr lang="en-US" sz="2400" dirty="0"/>
            <a:t>, </a:t>
          </a:r>
          <a:r>
            <a:rPr lang="en-US" sz="2400" dirty="0" err="1"/>
            <a:t>Sonuç</a:t>
          </a:r>
          <a:r>
            <a:rPr lang="en-US" sz="2400" dirty="0"/>
            <a:t>)</a:t>
          </a:r>
        </a:p>
      </dgm:t>
    </dgm:pt>
    <dgm:pt modelId="{3B62F5C1-2720-8A43-888E-52B988D42DBB}" type="parTrans" cxnId="{421F9A40-8705-5F4B-BEC3-5272BC35C3F7}">
      <dgm:prSet/>
      <dgm:spPr/>
      <dgm:t>
        <a:bodyPr/>
        <a:lstStyle/>
        <a:p>
          <a:endParaRPr lang="en-US" sz="1400"/>
        </a:p>
      </dgm:t>
    </dgm:pt>
    <dgm:pt modelId="{48BA9ED4-EAEC-C44C-910D-0F9327F7ED26}" type="sibTrans" cxnId="{421F9A40-8705-5F4B-BEC3-5272BC35C3F7}">
      <dgm:prSet/>
      <dgm:spPr/>
      <dgm:t>
        <a:bodyPr/>
        <a:lstStyle/>
        <a:p>
          <a:endParaRPr lang="en-US" sz="1400"/>
        </a:p>
      </dgm:t>
    </dgm:pt>
    <dgm:pt modelId="{7CEE2A1A-6D51-8F4F-987F-CC47130B6621}">
      <dgm:prSet phldrT="[Text]" custT="1"/>
      <dgm:spPr/>
      <dgm:t>
        <a:bodyPr/>
        <a:lstStyle/>
        <a:p>
          <a:r>
            <a:rPr lang="en-US" sz="2400" dirty="0" err="1"/>
            <a:t>Bağımsız</a:t>
          </a:r>
          <a:r>
            <a:rPr lang="en-US" sz="2400" dirty="0"/>
            <a:t> (</a:t>
          </a:r>
          <a:r>
            <a:rPr lang="en-US" sz="2400" dirty="0" err="1"/>
            <a:t>Tahmin</a:t>
          </a:r>
          <a:r>
            <a:rPr lang="en-US" sz="2400" dirty="0"/>
            <a:t> </a:t>
          </a:r>
          <a:r>
            <a:rPr lang="en-US" sz="2400" dirty="0" err="1"/>
            <a:t>Edici</a:t>
          </a:r>
          <a:r>
            <a:rPr lang="en-US" sz="2400" dirty="0"/>
            <a:t>)</a:t>
          </a:r>
        </a:p>
      </dgm:t>
    </dgm:pt>
    <dgm:pt modelId="{1E9E5EDF-ED03-184E-BD2A-91C33911F110}" type="parTrans" cxnId="{AD1A5BA0-2FA1-EB45-BAB0-253479E9B720}">
      <dgm:prSet/>
      <dgm:spPr/>
      <dgm:t>
        <a:bodyPr/>
        <a:lstStyle/>
        <a:p>
          <a:endParaRPr lang="en-US" sz="1400"/>
        </a:p>
      </dgm:t>
    </dgm:pt>
    <dgm:pt modelId="{340F7E04-F1CC-D04B-AD7D-14E3B643B055}" type="sibTrans" cxnId="{AD1A5BA0-2FA1-EB45-BAB0-253479E9B720}">
      <dgm:prSet/>
      <dgm:spPr/>
      <dgm:t>
        <a:bodyPr/>
        <a:lstStyle/>
        <a:p>
          <a:endParaRPr lang="en-US" sz="1400"/>
        </a:p>
      </dgm:t>
    </dgm:pt>
    <dgm:pt modelId="{90A92675-8C72-8C44-B22E-2B6265F2BFBD}">
      <dgm:prSet phldrT="[Text]" custT="1"/>
      <dgm:spPr/>
      <dgm:t>
        <a:bodyPr/>
        <a:lstStyle/>
        <a:p>
          <a:r>
            <a:rPr lang="tr-TR" sz="2400" dirty="0"/>
            <a:t>Düzenleyici</a:t>
          </a:r>
          <a:r>
            <a:rPr lang="tr-TR" sz="2400" baseline="0" dirty="0"/>
            <a:t> (</a:t>
          </a:r>
          <a:r>
            <a:rPr lang="tr-TR" sz="2400" baseline="0" dirty="0" err="1"/>
            <a:t>Moderator</a:t>
          </a:r>
          <a:r>
            <a:rPr lang="tr-TR" sz="2400" baseline="0" dirty="0"/>
            <a:t>)</a:t>
          </a:r>
          <a:endParaRPr lang="en-US" sz="2400" dirty="0"/>
        </a:p>
      </dgm:t>
    </dgm:pt>
    <dgm:pt modelId="{7E469225-33DB-0641-B70C-99699D3F42AC}" type="parTrans" cxnId="{395966D7-9B59-3D49-872D-C6E286018845}">
      <dgm:prSet/>
      <dgm:spPr/>
      <dgm:t>
        <a:bodyPr/>
        <a:lstStyle/>
        <a:p>
          <a:endParaRPr lang="en-US" sz="1400"/>
        </a:p>
      </dgm:t>
    </dgm:pt>
    <dgm:pt modelId="{64012689-19BC-D14A-9CC8-754AB0F53DEF}" type="sibTrans" cxnId="{395966D7-9B59-3D49-872D-C6E286018845}">
      <dgm:prSet/>
      <dgm:spPr/>
      <dgm:t>
        <a:bodyPr/>
        <a:lstStyle/>
        <a:p>
          <a:endParaRPr lang="en-US" sz="1400"/>
        </a:p>
      </dgm:t>
    </dgm:pt>
    <dgm:pt modelId="{639B40D8-22AC-4D47-ABFD-7DEA40BC7293}">
      <dgm:prSet custT="1"/>
      <dgm:spPr/>
      <dgm:t>
        <a:bodyPr/>
        <a:lstStyle/>
        <a:p>
          <a:r>
            <a:rPr lang="en-US" sz="2400" dirty="0" err="1"/>
            <a:t>Aracı</a:t>
          </a:r>
          <a:r>
            <a:rPr lang="en-US" sz="2400" baseline="0" dirty="0"/>
            <a:t> (Mediator)</a:t>
          </a:r>
          <a:endParaRPr lang="en-US" sz="2400" dirty="0"/>
        </a:p>
      </dgm:t>
    </dgm:pt>
    <dgm:pt modelId="{E043639C-CA18-094C-9C41-E66CA7A71B8F}" type="parTrans" cxnId="{F36709CF-1121-EB40-8263-6071923A945D}">
      <dgm:prSet/>
      <dgm:spPr/>
      <dgm:t>
        <a:bodyPr/>
        <a:lstStyle/>
        <a:p>
          <a:endParaRPr lang="en-US" sz="1400"/>
        </a:p>
      </dgm:t>
    </dgm:pt>
    <dgm:pt modelId="{DBA7944F-3258-FF46-A9FF-842BFA0308E8}" type="sibTrans" cxnId="{F36709CF-1121-EB40-8263-6071923A945D}">
      <dgm:prSet/>
      <dgm:spPr/>
      <dgm:t>
        <a:bodyPr/>
        <a:lstStyle/>
        <a:p>
          <a:endParaRPr lang="en-US" sz="1400"/>
        </a:p>
      </dgm:t>
    </dgm:pt>
    <dgm:pt modelId="{37932489-660A-7C4F-A875-5E7CA839FABB}" type="pres">
      <dgm:prSet presAssocID="{5EB3311C-60D6-F34F-83D5-B6A68A37D907}" presName="hierChild1" presStyleCnt="0">
        <dgm:presLayoutVars>
          <dgm:orgChart val="1"/>
          <dgm:chPref val="1"/>
          <dgm:dir/>
          <dgm:animOne val="branch"/>
          <dgm:animLvl val="lvl"/>
          <dgm:resizeHandles/>
        </dgm:presLayoutVars>
      </dgm:prSet>
      <dgm:spPr/>
    </dgm:pt>
    <dgm:pt modelId="{A675F363-64D9-DB4F-9CAE-BE89ECE93EBD}" type="pres">
      <dgm:prSet presAssocID="{5E80C5A5-A8C1-944A-A984-798FABE0AEB9}" presName="hierRoot1" presStyleCnt="0">
        <dgm:presLayoutVars>
          <dgm:hierBranch val="init"/>
        </dgm:presLayoutVars>
      </dgm:prSet>
      <dgm:spPr/>
    </dgm:pt>
    <dgm:pt modelId="{117FDA5C-D50C-1547-8700-F4BEB57D68F1}" type="pres">
      <dgm:prSet presAssocID="{5E80C5A5-A8C1-944A-A984-798FABE0AEB9}" presName="rootComposite1" presStyleCnt="0"/>
      <dgm:spPr/>
    </dgm:pt>
    <dgm:pt modelId="{CDEF9C2E-6BAA-0C46-A5CB-EA919C5E0E9F}" type="pres">
      <dgm:prSet presAssocID="{5E80C5A5-A8C1-944A-A984-798FABE0AEB9}" presName="rootText1" presStyleLbl="node0" presStyleIdx="0" presStyleCnt="1">
        <dgm:presLayoutVars>
          <dgm:chPref val="3"/>
        </dgm:presLayoutVars>
      </dgm:prSet>
      <dgm:spPr/>
    </dgm:pt>
    <dgm:pt modelId="{64686286-4E19-8843-B5CF-7CBC1BECF36F}" type="pres">
      <dgm:prSet presAssocID="{5E80C5A5-A8C1-944A-A984-798FABE0AEB9}" presName="rootConnector1" presStyleLbl="node1" presStyleIdx="0" presStyleCnt="0"/>
      <dgm:spPr/>
    </dgm:pt>
    <dgm:pt modelId="{90383EB0-B09D-3343-BFFD-63F5DB69AD0B}" type="pres">
      <dgm:prSet presAssocID="{5E80C5A5-A8C1-944A-A984-798FABE0AEB9}" presName="hierChild2" presStyleCnt="0"/>
      <dgm:spPr/>
    </dgm:pt>
    <dgm:pt modelId="{069C446C-EBB5-4347-B1B8-DB1F6789AE5C}" type="pres">
      <dgm:prSet presAssocID="{3B62F5C1-2720-8A43-888E-52B988D42DBB}" presName="Name64" presStyleLbl="parChTrans1D2" presStyleIdx="0" presStyleCnt="4"/>
      <dgm:spPr/>
    </dgm:pt>
    <dgm:pt modelId="{A15A444C-53F1-8646-B460-F266F12E781C}" type="pres">
      <dgm:prSet presAssocID="{F6F28794-312A-E143-A84C-6885BF03B025}" presName="hierRoot2" presStyleCnt="0">
        <dgm:presLayoutVars>
          <dgm:hierBranch val="init"/>
        </dgm:presLayoutVars>
      </dgm:prSet>
      <dgm:spPr/>
    </dgm:pt>
    <dgm:pt modelId="{F270FD20-5DC9-354C-8A5A-6A7501368D2E}" type="pres">
      <dgm:prSet presAssocID="{F6F28794-312A-E143-A84C-6885BF03B025}" presName="rootComposite" presStyleCnt="0"/>
      <dgm:spPr/>
    </dgm:pt>
    <dgm:pt modelId="{E644AEC1-6671-9141-9C53-557F86DC42CD}" type="pres">
      <dgm:prSet presAssocID="{F6F28794-312A-E143-A84C-6885BF03B025}" presName="rootText" presStyleLbl="node2" presStyleIdx="0" presStyleCnt="4">
        <dgm:presLayoutVars>
          <dgm:chPref val="3"/>
        </dgm:presLayoutVars>
      </dgm:prSet>
      <dgm:spPr/>
    </dgm:pt>
    <dgm:pt modelId="{2A0F1069-F45A-EE48-9D91-BBF48879B4ED}" type="pres">
      <dgm:prSet presAssocID="{F6F28794-312A-E143-A84C-6885BF03B025}" presName="rootConnector" presStyleLbl="node2" presStyleIdx="0" presStyleCnt="4"/>
      <dgm:spPr/>
    </dgm:pt>
    <dgm:pt modelId="{B06CAF50-5975-9446-A287-A78C7BCFF5F2}" type="pres">
      <dgm:prSet presAssocID="{F6F28794-312A-E143-A84C-6885BF03B025}" presName="hierChild4" presStyleCnt="0"/>
      <dgm:spPr/>
    </dgm:pt>
    <dgm:pt modelId="{13BC09F6-2AB1-5C4C-8712-D4DBE29E2EAE}" type="pres">
      <dgm:prSet presAssocID="{F6F28794-312A-E143-A84C-6885BF03B025}" presName="hierChild5" presStyleCnt="0"/>
      <dgm:spPr/>
    </dgm:pt>
    <dgm:pt modelId="{B98902DC-10C8-874E-B459-9BE4C4F855FA}" type="pres">
      <dgm:prSet presAssocID="{1E9E5EDF-ED03-184E-BD2A-91C33911F110}" presName="Name64" presStyleLbl="parChTrans1D2" presStyleIdx="1" presStyleCnt="4"/>
      <dgm:spPr/>
    </dgm:pt>
    <dgm:pt modelId="{D439A5FA-2251-D44A-B8E9-EE2B6E738518}" type="pres">
      <dgm:prSet presAssocID="{7CEE2A1A-6D51-8F4F-987F-CC47130B6621}" presName="hierRoot2" presStyleCnt="0">
        <dgm:presLayoutVars>
          <dgm:hierBranch val="init"/>
        </dgm:presLayoutVars>
      </dgm:prSet>
      <dgm:spPr/>
    </dgm:pt>
    <dgm:pt modelId="{F727A578-D547-A340-AC23-65675EB89F39}" type="pres">
      <dgm:prSet presAssocID="{7CEE2A1A-6D51-8F4F-987F-CC47130B6621}" presName="rootComposite" presStyleCnt="0"/>
      <dgm:spPr/>
    </dgm:pt>
    <dgm:pt modelId="{CE59F0AD-235A-BA41-A77C-09F9219860E8}" type="pres">
      <dgm:prSet presAssocID="{7CEE2A1A-6D51-8F4F-987F-CC47130B6621}" presName="rootText" presStyleLbl="node2" presStyleIdx="1" presStyleCnt="4">
        <dgm:presLayoutVars>
          <dgm:chPref val="3"/>
        </dgm:presLayoutVars>
      </dgm:prSet>
      <dgm:spPr/>
    </dgm:pt>
    <dgm:pt modelId="{09051ED6-4AD1-C848-8B36-1E6F9DCEF8BE}" type="pres">
      <dgm:prSet presAssocID="{7CEE2A1A-6D51-8F4F-987F-CC47130B6621}" presName="rootConnector" presStyleLbl="node2" presStyleIdx="1" presStyleCnt="4"/>
      <dgm:spPr/>
    </dgm:pt>
    <dgm:pt modelId="{5F6E9820-D403-2348-BE04-0FD68BDF031A}" type="pres">
      <dgm:prSet presAssocID="{7CEE2A1A-6D51-8F4F-987F-CC47130B6621}" presName="hierChild4" presStyleCnt="0"/>
      <dgm:spPr/>
    </dgm:pt>
    <dgm:pt modelId="{F19C257A-269F-6149-AAFE-D93492A0C23F}" type="pres">
      <dgm:prSet presAssocID="{7CEE2A1A-6D51-8F4F-987F-CC47130B6621}" presName="hierChild5" presStyleCnt="0"/>
      <dgm:spPr/>
    </dgm:pt>
    <dgm:pt modelId="{02A91887-5A32-1E45-9958-6D3CE40A9355}" type="pres">
      <dgm:prSet presAssocID="{7E469225-33DB-0641-B70C-99699D3F42AC}" presName="Name64" presStyleLbl="parChTrans1D2" presStyleIdx="2" presStyleCnt="4"/>
      <dgm:spPr/>
    </dgm:pt>
    <dgm:pt modelId="{013BC336-7D42-3C48-A130-AC0F7321F93C}" type="pres">
      <dgm:prSet presAssocID="{90A92675-8C72-8C44-B22E-2B6265F2BFBD}" presName="hierRoot2" presStyleCnt="0">
        <dgm:presLayoutVars>
          <dgm:hierBranch val="init"/>
        </dgm:presLayoutVars>
      </dgm:prSet>
      <dgm:spPr/>
    </dgm:pt>
    <dgm:pt modelId="{DE78C703-B9EB-694E-B73F-89C00998B2BB}" type="pres">
      <dgm:prSet presAssocID="{90A92675-8C72-8C44-B22E-2B6265F2BFBD}" presName="rootComposite" presStyleCnt="0"/>
      <dgm:spPr/>
    </dgm:pt>
    <dgm:pt modelId="{39B439DF-4A1D-5E4F-80F1-0A889347C788}" type="pres">
      <dgm:prSet presAssocID="{90A92675-8C72-8C44-B22E-2B6265F2BFBD}" presName="rootText" presStyleLbl="node2" presStyleIdx="2" presStyleCnt="4">
        <dgm:presLayoutVars>
          <dgm:chPref val="3"/>
        </dgm:presLayoutVars>
      </dgm:prSet>
      <dgm:spPr/>
    </dgm:pt>
    <dgm:pt modelId="{2F7BD896-41A7-F646-9ED1-A52A8BFF222E}" type="pres">
      <dgm:prSet presAssocID="{90A92675-8C72-8C44-B22E-2B6265F2BFBD}" presName="rootConnector" presStyleLbl="node2" presStyleIdx="2" presStyleCnt="4"/>
      <dgm:spPr/>
    </dgm:pt>
    <dgm:pt modelId="{B387D84E-1CB5-5841-B240-8B51C2D0E549}" type="pres">
      <dgm:prSet presAssocID="{90A92675-8C72-8C44-B22E-2B6265F2BFBD}" presName="hierChild4" presStyleCnt="0"/>
      <dgm:spPr/>
    </dgm:pt>
    <dgm:pt modelId="{9A918625-B61A-BC4C-A037-DAF958F1ABE4}" type="pres">
      <dgm:prSet presAssocID="{90A92675-8C72-8C44-B22E-2B6265F2BFBD}" presName="hierChild5" presStyleCnt="0"/>
      <dgm:spPr/>
    </dgm:pt>
    <dgm:pt modelId="{A1FD9118-0F2E-DA45-80CE-50C85126A3E9}" type="pres">
      <dgm:prSet presAssocID="{E043639C-CA18-094C-9C41-E66CA7A71B8F}" presName="Name64" presStyleLbl="parChTrans1D2" presStyleIdx="3" presStyleCnt="4"/>
      <dgm:spPr/>
    </dgm:pt>
    <dgm:pt modelId="{9762AEB2-AC01-8240-B383-2DD50B609DFA}" type="pres">
      <dgm:prSet presAssocID="{639B40D8-22AC-4D47-ABFD-7DEA40BC7293}" presName="hierRoot2" presStyleCnt="0">
        <dgm:presLayoutVars>
          <dgm:hierBranch val="init"/>
        </dgm:presLayoutVars>
      </dgm:prSet>
      <dgm:spPr/>
    </dgm:pt>
    <dgm:pt modelId="{59D4DD75-368E-9F4B-808A-B6AB991E3FF9}" type="pres">
      <dgm:prSet presAssocID="{639B40D8-22AC-4D47-ABFD-7DEA40BC7293}" presName="rootComposite" presStyleCnt="0"/>
      <dgm:spPr/>
    </dgm:pt>
    <dgm:pt modelId="{775DEE92-DA3A-0F40-9F63-BA6D5D678899}" type="pres">
      <dgm:prSet presAssocID="{639B40D8-22AC-4D47-ABFD-7DEA40BC7293}" presName="rootText" presStyleLbl="node2" presStyleIdx="3" presStyleCnt="4">
        <dgm:presLayoutVars>
          <dgm:chPref val="3"/>
        </dgm:presLayoutVars>
      </dgm:prSet>
      <dgm:spPr/>
    </dgm:pt>
    <dgm:pt modelId="{A1DB2217-68AD-4044-B63C-D4823A0846DD}" type="pres">
      <dgm:prSet presAssocID="{639B40D8-22AC-4D47-ABFD-7DEA40BC7293}" presName="rootConnector" presStyleLbl="node2" presStyleIdx="3" presStyleCnt="4"/>
      <dgm:spPr/>
    </dgm:pt>
    <dgm:pt modelId="{65156257-D478-CF4C-8A57-F6A470122998}" type="pres">
      <dgm:prSet presAssocID="{639B40D8-22AC-4D47-ABFD-7DEA40BC7293}" presName="hierChild4" presStyleCnt="0"/>
      <dgm:spPr/>
    </dgm:pt>
    <dgm:pt modelId="{511A4E30-3B22-4241-8092-FCE6B57B9608}" type="pres">
      <dgm:prSet presAssocID="{639B40D8-22AC-4D47-ABFD-7DEA40BC7293}" presName="hierChild5" presStyleCnt="0"/>
      <dgm:spPr/>
    </dgm:pt>
    <dgm:pt modelId="{999487A2-1FBB-B049-B28D-79B53885A220}" type="pres">
      <dgm:prSet presAssocID="{5E80C5A5-A8C1-944A-A984-798FABE0AEB9}" presName="hierChild3" presStyleCnt="0"/>
      <dgm:spPr/>
    </dgm:pt>
  </dgm:ptLst>
  <dgm:cxnLst>
    <dgm:cxn modelId="{57244828-A509-F045-94A6-A8EEACBEFD22}" type="presOf" srcId="{5EB3311C-60D6-F34F-83D5-B6A68A37D907}" destId="{37932489-660A-7C4F-A875-5E7CA839FABB}" srcOrd="0" destOrd="0" presId="urn:microsoft.com/office/officeart/2009/3/layout/HorizontalOrganizationChart"/>
    <dgm:cxn modelId="{421F9A40-8705-5F4B-BEC3-5272BC35C3F7}" srcId="{5E80C5A5-A8C1-944A-A984-798FABE0AEB9}" destId="{F6F28794-312A-E143-A84C-6885BF03B025}" srcOrd="0" destOrd="0" parTransId="{3B62F5C1-2720-8A43-888E-52B988D42DBB}" sibTransId="{48BA9ED4-EAEC-C44C-910D-0F9327F7ED26}"/>
    <dgm:cxn modelId="{C0E3755C-9FBB-EE48-8417-38802705DD18}" type="presOf" srcId="{639B40D8-22AC-4D47-ABFD-7DEA40BC7293}" destId="{775DEE92-DA3A-0F40-9F63-BA6D5D678899}" srcOrd="0" destOrd="0" presId="urn:microsoft.com/office/officeart/2009/3/layout/HorizontalOrganizationChart"/>
    <dgm:cxn modelId="{B77C1666-D40C-4D47-8A18-1F8E635CEE4E}" type="presOf" srcId="{7CEE2A1A-6D51-8F4F-987F-CC47130B6621}" destId="{09051ED6-4AD1-C848-8B36-1E6F9DCEF8BE}" srcOrd="1" destOrd="0" presId="urn:microsoft.com/office/officeart/2009/3/layout/HorizontalOrganizationChart"/>
    <dgm:cxn modelId="{E876DC67-9ADE-254F-A966-14DB064E35E4}" type="presOf" srcId="{90A92675-8C72-8C44-B22E-2B6265F2BFBD}" destId="{39B439DF-4A1D-5E4F-80F1-0A889347C788}" srcOrd="0" destOrd="0" presId="urn:microsoft.com/office/officeart/2009/3/layout/HorizontalOrganizationChart"/>
    <dgm:cxn modelId="{B5903977-B14D-ED41-9A77-9AADBBF1431D}" type="presOf" srcId="{5E80C5A5-A8C1-944A-A984-798FABE0AEB9}" destId="{64686286-4E19-8843-B5CF-7CBC1BECF36F}" srcOrd="1" destOrd="0" presId="urn:microsoft.com/office/officeart/2009/3/layout/HorizontalOrganizationChart"/>
    <dgm:cxn modelId="{86EA9487-7AD0-EA44-9B9E-40C9A795FBDC}" type="presOf" srcId="{1E9E5EDF-ED03-184E-BD2A-91C33911F110}" destId="{B98902DC-10C8-874E-B459-9BE4C4F855FA}" srcOrd="0" destOrd="0" presId="urn:microsoft.com/office/officeart/2009/3/layout/HorizontalOrganizationChart"/>
    <dgm:cxn modelId="{B275979C-B7A1-D34D-A0FD-D3269763506E}" type="presOf" srcId="{639B40D8-22AC-4D47-ABFD-7DEA40BC7293}" destId="{A1DB2217-68AD-4044-B63C-D4823A0846DD}" srcOrd="1" destOrd="0" presId="urn:microsoft.com/office/officeart/2009/3/layout/HorizontalOrganizationChart"/>
    <dgm:cxn modelId="{AD1A5BA0-2FA1-EB45-BAB0-253479E9B720}" srcId="{5E80C5A5-A8C1-944A-A984-798FABE0AEB9}" destId="{7CEE2A1A-6D51-8F4F-987F-CC47130B6621}" srcOrd="1" destOrd="0" parTransId="{1E9E5EDF-ED03-184E-BD2A-91C33911F110}" sibTransId="{340F7E04-F1CC-D04B-AD7D-14E3B643B055}"/>
    <dgm:cxn modelId="{74E708A7-75DE-DF40-9A39-695D8D016B26}" type="presOf" srcId="{5E80C5A5-A8C1-944A-A984-798FABE0AEB9}" destId="{CDEF9C2E-6BAA-0C46-A5CB-EA919C5E0E9F}" srcOrd="0" destOrd="0" presId="urn:microsoft.com/office/officeart/2009/3/layout/HorizontalOrganizationChart"/>
    <dgm:cxn modelId="{CAC06AA9-2C13-1B46-9776-91A501D8F01E}" type="presOf" srcId="{F6F28794-312A-E143-A84C-6885BF03B025}" destId="{2A0F1069-F45A-EE48-9D91-BBF48879B4ED}" srcOrd="1" destOrd="0" presId="urn:microsoft.com/office/officeart/2009/3/layout/HorizontalOrganizationChart"/>
    <dgm:cxn modelId="{48D029AA-C310-224C-B1E3-E96A6DA57996}" type="presOf" srcId="{F6F28794-312A-E143-A84C-6885BF03B025}" destId="{E644AEC1-6671-9141-9C53-557F86DC42CD}" srcOrd="0" destOrd="0" presId="urn:microsoft.com/office/officeart/2009/3/layout/HorizontalOrganizationChart"/>
    <dgm:cxn modelId="{85E33FAA-BF34-8541-B7EB-E8130D3CEDAC}" srcId="{5EB3311C-60D6-F34F-83D5-B6A68A37D907}" destId="{5E80C5A5-A8C1-944A-A984-798FABE0AEB9}" srcOrd="0" destOrd="0" parTransId="{47788F45-ABE4-504C-B2E9-173D3F0C65CF}" sibTransId="{25816159-B9DC-9646-8C2C-2A4D202E572A}"/>
    <dgm:cxn modelId="{E8837BAD-0CF9-3141-98FE-1D62B27A6C45}" type="presOf" srcId="{E043639C-CA18-094C-9C41-E66CA7A71B8F}" destId="{A1FD9118-0F2E-DA45-80CE-50C85126A3E9}" srcOrd="0" destOrd="0" presId="urn:microsoft.com/office/officeart/2009/3/layout/HorizontalOrganizationChart"/>
    <dgm:cxn modelId="{F36709CF-1121-EB40-8263-6071923A945D}" srcId="{5E80C5A5-A8C1-944A-A984-798FABE0AEB9}" destId="{639B40D8-22AC-4D47-ABFD-7DEA40BC7293}" srcOrd="3" destOrd="0" parTransId="{E043639C-CA18-094C-9C41-E66CA7A71B8F}" sibTransId="{DBA7944F-3258-FF46-A9FF-842BFA0308E8}"/>
    <dgm:cxn modelId="{38A8F4D0-56E7-6743-B972-DC7B88180F01}" type="presOf" srcId="{3B62F5C1-2720-8A43-888E-52B988D42DBB}" destId="{069C446C-EBB5-4347-B1B8-DB1F6789AE5C}" srcOrd="0" destOrd="0" presId="urn:microsoft.com/office/officeart/2009/3/layout/HorizontalOrganizationChart"/>
    <dgm:cxn modelId="{7971BED5-A37C-CA4A-BBBB-70C11793B433}" type="presOf" srcId="{90A92675-8C72-8C44-B22E-2B6265F2BFBD}" destId="{2F7BD896-41A7-F646-9ED1-A52A8BFF222E}" srcOrd="1" destOrd="0" presId="urn:microsoft.com/office/officeart/2009/3/layout/HorizontalOrganizationChart"/>
    <dgm:cxn modelId="{395966D7-9B59-3D49-872D-C6E286018845}" srcId="{5E80C5A5-A8C1-944A-A984-798FABE0AEB9}" destId="{90A92675-8C72-8C44-B22E-2B6265F2BFBD}" srcOrd="2" destOrd="0" parTransId="{7E469225-33DB-0641-B70C-99699D3F42AC}" sibTransId="{64012689-19BC-D14A-9CC8-754AB0F53DEF}"/>
    <dgm:cxn modelId="{A52B92E0-38E5-004A-A223-09D32AE3E1EC}" type="presOf" srcId="{7CEE2A1A-6D51-8F4F-987F-CC47130B6621}" destId="{CE59F0AD-235A-BA41-A77C-09F9219860E8}" srcOrd="0" destOrd="0" presId="urn:microsoft.com/office/officeart/2009/3/layout/HorizontalOrganizationChart"/>
    <dgm:cxn modelId="{7D8C45E3-5142-DD45-8789-EA1B3F97AF15}" type="presOf" srcId="{7E469225-33DB-0641-B70C-99699D3F42AC}" destId="{02A91887-5A32-1E45-9958-6D3CE40A9355}" srcOrd="0" destOrd="0" presId="urn:microsoft.com/office/officeart/2009/3/layout/HorizontalOrganizationChart"/>
    <dgm:cxn modelId="{0CCCABCA-25CD-714C-BEE5-1F83CF120959}" type="presParOf" srcId="{37932489-660A-7C4F-A875-5E7CA839FABB}" destId="{A675F363-64D9-DB4F-9CAE-BE89ECE93EBD}" srcOrd="0" destOrd="0" presId="urn:microsoft.com/office/officeart/2009/3/layout/HorizontalOrganizationChart"/>
    <dgm:cxn modelId="{F11B6CC9-BEB6-8542-974A-03C0658B3410}" type="presParOf" srcId="{A675F363-64D9-DB4F-9CAE-BE89ECE93EBD}" destId="{117FDA5C-D50C-1547-8700-F4BEB57D68F1}" srcOrd="0" destOrd="0" presId="urn:microsoft.com/office/officeart/2009/3/layout/HorizontalOrganizationChart"/>
    <dgm:cxn modelId="{18999335-14D8-A944-B25D-725B3A3C9164}" type="presParOf" srcId="{117FDA5C-D50C-1547-8700-F4BEB57D68F1}" destId="{CDEF9C2E-6BAA-0C46-A5CB-EA919C5E0E9F}" srcOrd="0" destOrd="0" presId="urn:microsoft.com/office/officeart/2009/3/layout/HorizontalOrganizationChart"/>
    <dgm:cxn modelId="{35CE2FC8-99FB-D541-B18F-40B9ED598966}" type="presParOf" srcId="{117FDA5C-D50C-1547-8700-F4BEB57D68F1}" destId="{64686286-4E19-8843-B5CF-7CBC1BECF36F}" srcOrd="1" destOrd="0" presId="urn:microsoft.com/office/officeart/2009/3/layout/HorizontalOrganizationChart"/>
    <dgm:cxn modelId="{CF7A4230-36F8-4F4B-A6BE-E85299595AD4}" type="presParOf" srcId="{A675F363-64D9-DB4F-9CAE-BE89ECE93EBD}" destId="{90383EB0-B09D-3343-BFFD-63F5DB69AD0B}" srcOrd="1" destOrd="0" presId="urn:microsoft.com/office/officeart/2009/3/layout/HorizontalOrganizationChart"/>
    <dgm:cxn modelId="{3CDE5847-5D4A-974E-A132-3045683E55C8}" type="presParOf" srcId="{90383EB0-B09D-3343-BFFD-63F5DB69AD0B}" destId="{069C446C-EBB5-4347-B1B8-DB1F6789AE5C}" srcOrd="0" destOrd="0" presId="urn:microsoft.com/office/officeart/2009/3/layout/HorizontalOrganizationChart"/>
    <dgm:cxn modelId="{9B6FB3D6-7C05-AE45-8F7C-5AA3406A932E}" type="presParOf" srcId="{90383EB0-B09D-3343-BFFD-63F5DB69AD0B}" destId="{A15A444C-53F1-8646-B460-F266F12E781C}" srcOrd="1" destOrd="0" presId="urn:microsoft.com/office/officeart/2009/3/layout/HorizontalOrganizationChart"/>
    <dgm:cxn modelId="{FEDD0DC8-D431-BC48-9EE3-316B03AF06B1}" type="presParOf" srcId="{A15A444C-53F1-8646-B460-F266F12E781C}" destId="{F270FD20-5DC9-354C-8A5A-6A7501368D2E}" srcOrd="0" destOrd="0" presId="urn:microsoft.com/office/officeart/2009/3/layout/HorizontalOrganizationChart"/>
    <dgm:cxn modelId="{9222252A-9CBF-A546-BD10-8D3C07FC71C8}" type="presParOf" srcId="{F270FD20-5DC9-354C-8A5A-6A7501368D2E}" destId="{E644AEC1-6671-9141-9C53-557F86DC42CD}" srcOrd="0" destOrd="0" presId="urn:microsoft.com/office/officeart/2009/3/layout/HorizontalOrganizationChart"/>
    <dgm:cxn modelId="{E809C488-0861-4644-8AE1-60598ED1A937}" type="presParOf" srcId="{F270FD20-5DC9-354C-8A5A-6A7501368D2E}" destId="{2A0F1069-F45A-EE48-9D91-BBF48879B4ED}" srcOrd="1" destOrd="0" presId="urn:microsoft.com/office/officeart/2009/3/layout/HorizontalOrganizationChart"/>
    <dgm:cxn modelId="{AF3DF43E-E89C-C544-92A3-CBBE4FC416EE}" type="presParOf" srcId="{A15A444C-53F1-8646-B460-F266F12E781C}" destId="{B06CAF50-5975-9446-A287-A78C7BCFF5F2}" srcOrd="1" destOrd="0" presId="urn:microsoft.com/office/officeart/2009/3/layout/HorizontalOrganizationChart"/>
    <dgm:cxn modelId="{0B83E781-D619-A045-815D-55D7CDB31EF1}" type="presParOf" srcId="{A15A444C-53F1-8646-B460-F266F12E781C}" destId="{13BC09F6-2AB1-5C4C-8712-D4DBE29E2EAE}" srcOrd="2" destOrd="0" presId="urn:microsoft.com/office/officeart/2009/3/layout/HorizontalOrganizationChart"/>
    <dgm:cxn modelId="{E7B0E584-6E98-4D4C-8E0E-738CAE63CE6D}" type="presParOf" srcId="{90383EB0-B09D-3343-BFFD-63F5DB69AD0B}" destId="{B98902DC-10C8-874E-B459-9BE4C4F855FA}" srcOrd="2" destOrd="0" presId="urn:microsoft.com/office/officeart/2009/3/layout/HorizontalOrganizationChart"/>
    <dgm:cxn modelId="{CB9C86C2-4B3D-9C44-B203-9C0C867C1EE3}" type="presParOf" srcId="{90383EB0-B09D-3343-BFFD-63F5DB69AD0B}" destId="{D439A5FA-2251-D44A-B8E9-EE2B6E738518}" srcOrd="3" destOrd="0" presId="urn:microsoft.com/office/officeart/2009/3/layout/HorizontalOrganizationChart"/>
    <dgm:cxn modelId="{D316A0E7-44FF-EE4B-AFD1-F5BF0A1CE32A}" type="presParOf" srcId="{D439A5FA-2251-D44A-B8E9-EE2B6E738518}" destId="{F727A578-D547-A340-AC23-65675EB89F39}" srcOrd="0" destOrd="0" presId="urn:microsoft.com/office/officeart/2009/3/layout/HorizontalOrganizationChart"/>
    <dgm:cxn modelId="{2B511BBF-54C0-0D4A-970A-21FDA644E956}" type="presParOf" srcId="{F727A578-D547-A340-AC23-65675EB89F39}" destId="{CE59F0AD-235A-BA41-A77C-09F9219860E8}" srcOrd="0" destOrd="0" presId="urn:microsoft.com/office/officeart/2009/3/layout/HorizontalOrganizationChart"/>
    <dgm:cxn modelId="{CB10B5FB-72A7-F049-A43D-E27CBD9438B9}" type="presParOf" srcId="{F727A578-D547-A340-AC23-65675EB89F39}" destId="{09051ED6-4AD1-C848-8B36-1E6F9DCEF8BE}" srcOrd="1" destOrd="0" presId="urn:microsoft.com/office/officeart/2009/3/layout/HorizontalOrganizationChart"/>
    <dgm:cxn modelId="{AFF6639C-EC1C-2A4E-AC57-61CB8118E162}" type="presParOf" srcId="{D439A5FA-2251-D44A-B8E9-EE2B6E738518}" destId="{5F6E9820-D403-2348-BE04-0FD68BDF031A}" srcOrd="1" destOrd="0" presId="urn:microsoft.com/office/officeart/2009/3/layout/HorizontalOrganizationChart"/>
    <dgm:cxn modelId="{DC17E5D0-306A-C241-A3B3-A2196D4D0DFC}" type="presParOf" srcId="{D439A5FA-2251-D44A-B8E9-EE2B6E738518}" destId="{F19C257A-269F-6149-AAFE-D93492A0C23F}" srcOrd="2" destOrd="0" presId="urn:microsoft.com/office/officeart/2009/3/layout/HorizontalOrganizationChart"/>
    <dgm:cxn modelId="{A606E089-51E6-7E41-BEF5-28E062A731C9}" type="presParOf" srcId="{90383EB0-B09D-3343-BFFD-63F5DB69AD0B}" destId="{02A91887-5A32-1E45-9958-6D3CE40A9355}" srcOrd="4" destOrd="0" presId="urn:microsoft.com/office/officeart/2009/3/layout/HorizontalOrganizationChart"/>
    <dgm:cxn modelId="{BAFA8404-7413-EE43-8763-0FFBF898ECA4}" type="presParOf" srcId="{90383EB0-B09D-3343-BFFD-63F5DB69AD0B}" destId="{013BC336-7D42-3C48-A130-AC0F7321F93C}" srcOrd="5" destOrd="0" presId="urn:microsoft.com/office/officeart/2009/3/layout/HorizontalOrganizationChart"/>
    <dgm:cxn modelId="{EB86EF35-AE6D-6F4C-9D3C-4A5CFB11D5F2}" type="presParOf" srcId="{013BC336-7D42-3C48-A130-AC0F7321F93C}" destId="{DE78C703-B9EB-694E-B73F-89C00998B2BB}" srcOrd="0" destOrd="0" presId="urn:microsoft.com/office/officeart/2009/3/layout/HorizontalOrganizationChart"/>
    <dgm:cxn modelId="{DB9936CD-F5D7-2440-AFFE-0BE3369C7242}" type="presParOf" srcId="{DE78C703-B9EB-694E-B73F-89C00998B2BB}" destId="{39B439DF-4A1D-5E4F-80F1-0A889347C788}" srcOrd="0" destOrd="0" presId="urn:microsoft.com/office/officeart/2009/3/layout/HorizontalOrganizationChart"/>
    <dgm:cxn modelId="{0273D083-4F11-D646-8E4E-5C8430104F05}" type="presParOf" srcId="{DE78C703-B9EB-694E-B73F-89C00998B2BB}" destId="{2F7BD896-41A7-F646-9ED1-A52A8BFF222E}" srcOrd="1" destOrd="0" presId="urn:microsoft.com/office/officeart/2009/3/layout/HorizontalOrganizationChart"/>
    <dgm:cxn modelId="{432DFD22-F758-FB4C-B831-D1457E0B77B8}" type="presParOf" srcId="{013BC336-7D42-3C48-A130-AC0F7321F93C}" destId="{B387D84E-1CB5-5841-B240-8B51C2D0E549}" srcOrd="1" destOrd="0" presId="urn:microsoft.com/office/officeart/2009/3/layout/HorizontalOrganizationChart"/>
    <dgm:cxn modelId="{7D190AB1-72D0-F048-9F67-934E71FB0CB1}" type="presParOf" srcId="{013BC336-7D42-3C48-A130-AC0F7321F93C}" destId="{9A918625-B61A-BC4C-A037-DAF958F1ABE4}" srcOrd="2" destOrd="0" presId="urn:microsoft.com/office/officeart/2009/3/layout/HorizontalOrganizationChart"/>
    <dgm:cxn modelId="{5AF8B835-7405-E84F-8002-27BE74DE2816}" type="presParOf" srcId="{90383EB0-B09D-3343-BFFD-63F5DB69AD0B}" destId="{A1FD9118-0F2E-DA45-80CE-50C85126A3E9}" srcOrd="6" destOrd="0" presId="urn:microsoft.com/office/officeart/2009/3/layout/HorizontalOrganizationChart"/>
    <dgm:cxn modelId="{0152449D-2F73-2146-84EE-E71221CADE97}" type="presParOf" srcId="{90383EB0-B09D-3343-BFFD-63F5DB69AD0B}" destId="{9762AEB2-AC01-8240-B383-2DD50B609DFA}" srcOrd="7" destOrd="0" presId="urn:microsoft.com/office/officeart/2009/3/layout/HorizontalOrganizationChart"/>
    <dgm:cxn modelId="{531DA4A5-280C-AF4B-92A7-25283F5C5D12}" type="presParOf" srcId="{9762AEB2-AC01-8240-B383-2DD50B609DFA}" destId="{59D4DD75-368E-9F4B-808A-B6AB991E3FF9}" srcOrd="0" destOrd="0" presId="urn:microsoft.com/office/officeart/2009/3/layout/HorizontalOrganizationChart"/>
    <dgm:cxn modelId="{7C1F33BF-EA4B-534A-ACD5-23F6AB16B348}" type="presParOf" srcId="{59D4DD75-368E-9F4B-808A-B6AB991E3FF9}" destId="{775DEE92-DA3A-0F40-9F63-BA6D5D678899}" srcOrd="0" destOrd="0" presId="urn:microsoft.com/office/officeart/2009/3/layout/HorizontalOrganizationChart"/>
    <dgm:cxn modelId="{652B5948-59C6-234D-B473-340131D5C5BC}" type="presParOf" srcId="{59D4DD75-368E-9F4B-808A-B6AB991E3FF9}" destId="{A1DB2217-68AD-4044-B63C-D4823A0846DD}" srcOrd="1" destOrd="0" presId="urn:microsoft.com/office/officeart/2009/3/layout/HorizontalOrganizationChart"/>
    <dgm:cxn modelId="{DA0719F1-856D-5D48-BF85-E5B7566BF206}" type="presParOf" srcId="{9762AEB2-AC01-8240-B383-2DD50B609DFA}" destId="{65156257-D478-CF4C-8A57-F6A470122998}" srcOrd="1" destOrd="0" presId="urn:microsoft.com/office/officeart/2009/3/layout/HorizontalOrganizationChart"/>
    <dgm:cxn modelId="{A54584E3-1D7B-7C4D-8C2A-961FE3D666FC}" type="presParOf" srcId="{9762AEB2-AC01-8240-B383-2DD50B609DFA}" destId="{511A4E30-3B22-4241-8092-FCE6B57B9608}" srcOrd="2" destOrd="0" presId="urn:microsoft.com/office/officeart/2009/3/layout/HorizontalOrganizationChart"/>
    <dgm:cxn modelId="{30374FD2-F184-1243-9BEC-0EFDCB971B44}" type="presParOf" srcId="{A675F363-64D9-DB4F-9CAE-BE89ECE93EBD}" destId="{999487A2-1FBB-B049-B28D-79B53885A220}"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0CCDC0-9F0A-6B40-BF96-35E0C56FA8A7}" type="doc">
      <dgm:prSet loTypeId="urn:microsoft.com/office/officeart/2005/8/layout/process1" loCatId="" qsTypeId="urn:microsoft.com/office/officeart/2005/8/quickstyle/3d3" qsCatId="3D" csTypeId="urn:microsoft.com/office/officeart/2005/8/colors/accent6_3" csCatId="accent6" phldr="1"/>
      <dgm:spPr/>
    </dgm:pt>
    <dgm:pt modelId="{F1031275-AEFB-5D4C-9A32-B928F525E747}">
      <dgm:prSet phldrT="[Text]" custT="1"/>
      <dgm:spPr/>
      <dgm:t>
        <a:bodyPr/>
        <a:lstStyle/>
        <a:p>
          <a:r>
            <a:rPr lang="en-US" sz="1600" dirty="0" err="1"/>
            <a:t>Egzersiz</a:t>
          </a:r>
          <a:endParaRPr lang="en-US" sz="1600" dirty="0"/>
        </a:p>
      </dgm:t>
    </dgm:pt>
    <dgm:pt modelId="{DC28D958-5261-7B4B-88F2-71355CFC2F0E}" type="parTrans" cxnId="{6210CFD8-C0B2-334D-9CBF-489F80FDB5A9}">
      <dgm:prSet/>
      <dgm:spPr/>
      <dgm:t>
        <a:bodyPr/>
        <a:lstStyle/>
        <a:p>
          <a:endParaRPr lang="en-US" sz="2000"/>
        </a:p>
      </dgm:t>
    </dgm:pt>
    <dgm:pt modelId="{57CC1AD1-807A-8042-8504-B47B885E3186}" type="sibTrans" cxnId="{6210CFD8-C0B2-334D-9CBF-489F80FDB5A9}">
      <dgm:prSet custT="1"/>
      <dgm:spPr/>
      <dgm:t>
        <a:bodyPr/>
        <a:lstStyle/>
        <a:p>
          <a:endParaRPr lang="en-US" sz="1200"/>
        </a:p>
      </dgm:t>
    </dgm:pt>
    <dgm:pt modelId="{8B5D6BAF-63D2-DD41-964B-903C04DE28CC}">
      <dgm:prSet phldrT="[Text]" custT="1"/>
      <dgm:spPr/>
      <dgm:t>
        <a:bodyPr/>
        <a:lstStyle/>
        <a:p>
          <a:r>
            <a:rPr lang="en-US" sz="1600" dirty="0" err="1"/>
            <a:t>Alınan</a:t>
          </a:r>
          <a:r>
            <a:rPr lang="en-US" sz="1600" dirty="0"/>
            <a:t> </a:t>
          </a:r>
          <a:r>
            <a:rPr lang="en-US" sz="1600" dirty="0" err="1"/>
            <a:t>kalori</a:t>
          </a:r>
          <a:endParaRPr lang="en-US" sz="1600" dirty="0"/>
        </a:p>
        <a:p>
          <a:r>
            <a:rPr lang="en-US" sz="1600" dirty="0" err="1"/>
            <a:t>Mutlu</a:t>
          </a:r>
          <a:r>
            <a:rPr lang="en-US" sz="1600" dirty="0"/>
            <a:t> </a:t>
          </a:r>
          <a:r>
            <a:rPr lang="en-US" sz="1600" dirty="0" err="1"/>
            <a:t>olma</a:t>
          </a:r>
          <a:endParaRPr lang="en-US" sz="1600" dirty="0"/>
        </a:p>
        <a:p>
          <a:r>
            <a:rPr lang="en-US" sz="1600" dirty="0" err="1"/>
            <a:t>Önceki</a:t>
          </a:r>
          <a:r>
            <a:rPr lang="en-US" sz="1600" dirty="0"/>
            <a:t> </a:t>
          </a:r>
          <a:r>
            <a:rPr lang="en-US" sz="1600" dirty="0" err="1"/>
            <a:t>ağırlık</a:t>
          </a:r>
          <a:endParaRPr lang="en-US" sz="1600" dirty="0"/>
        </a:p>
        <a:p>
          <a:r>
            <a:rPr lang="en-US" sz="1600" dirty="0" err="1"/>
            <a:t>Yaş</a:t>
          </a:r>
          <a:endParaRPr lang="en-US" sz="1600" dirty="0"/>
        </a:p>
        <a:p>
          <a:r>
            <a:rPr lang="en-US" sz="1600" dirty="0" err="1"/>
            <a:t>Cinsiyet</a:t>
          </a:r>
          <a:endParaRPr lang="en-US" sz="1600" dirty="0"/>
        </a:p>
      </dgm:t>
    </dgm:pt>
    <dgm:pt modelId="{80D81D08-E381-434B-B17C-B45BC43F236F}" type="parTrans" cxnId="{355F6F24-16AE-5D40-9478-2C2A6F190486}">
      <dgm:prSet/>
      <dgm:spPr/>
      <dgm:t>
        <a:bodyPr/>
        <a:lstStyle/>
        <a:p>
          <a:endParaRPr lang="en-US" sz="2000"/>
        </a:p>
      </dgm:t>
    </dgm:pt>
    <dgm:pt modelId="{B1F99276-ABB5-BD4E-9424-435213D21849}" type="sibTrans" cxnId="{355F6F24-16AE-5D40-9478-2C2A6F190486}">
      <dgm:prSet custT="1"/>
      <dgm:spPr/>
      <dgm:t>
        <a:bodyPr/>
        <a:lstStyle/>
        <a:p>
          <a:endParaRPr lang="en-US" sz="1200"/>
        </a:p>
      </dgm:t>
    </dgm:pt>
    <dgm:pt modelId="{E465DEC4-DEC2-5547-89DE-20788421AAFA}">
      <dgm:prSet phldrT="[Text]" custT="1"/>
      <dgm:spPr/>
      <dgm:t>
        <a:bodyPr/>
        <a:lstStyle/>
        <a:p>
          <a:r>
            <a:rPr lang="en-US" sz="1600" dirty="0"/>
            <a:t>Kilo Verme</a:t>
          </a:r>
        </a:p>
      </dgm:t>
    </dgm:pt>
    <dgm:pt modelId="{AE9328B0-59E1-6947-AD58-F85B6D049EBA}" type="parTrans" cxnId="{E248EFF2-9474-DB4E-9DD0-76A84FDFF125}">
      <dgm:prSet/>
      <dgm:spPr/>
      <dgm:t>
        <a:bodyPr/>
        <a:lstStyle/>
        <a:p>
          <a:endParaRPr lang="en-US" sz="2000"/>
        </a:p>
      </dgm:t>
    </dgm:pt>
    <dgm:pt modelId="{2F1BAA8E-82FB-964A-BA76-0641EA2764CF}" type="sibTrans" cxnId="{E248EFF2-9474-DB4E-9DD0-76A84FDFF125}">
      <dgm:prSet/>
      <dgm:spPr/>
      <dgm:t>
        <a:bodyPr/>
        <a:lstStyle/>
        <a:p>
          <a:endParaRPr lang="en-US" sz="2000"/>
        </a:p>
      </dgm:t>
    </dgm:pt>
    <dgm:pt modelId="{7BBF362B-AD29-C947-A253-94B30526A676}" type="pres">
      <dgm:prSet presAssocID="{520CCDC0-9F0A-6B40-BF96-35E0C56FA8A7}" presName="Name0" presStyleCnt="0">
        <dgm:presLayoutVars>
          <dgm:dir/>
          <dgm:resizeHandles val="exact"/>
        </dgm:presLayoutVars>
      </dgm:prSet>
      <dgm:spPr/>
    </dgm:pt>
    <dgm:pt modelId="{64D0CBA3-A990-384D-BF8D-D95A47B8D945}" type="pres">
      <dgm:prSet presAssocID="{F1031275-AEFB-5D4C-9A32-B928F525E747}" presName="node" presStyleLbl="node1" presStyleIdx="0" presStyleCnt="3" custScaleY="37430">
        <dgm:presLayoutVars>
          <dgm:bulletEnabled val="1"/>
        </dgm:presLayoutVars>
      </dgm:prSet>
      <dgm:spPr/>
    </dgm:pt>
    <dgm:pt modelId="{A92FE05F-1019-9E47-8D3D-4655A2595E40}" type="pres">
      <dgm:prSet presAssocID="{57CC1AD1-807A-8042-8504-B47B885E3186}" presName="sibTrans" presStyleLbl="sibTrans2D1" presStyleIdx="0" presStyleCnt="2"/>
      <dgm:spPr/>
    </dgm:pt>
    <dgm:pt modelId="{A313DAFB-40C7-2842-8CB3-BBEE1A4CE538}" type="pres">
      <dgm:prSet presAssocID="{57CC1AD1-807A-8042-8504-B47B885E3186}" presName="connectorText" presStyleLbl="sibTrans2D1" presStyleIdx="0" presStyleCnt="2"/>
      <dgm:spPr/>
    </dgm:pt>
    <dgm:pt modelId="{82276A30-A805-EA4D-B92C-220EAA176B7F}" type="pres">
      <dgm:prSet presAssocID="{8B5D6BAF-63D2-DD41-964B-903C04DE28CC}" presName="node" presStyleLbl="node1" presStyleIdx="1" presStyleCnt="3" custScaleX="124182">
        <dgm:presLayoutVars>
          <dgm:bulletEnabled val="1"/>
        </dgm:presLayoutVars>
      </dgm:prSet>
      <dgm:spPr/>
    </dgm:pt>
    <dgm:pt modelId="{964BFFE5-432A-3543-8166-19318BCF6290}" type="pres">
      <dgm:prSet presAssocID="{B1F99276-ABB5-BD4E-9424-435213D21849}" presName="sibTrans" presStyleLbl="sibTrans2D1" presStyleIdx="1" presStyleCnt="2"/>
      <dgm:spPr/>
    </dgm:pt>
    <dgm:pt modelId="{3604DBCC-8045-9443-B67D-AED8D1DDD04E}" type="pres">
      <dgm:prSet presAssocID="{B1F99276-ABB5-BD4E-9424-435213D21849}" presName="connectorText" presStyleLbl="sibTrans2D1" presStyleIdx="1" presStyleCnt="2"/>
      <dgm:spPr/>
    </dgm:pt>
    <dgm:pt modelId="{87FBC1CD-F0AF-C041-B612-6DD2F3D402FF}" type="pres">
      <dgm:prSet presAssocID="{E465DEC4-DEC2-5547-89DE-20788421AAFA}" presName="node" presStyleLbl="node1" presStyleIdx="2" presStyleCnt="3" custScaleY="39232">
        <dgm:presLayoutVars>
          <dgm:bulletEnabled val="1"/>
        </dgm:presLayoutVars>
      </dgm:prSet>
      <dgm:spPr/>
    </dgm:pt>
  </dgm:ptLst>
  <dgm:cxnLst>
    <dgm:cxn modelId="{4A795610-E116-1046-B967-C09376FDE554}" type="presOf" srcId="{520CCDC0-9F0A-6B40-BF96-35E0C56FA8A7}" destId="{7BBF362B-AD29-C947-A253-94B30526A676}" srcOrd="0" destOrd="0" presId="urn:microsoft.com/office/officeart/2005/8/layout/process1"/>
    <dgm:cxn modelId="{AD2B4D24-82A1-4C48-80F0-A23D333DEC1D}" type="presOf" srcId="{57CC1AD1-807A-8042-8504-B47B885E3186}" destId="{A313DAFB-40C7-2842-8CB3-BBEE1A4CE538}" srcOrd="1" destOrd="0" presId="urn:microsoft.com/office/officeart/2005/8/layout/process1"/>
    <dgm:cxn modelId="{355F6F24-16AE-5D40-9478-2C2A6F190486}" srcId="{520CCDC0-9F0A-6B40-BF96-35E0C56FA8A7}" destId="{8B5D6BAF-63D2-DD41-964B-903C04DE28CC}" srcOrd="1" destOrd="0" parTransId="{80D81D08-E381-434B-B17C-B45BC43F236F}" sibTransId="{B1F99276-ABB5-BD4E-9424-435213D21849}"/>
    <dgm:cxn modelId="{ED002943-409A-274D-9E7B-EC0BB851B900}" type="presOf" srcId="{57CC1AD1-807A-8042-8504-B47B885E3186}" destId="{A92FE05F-1019-9E47-8D3D-4655A2595E40}" srcOrd="0" destOrd="0" presId="urn:microsoft.com/office/officeart/2005/8/layout/process1"/>
    <dgm:cxn modelId="{17969448-90AA-6849-877C-C232FC1B96B8}" type="presOf" srcId="{8B5D6BAF-63D2-DD41-964B-903C04DE28CC}" destId="{82276A30-A805-EA4D-B92C-220EAA176B7F}" srcOrd="0" destOrd="0" presId="urn:microsoft.com/office/officeart/2005/8/layout/process1"/>
    <dgm:cxn modelId="{29A34875-F415-8549-A4EB-C8F33C03583D}" type="presOf" srcId="{B1F99276-ABB5-BD4E-9424-435213D21849}" destId="{3604DBCC-8045-9443-B67D-AED8D1DDD04E}" srcOrd="1" destOrd="0" presId="urn:microsoft.com/office/officeart/2005/8/layout/process1"/>
    <dgm:cxn modelId="{D7988B7B-997A-0745-854A-9D368C56BB64}" type="presOf" srcId="{E465DEC4-DEC2-5547-89DE-20788421AAFA}" destId="{87FBC1CD-F0AF-C041-B612-6DD2F3D402FF}" srcOrd="0" destOrd="0" presId="urn:microsoft.com/office/officeart/2005/8/layout/process1"/>
    <dgm:cxn modelId="{FF508AB5-B8A3-224C-B02B-DE56A39D1FB1}" type="presOf" srcId="{B1F99276-ABB5-BD4E-9424-435213D21849}" destId="{964BFFE5-432A-3543-8166-19318BCF6290}" srcOrd="0" destOrd="0" presId="urn:microsoft.com/office/officeart/2005/8/layout/process1"/>
    <dgm:cxn modelId="{43C4D7C6-7E9E-F447-BCF0-12A23519393A}" type="presOf" srcId="{F1031275-AEFB-5D4C-9A32-B928F525E747}" destId="{64D0CBA3-A990-384D-BF8D-D95A47B8D945}" srcOrd="0" destOrd="0" presId="urn:microsoft.com/office/officeart/2005/8/layout/process1"/>
    <dgm:cxn modelId="{6210CFD8-C0B2-334D-9CBF-489F80FDB5A9}" srcId="{520CCDC0-9F0A-6B40-BF96-35E0C56FA8A7}" destId="{F1031275-AEFB-5D4C-9A32-B928F525E747}" srcOrd="0" destOrd="0" parTransId="{DC28D958-5261-7B4B-88F2-71355CFC2F0E}" sibTransId="{57CC1AD1-807A-8042-8504-B47B885E3186}"/>
    <dgm:cxn modelId="{E248EFF2-9474-DB4E-9DD0-76A84FDFF125}" srcId="{520CCDC0-9F0A-6B40-BF96-35E0C56FA8A7}" destId="{E465DEC4-DEC2-5547-89DE-20788421AAFA}" srcOrd="2" destOrd="0" parTransId="{AE9328B0-59E1-6947-AD58-F85B6D049EBA}" sibTransId="{2F1BAA8E-82FB-964A-BA76-0641EA2764CF}"/>
    <dgm:cxn modelId="{735E4BBA-B7DD-A84C-9F24-CCE437B1346B}" type="presParOf" srcId="{7BBF362B-AD29-C947-A253-94B30526A676}" destId="{64D0CBA3-A990-384D-BF8D-D95A47B8D945}" srcOrd="0" destOrd="0" presId="urn:microsoft.com/office/officeart/2005/8/layout/process1"/>
    <dgm:cxn modelId="{DA16C90B-BE41-BD42-ABAE-59B31DB2E430}" type="presParOf" srcId="{7BBF362B-AD29-C947-A253-94B30526A676}" destId="{A92FE05F-1019-9E47-8D3D-4655A2595E40}" srcOrd="1" destOrd="0" presId="urn:microsoft.com/office/officeart/2005/8/layout/process1"/>
    <dgm:cxn modelId="{F27DB140-90F3-5F42-887B-FC4066E21043}" type="presParOf" srcId="{A92FE05F-1019-9E47-8D3D-4655A2595E40}" destId="{A313DAFB-40C7-2842-8CB3-BBEE1A4CE538}" srcOrd="0" destOrd="0" presId="urn:microsoft.com/office/officeart/2005/8/layout/process1"/>
    <dgm:cxn modelId="{CE8A713C-ECED-3242-A8CE-399B5CC7AB51}" type="presParOf" srcId="{7BBF362B-AD29-C947-A253-94B30526A676}" destId="{82276A30-A805-EA4D-B92C-220EAA176B7F}" srcOrd="2" destOrd="0" presId="urn:microsoft.com/office/officeart/2005/8/layout/process1"/>
    <dgm:cxn modelId="{A681F0F0-D330-604B-BEE3-3DFD8FEC9BE5}" type="presParOf" srcId="{7BBF362B-AD29-C947-A253-94B30526A676}" destId="{964BFFE5-432A-3543-8166-19318BCF6290}" srcOrd="3" destOrd="0" presId="urn:microsoft.com/office/officeart/2005/8/layout/process1"/>
    <dgm:cxn modelId="{4F0A6CCE-5F10-6D43-BC0A-10DF03456872}" type="presParOf" srcId="{964BFFE5-432A-3543-8166-19318BCF6290}" destId="{3604DBCC-8045-9443-B67D-AED8D1DDD04E}" srcOrd="0" destOrd="0" presId="urn:microsoft.com/office/officeart/2005/8/layout/process1"/>
    <dgm:cxn modelId="{21800E88-4C98-1F44-B01C-9356C77AFC06}" type="presParOf" srcId="{7BBF362B-AD29-C947-A253-94B30526A676}" destId="{87FBC1CD-F0AF-C041-B612-6DD2F3D402FF}"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E7A95B-86BD-41EA-B548-12FDCF30F5FA}">
      <dsp:nvSpPr>
        <dsp:cNvPr id="0" name=""/>
        <dsp:cNvSpPr/>
      </dsp:nvSpPr>
      <dsp:spPr>
        <a:xfrm rot="5400000">
          <a:off x="4295744" y="-1811195"/>
          <a:ext cx="536762" cy="4295648"/>
        </a:xfrm>
        <a:prstGeom prst="round2SameRect">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tr-TR" sz="1400" kern="1200" dirty="0"/>
            <a:t>Tüketici Tercihleri</a:t>
          </a:r>
          <a:endParaRPr lang="en-US" sz="1400" kern="1200" dirty="0"/>
        </a:p>
        <a:p>
          <a:pPr marL="114300" lvl="1" indent="-114300" algn="l" defTabSz="622300">
            <a:lnSpc>
              <a:spcPct val="90000"/>
            </a:lnSpc>
            <a:spcBef>
              <a:spcPct val="0"/>
            </a:spcBef>
            <a:spcAft>
              <a:spcPct val="15000"/>
            </a:spcAft>
            <a:buChar char="•"/>
          </a:pPr>
          <a:r>
            <a:rPr lang="tr-TR" sz="1400" kern="1200" dirty="0"/>
            <a:t>Pazarlama Etkileri</a:t>
          </a:r>
          <a:endParaRPr lang="en-US" sz="1400" kern="1200" dirty="0"/>
        </a:p>
      </dsp:txBody>
      <dsp:txXfrm rot="-5400000">
        <a:off x="2416302" y="94450"/>
        <a:ext cx="4269445" cy="484356"/>
      </dsp:txXfrm>
    </dsp:sp>
    <dsp:sp modelId="{53E6F638-C5CB-421B-A0A3-5AAC823B3057}">
      <dsp:nvSpPr>
        <dsp:cNvPr id="0" name=""/>
        <dsp:cNvSpPr/>
      </dsp:nvSpPr>
      <dsp:spPr>
        <a:xfrm>
          <a:off x="0" y="1152"/>
          <a:ext cx="2416302" cy="670953"/>
        </a:xfrm>
        <a:prstGeom prst="roundRect">
          <a:avLst/>
        </a:prstGeom>
        <a:solidFill>
          <a:schemeClr val="accent2">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tr-TR" sz="2000" kern="1200" dirty="0"/>
            <a:t>Pazarlama</a:t>
          </a:r>
          <a:endParaRPr lang="en-US" sz="2000" kern="1200" dirty="0"/>
        </a:p>
      </dsp:txBody>
      <dsp:txXfrm>
        <a:off x="32753" y="33905"/>
        <a:ext cx="2350796" cy="605447"/>
      </dsp:txXfrm>
    </dsp:sp>
    <dsp:sp modelId="{D180AA18-4E17-4FE8-8E09-BE2CE1F8AE7E}">
      <dsp:nvSpPr>
        <dsp:cNvPr id="0" name=""/>
        <dsp:cNvSpPr/>
      </dsp:nvSpPr>
      <dsp:spPr>
        <a:xfrm rot="5400000">
          <a:off x="4295744" y="-1106694"/>
          <a:ext cx="536762" cy="4295648"/>
        </a:xfrm>
        <a:prstGeom prst="round2SameRect">
          <a:avLst/>
        </a:prstGeom>
        <a:solidFill>
          <a:schemeClr val="accent3">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tr-TR" sz="1400" kern="1200" dirty="0"/>
            <a:t>Biyoistatistik</a:t>
          </a:r>
          <a:endParaRPr lang="en-US" sz="1400" kern="1200" dirty="0"/>
        </a:p>
        <a:p>
          <a:pPr marL="114300" lvl="1" indent="-114300" algn="l" defTabSz="622300">
            <a:lnSpc>
              <a:spcPct val="90000"/>
            </a:lnSpc>
            <a:spcBef>
              <a:spcPct val="0"/>
            </a:spcBef>
            <a:spcAft>
              <a:spcPct val="15000"/>
            </a:spcAft>
            <a:buChar char="•"/>
          </a:pPr>
          <a:r>
            <a:rPr lang="tr-TR" sz="1400" kern="1200" dirty="0"/>
            <a:t>Farmakometri</a:t>
          </a:r>
          <a:endParaRPr lang="en-US" sz="1400" kern="1200" dirty="0"/>
        </a:p>
      </dsp:txBody>
      <dsp:txXfrm rot="-5400000">
        <a:off x="2416302" y="798951"/>
        <a:ext cx="4269445" cy="484356"/>
      </dsp:txXfrm>
    </dsp:sp>
    <dsp:sp modelId="{583A8B9A-ECF2-48CD-AE83-5EC7A77D577B}">
      <dsp:nvSpPr>
        <dsp:cNvPr id="0" name=""/>
        <dsp:cNvSpPr/>
      </dsp:nvSpPr>
      <dsp:spPr>
        <a:xfrm>
          <a:off x="0" y="705653"/>
          <a:ext cx="2416302" cy="670953"/>
        </a:xfrm>
        <a:prstGeom prst="roundRect">
          <a:avLst/>
        </a:prstGeom>
        <a:solidFill>
          <a:schemeClr val="accent3">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tr-TR" sz="2000" kern="1200" dirty="0"/>
            <a:t>Sağlık Bilimleri</a:t>
          </a:r>
          <a:endParaRPr lang="en-US" sz="2000" kern="1200" dirty="0"/>
        </a:p>
      </dsp:txBody>
      <dsp:txXfrm>
        <a:off x="32753" y="738406"/>
        <a:ext cx="2350796" cy="605447"/>
      </dsp:txXfrm>
    </dsp:sp>
    <dsp:sp modelId="{A28E0D7D-3DA0-4435-AB63-B26850D6F7B4}">
      <dsp:nvSpPr>
        <dsp:cNvPr id="0" name=""/>
        <dsp:cNvSpPr/>
      </dsp:nvSpPr>
      <dsp:spPr>
        <a:xfrm rot="5400000">
          <a:off x="4295744" y="-402193"/>
          <a:ext cx="536762" cy="4295648"/>
        </a:xfrm>
        <a:prstGeom prst="round2SameRect">
          <a:avLst/>
        </a:prstGeom>
        <a:solidFill>
          <a:schemeClr val="accent4">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tr-TR" sz="1400" kern="1200" dirty="0"/>
            <a:t>İş Performansı</a:t>
          </a:r>
          <a:endParaRPr lang="en-US" sz="1400" kern="1200" dirty="0"/>
        </a:p>
        <a:p>
          <a:pPr marL="114300" lvl="1" indent="-114300" algn="l" defTabSz="622300">
            <a:lnSpc>
              <a:spcPct val="90000"/>
            </a:lnSpc>
            <a:spcBef>
              <a:spcPct val="0"/>
            </a:spcBef>
            <a:spcAft>
              <a:spcPct val="15000"/>
            </a:spcAft>
            <a:buChar char="•"/>
          </a:pPr>
          <a:r>
            <a:rPr lang="tr-TR" sz="1400" kern="1200" dirty="0"/>
            <a:t>Kalite İyileştirme</a:t>
          </a:r>
          <a:endParaRPr lang="en-US" sz="1400" kern="1200" dirty="0"/>
        </a:p>
      </dsp:txBody>
      <dsp:txXfrm rot="-5400000">
        <a:off x="2416302" y="1503452"/>
        <a:ext cx="4269445" cy="484356"/>
      </dsp:txXfrm>
    </dsp:sp>
    <dsp:sp modelId="{596D5251-5A02-4B56-85B4-CE128E8251A3}">
      <dsp:nvSpPr>
        <dsp:cNvPr id="0" name=""/>
        <dsp:cNvSpPr/>
      </dsp:nvSpPr>
      <dsp:spPr>
        <a:xfrm>
          <a:off x="0" y="1410154"/>
          <a:ext cx="2416302" cy="670953"/>
        </a:xfrm>
        <a:prstGeom prst="roundRect">
          <a:avLst/>
        </a:prstGeom>
        <a:solidFill>
          <a:schemeClr val="accent4">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tr-TR" sz="2000" kern="1200" dirty="0"/>
            <a:t>Yönetim ve Bilişim</a:t>
          </a:r>
          <a:endParaRPr lang="en-US" sz="2000" kern="1200" dirty="0"/>
        </a:p>
      </dsp:txBody>
      <dsp:txXfrm>
        <a:off x="32753" y="1442907"/>
        <a:ext cx="2350796" cy="605447"/>
      </dsp:txXfrm>
    </dsp:sp>
    <dsp:sp modelId="{43687247-D929-4522-8F5C-4E6C2655FBB2}">
      <dsp:nvSpPr>
        <dsp:cNvPr id="0" name=""/>
        <dsp:cNvSpPr/>
      </dsp:nvSpPr>
      <dsp:spPr>
        <a:xfrm rot="5400000">
          <a:off x="4295744" y="302307"/>
          <a:ext cx="536762" cy="4295648"/>
        </a:xfrm>
        <a:prstGeom prst="round2SameRect">
          <a:avLst/>
        </a:prstGeom>
        <a:solidFill>
          <a:schemeClr val="accent5">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tr-TR" sz="1400" kern="1200" dirty="0"/>
            <a:t>Denetim</a:t>
          </a:r>
          <a:endParaRPr lang="en-US" sz="1400" kern="1200" dirty="0"/>
        </a:p>
        <a:p>
          <a:pPr marL="114300" lvl="1" indent="-114300" algn="l" defTabSz="622300">
            <a:lnSpc>
              <a:spcPct val="90000"/>
            </a:lnSpc>
            <a:spcBef>
              <a:spcPct val="0"/>
            </a:spcBef>
            <a:spcAft>
              <a:spcPct val="15000"/>
            </a:spcAft>
            <a:buChar char="•"/>
          </a:pPr>
          <a:r>
            <a:rPr lang="tr-TR" sz="1400" kern="1200" dirty="0"/>
            <a:t>Maliyet</a:t>
          </a:r>
          <a:endParaRPr lang="en-US" sz="1400" kern="1200" dirty="0"/>
        </a:p>
      </dsp:txBody>
      <dsp:txXfrm rot="-5400000">
        <a:off x="2416302" y="2207953"/>
        <a:ext cx="4269445" cy="484356"/>
      </dsp:txXfrm>
    </dsp:sp>
    <dsp:sp modelId="{0564908C-35D8-4F27-AD19-0B6C4922D350}">
      <dsp:nvSpPr>
        <dsp:cNvPr id="0" name=""/>
        <dsp:cNvSpPr/>
      </dsp:nvSpPr>
      <dsp:spPr>
        <a:xfrm>
          <a:off x="0" y="2114654"/>
          <a:ext cx="2416302" cy="670953"/>
        </a:xfrm>
        <a:prstGeom prst="roundRect">
          <a:avLst/>
        </a:prstGeom>
        <a:solidFill>
          <a:schemeClr val="accent5">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tr-TR" sz="2000" kern="1200" dirty="0"/>
            <a:t>Muhasebe</a:t>
          </a:r>
          <a:endParaRPr lang="en-US" sz="2000" kern="1200" dirty="0"/>
        </a:p>
      </dsp:txBody>
      <dsp:txXfrm>
        <a:off x="32753" y="2147407"/>
        <a:ext cx="2350796" cy="605447"/>
      </dsp:txXfrm>
    </dsp:sp>
    <dsp:sp modelId="{FC66E24B-2B91-47BA-81C1-3074A507E309}">
      <dsp:nvSpPr>
        <dsp:cNvPr id="0" name=""/>
        <dsp:cNvSpPr/>
      </dsp:nvSpPr>
      <dsp:spPr>
        <a:xfrm rot="5400000">
          <a:off x="4295744" y="1006808"/>
          <a:ext cx="536762" cy="4295648"/>
        </a:xfrm>
        <a:prstGeom prst="round2SameRect">
          <a:avLst/>
        </a:prstGeom>
        <a:solidFill>
          <a:schemeClr val="accent6">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tr-TR" sz="1200" kern="1200" dirty="0"/>
            <a:t>Davranış Bozuklukları</a:t>
          </a:r>
          <a:endParaRPr lang="en-US" sz="1200" kern="1200" dirty="0"/>
        </a:p>
        <a:p>
          <a:pPr marL="114300" lvl="1" indent="-114300" algn="l" defTabSz="533400">
            <a:lnSpc>
              <a:spcPct val="90000"/>
            </a:lnSpc>
            <a:spcBef>
              <a:spcPct val="0"/>
            </a:spcBef>
            <a:spcAft>
              <a:spcPct val="15000"/>
            </a:spcAft>
            <a:buChar char="•"/>
          </a:pPr>
          <a:r>
            <a:rPr lang="tr-TR" sz="1200" kern="1200" dirty="0"/>
            <a:t>Uluslararası Karşılaştırmalı Eğitim Araştırmaları</a:t>
          </a:r>
          <a:endParaRPr lang="en-US" sz="1200" kern="1200" dirty="0"/>
        </a:p>
      </dsp:txBody>
      <dsp:txXfrm rot="-5400000">
        <a:off x="2416302" y="2912454"/>
        <a:ext cx="4269445" cy="484356"/>
      </dsp:txXfrm>
    </dsp:sp>
    <dsp:sp modelId="{62A0B1FF-C282-4841-A558-C89E74FD004E}">
      <dsp:nvSpPr>
        <dsp:cNvPr id="0" name=""/>
        <dsp:cNvSpPr/>
      </dsp:nvSpPr>
      <dsp:spPr>
        <a:xfrm>
          <a:off x="0" y="2819155"/>
          <a:ext cx="2416302" cy="670953"/>
        </a:xfrm>
        <a:prstGeom prst="roundRect">
          <a:avLst/>
        </a:prstGeom>
        <a:solidFill>
          <a:schemeClr val="accent6">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tr-TR" sz="2000" kern="1200" dirty="0"/>
            <a:t>Eğitim ve Psikoloji</a:t>
          </a:r>
          <a:endParaRPr lang="en-US" sz="2000" kern="1200" dirty="0"/>
        </a:p>
      </dsp:txBody>
      <dsp:txXfrm>
        <a:off x="32753" y="2851908"/>
        <a:ext cx="2350796" cy="605447"/>
      </dsp:txXfrm>
    </dsp:sp>
    <dsp:sp modelId="{BC04DA7A-0E33-4DB1-A22B-66CB7F1AD7FB}">
      <dsp:nvSpPr>
        <dsp:cNvPr id="0" name=""/>
        <dsp:cNvSpPr/>
      </dsp:nvSpPr>
      <dsp:spPr>
        <a:xfrm rot="5400000">
          <a:off x="4295744" y="1711309"/>
          <a:ext cx="536762" cy="4295648"/>
        </a:xfrm>
        <a:prstGeom prst="round2SameRect">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tr-TR" sz="1400" kern="1200" dirty="0"/>
            <a:t>Finansal Eğilimler</a:t>
          </a:r>
          <a:endParaRPr lang="en-US" sz="1400" kern="1200" dirty="0"/>
        </a:p>
      </dsp:txBody>
      <dsp:txXfrm rot="-5400000">
        <a:off x="2416302" y="3616955"/>
        <a:ext cx="4269445" cy="484356"/>
      </dsp:txXfrm>
    </dsp:sp>
    <dsp:sp modelId="{072D9E7A-3D93-4B6B-9050-B4A7CAFA5282}">
      <dsp:nvSpPr>
        <dsp:cNvPr id="0" name=""/>
        <dsp:cNvSpPr/>
      </dsp:nvSpPr>
      <dsp:spPr>
        <a:xfrm>
          <a:off x="0" y="3523656"/>
          <a:ext cx="2416302" cy="670953"/>
        </a:xfrm>
        <a:prstGeom prst="roundRect">
          <a:avLst/>
        </a:prstGeom>
        <a:solidFill>
          <a:schemeClr val="accent2">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tr-TR" sz="2000" kern="1200" dirty="0"/>
            <a:t>Finans</a:t>
          </a:r>
          <a:endParaRPr lang="en-US" sz="2000" kern="1200" dirty="0"/>
        </a:p>
      </dsp:txBody>
      <dsp:txXfrm>
        <a:off x="32753" y="3556409"/>
        <a:ext cx="2350796" cy="6054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EBEAA0-BB30-4B62-BDC5-F24A54D10A31}">
      <dsp:nvSpPr>
        <dsp:cNvPr id="0" name=""/>
        <dsp:cNvSpPr/>
      </dsp:nvSpPr>
      <dsp:spPr>
        <a:xfrm>
          <a:off x="2729066" y="2152"/>
          <a:ext cx="2877628" cy="1918419"/>
        </a:xfrm>
        <a:prstGeom prst="roundRect">
          <a:avLst>
            <a:gd name="adj" fmla="val 10000"/>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tr-TR" sz="2800" kern="1200" dirty="0"/>
            <a:t>Yöntemler</a:t>
          </a:r>
          <a:endParaRPr lang="en-US" sz="2000" kern="1200" dirty="0"/>
        </a:p>
      </dsp:txBody>
      <dsp:txXfrm>
        <a:off x="2785255" y="58341"/>
        <a:ext cx="2765250" cy="1806041"/>
      </dsp:txXfrm>
    </dsp:sp>
    <dsp:sp modelId="{3DC44C62-6FB2-4A8A-87B3-16DFA6E42E06}">
      <dsp:nvSpPr>
        <dsp:cNvPr id="0" name=""/>
        <dsp:cNvSpPr/>
      </dsp:nvSpPr>
      <dsp:spPr>
        <a:xfrm>
          <a:off x="2297422" y="1920572"/>
          <a:ext cx="1870458" cy="767367"/>
        </a:xfrm>
        <a:custGeom>
          <a:avLst/>
          <a:gdLst/>
          <a:ahLst/>
          <a:cxnLst/>
          <a:rect l="0" t="0" r="0" b="0"/>
          <a:pathLst>
            <a:path>
              <a:moveTo>
                <a:pt x="1870458" y="0"/>
              </a:moveTo>
              <a:lnTo>
                <a:pt x="1870458" y="383683"/>
              </a:lnTo>
              <a:lnTo>
                <a:pt x="0" y="383683"/>
              </a:lnTo>
              <a:lnTo>
                <a:pt x="0" y="767367"/>
              </a:lnTo>
            </a:path>
          </a:pathLst>
        </a:custGeom>
        <a:noFill/>
        <a:ln w="19050" cap="rnd" cmpd="sng" algn="ctr">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BAC1B4D-4F3C-4697-A274-571C7ADBD917}">
      <dsp:nvSpPr>
        <dsp:cNvPr id="0" name=""/>
        <dsp:cNvSpPr/>
      </dsp:nvSpPr>
      <dsp:spPr>
        <a:xfrm>
          <a:off x="858607" y="2687939"/>
          <a:ext cx="2877628" cy="1918419"/>
        </a:xfrm>
        <a:prstGeom prst="roundRect">
          <a:avLst>
            <a:gd name="adj" fmla="val 10000"/>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tr-TR" sz="2400" kern="1200" dirty="0"/>
            <a:t>Tanımlayıcı/</a:t>
          </a:r>
        </a:p>
        <a:p>
          <a:pPr marL="0" lvl="0" indent="0" algn="ctr" defTabSz="1066800">
            <a:lnSpc>
              <a:spcPct val="90000"/>
            </a:lnSpc>
            <a:spcBef>
              <a:spcPct val="0"/>
            </a:spcBef>
            <a:spcAft>
              <a:spcPct val="35000"/>
            </a:spcAft>
            <a:buNone/>
          </a:pPr>
          <a:r>
            <a:rPr lang="tr-TR" sz="2400" kern="1200" dirty="0"/>
            <a:t>Betimleyici</a:t>
          </a:r>
        </a:p>
        <a:p>
          <a:pPr marL="0" lvl="0" indent="0" algn="ctr" defTabSz="1066800">
            <a:lnSpc>
              <a:spcPct val="90000"/>
            </a:lnSpc>
            <a:spcBef>
              <a:spcPct val="0"/>
            </a:spcBef>
            <a:spcAft>
              <a:spcPct val="35000"/>
            </a:spcAft>
            <a:buNone/>
          </a:pPr>
          <a:r>
            <a:rPr lang="tr-TR" sz="2000" kern="1200" dirty="0"/>
            <a:t>(</a:t>
          </a:r>
          <a:r>
            <a:rPr lang="tr-TR" sz="2000" kern="1200" dirty="0" err="1"/>
            <a:t>Descriptive</a:t>
          </a:r>
          <a:r>
            <a:rPr lang="tr-TR" sz="2000" kern="1200" dirty="0"/>
            <a:t>)</a:t>
          </a:r>
          <a:endParaRPr lang="en-US" sz="2000" kern="1200" dirty="0"/>
        </a:p>
      </dsp:txBody>
      <dsp:txXfrm>
        <a:off x="914796" y="2744128"/>
        <a:ext cx="2765250" cy="1806041"/>
      </dsp:txXfrm>
    </dsp:sp>
    <dsp:sp modelId="{C1A8EA59-DE59-4753-AF78-AE4A195BFE4B}">
      <dsp:nvSpPr>
        <dsp:cNvPr id="0" name=""/>
        <dsp:cNvSpPr/>
      </dsp:nvSpPr>
      <dsp:spPr>
        <a:xfrm>
          <a:off x="4167881" y="1920572"/>
          <a:ext cx="1870458" cy="767367"/>
        </a:xfrm>
        <a:custGeom>
          <a:avLst/>
          <a:gdLst/>
          <a:ahLst/>
          <a:cxnLst/>
          <a:rect l="0" t="0" r="0" b="0"/>
          <a:pathLst>
            <a:path>
              <a:moveTo>
                <a:pt x="0" y="0"/>
              </a:moveTo>
              <a:lnTo>
                <a:pt x="0" y="383683"/>
              </a:lnTo>
              <a:lnTo>
                <a:pt x="1870458" y="383683"/>
              </a:lnTo>
              <a:lnTo>
                <a:pt x="1870458" y="767367"/>
              </a:lnTo>
            </a:path>
          </a:pathLst>
        </a:custGeom>
        <a:noFill/>
        <a:ln w="19050" cap="rnd" cmpd="sng" algn="ctr">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65B0222-D682-411A-9232-04895C5C6B4E}">
      <dsp:nvSpPr>
        <dsp:cNvPr id="0" name=""/>
        <dsp:cNvSpPr/>
      </dsp:nvSpPr>
      <dsp:spPr>
        <a:xfrm>
          <a:off x="4599525" y="2687939"/>
          <a:ext cx="2877628" cy="1918419"/>
        </a:xfrm>
        <a:prstGeom prst="roundRect">
          <a:avLst>
            <a:gd name="adj" fmla="val 10000"/>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tr-TR" sz="2400" kern="1200" dirty="0"/>
            <a:t>Yorumlayıcı/</a:t>
          </a:r>
        </a:p>
        <a:p>
          <a:pPr marL="0" lvl="0" indent="0" algn="ctr" defTabSz="1066800">
            <a:lnSpc>
              <a:spcPct val="90000"/>
            </a:lnSpc>
            <a:spcBef>
              <a:spcPct val="0"/>
            </a:spcBef>
            <a:spcAft>
              <a:spcPct val="35000"/>
            </a:spcAft>
            <a:buNone/>
          </a:pPr>
          <a:r>
            <a:rPr lang="tr-TR" sz="2400" kern="1200" dirty="0" err="1"/>
            <a:t>Çıkarımsal</a:t>
          </a:r>
          <a:endParaRPr lang="tr-TR" sz="2400" kern="1200" dirty="0"/>
        </a:p>
        <a:p>
          <a:pPr marL="0" lvl="0" indent="0" algn="ctr" defTabSz="1066800">
            <a:lnSpc>
              <a:spcPct val="90000"/>
            </a:lnSpc>
            <a:spcBef>
              <a:spcPct val="0"/>
            </a:spcBef>
            <a:spcAft>
              <a:spcPct val="35000"/>
            </a:spcAft>
            <a:buNone/>
          </a:pPr>
          <a:r>
            <a:rPr lang="tr-TR" sz="2000" kern="1200" dirty="0"/>
            <a:t>(</a:t>
          </a:r>
          <a:r>
            <a:rPr lang="tr-TR" sz="2000" kern="1200" dirty="0" err="1"/>
            <a:t>Inferential</a:t>
          </a:r>
          <a:r>
            <a:rPr lang="tr-TR" sz="2000" kern="1200" dirty="0"/>
            <a:t>)</a:t>
          </a:r>
          <a:endParaRPr lang="en-US" sz="2000" kern="1200" dirty="0"/>
        </a:p>
      </dsp:txBody>
      <dsp:txXfrm>
        <a:off x="4655714" y="2744128"/>
        <a:ext cx="2765250" cy="18060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07C51-A34C-411B-9FB3-8A406BAC3761}">
      <dsp:nvSpPr>
        <dsp:cNvPr id="0" name=""/>
        <dsp:cNvSpPr/>
      </dsp:nvSpPr>
      <dsp:spPr>
        <a:xfrm>
          <a:off x="4924498" y="1931481"/>
          <a:ext cx="963810" cy="334545"/>
        </a:xfrm>
        <a:custGeom>
          <a:avLst/>
          <a:gdLst/>
          <a:ahLst/>
          <a:cxnLst/>
          <a:rect l="0" t="0" r="0" b="0"/>
          <a:pathLst>
            <a:path>
              <a:moveTo>
                <a:pt x="0" y="0"/>
              </a:moveTo>
              <a:lnTo>
                <a:pt x="0" y="167272"/>
              </a:lnTo>
              <a:lnTo>
                <a:pt x="963810" y="167272"/>
              </a:lnTo>
              <a:lnTo>
                <a:pt x="963810" y="334545"/>
              </a:lnTo>
            </a:path>
          </a:pathLst>
        </a:custGeom>
        <a:noFill/>
        <a:ln w="19050"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88578B7-1E37-4188-95E0-12935B8353CD}">
      <dsp:nvSpPr>
        <dsp:cNvPr id="0" name=""/>
        <dsp:cNvSpPr/>
      </dsp:nvSpPr>
      <dsp:spPr>
        <a:xfrm>
          <a:off x="3323458" y="3062564"/>
          <a:ext cx="238961" cy="1863897"/>
        </a:xfrm>
        <a:custGeom>
          <a:avLst/>
          <a:gdLst/>
          <a:ahLst/>
          <a:cxnLst/>
          <a:rect l="0" t="0" r="0" b="0"/>
          <a:pathLst>
            <a:path>
              <a:moveTo>
                <a:pt x="0" y="0"/>
              </a:moveTo>
              <a:lnTo>
                <a:pt x="0" y="1863897"/>
              </a:lnTo>
              <a:lnTo>
                <a:pt x="238961" y="1863897"/>
              </a:lnTo>
            </a:path>
          </a:pathLst>
        </a:custGeom>
        <a:noFill/>
        <a:ln w="19050" cap="rnd"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A730C6B-661E-4E15-A7B8-67EFE72EF088}">
      <dsp:nvSpPr>
        <dsp:cNvPr id="0" name=""/>
        <dsp:cNvSpPr/>
      </dsp:nvSpPr>
      <dsp:spPr>
        <a:xfrm>
          <a:off x="3323458" y="3062564"/>
          <a:ext cx="238961" cy="732814"/>
        </a:xfrm>
        <a:custGeom>
          <a:avLst/>
          <a:gdLst/>
          <a:ahLst/>
          <a:cxnLst/>
          <a:rect l="0" t="0" r="0" b="0"/>
          <a:pathLst>
            <a:path>
              <a:moveTo>
                <a:pt x="0" y="0"/>
              </a:moveTo>
              <a:lnTo>
                <a:pt x="0" y="732814"/>
              </a:lnTo>
              <a:lnTo>
                <a:pt x="238961" y="732814"/>
              </a:lnTo>
            </a:path>
          </a:pathLst>
        </a:custGeom>
        <a:noFill/>
        <a:ln w="19050" cap="rnd"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6DB5D8E-0AEA-475D-8E09-70A2338DD314}">
      <dsp:nvSpPr>
        <dsp:cNvPr id="0" name=""/>
        <dsp:cNvSpPr/>
      </dsp:nvSpPr>
      <dsp:spPr>
        <a:xfrm>
          <a:off x="3960688" y="1931481"/>
          <a:ext cx="963810" cy="334545"/>
        </a:xfrm>
        <a:custGeom>
          <a:avLst/>
          <a:gdLst/>
          <a:ahLst/>
          <a:cxnLst/>
          <a:rect l="0" t="0" r="0" b="0"/>
          <a:pathLst>
            <a:path>
              <a:moveTo>
                <a:pt x="963810" y="0"/>
              </a:moveTo>
              <a:lnTo>
                <a:pt x="963810" y="167272"/>
              </a:lnTo>
              <a:lnTo>
                <a:pt x="0" y="167272"/>
              </a:lnTo>
              <a:lnTo>
                <a:pt x="0" y="334545"/>
              </a:lnTo>
            </a:path>
          </a:pathLst>
        </a:custGeom>
        <a:noFill/>
        <a:ln w="19050"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89115559-13E1-4303-9799-3F5601C0DCCA}">
      <dsp:nvSpPr>
        <dsp:cNvPr id="0" name=""/>
        <dsp:cNvSpPr/>
      </dsp:nvSpPr>
      <dsp:spPr>
        <a:xfrm>
          <a:off x="3478782" y="800398"/>
          <a:ext cx="1445715" cy="334545"/>
        </a:xfrm>
        <a:custGeom>
          <a:avLst/>
          <a:gdLst/>
          <a:ahLst/>
          <a:cxnLst/>
          <a:rect l="0" t="0" r="0" b="0"/>
          <a:pathLst>
            <a:path>
              <a:moveTo>
                <a:pt x="0" y="0"/>
              </a:moveTo>
              <a:lnTo>
                <a:pt x="0" y="167272"/>
              </a:lnTo>
              <a:lnTo>
                <a:pt x="1445715" y="167272"/>
              </a:lnTo>
              <a:lnTo>
                <a:pt x="1445715" y="334545"/>
              </a:lnTo>
            </a:path>
          </a:pathLst>
        </a:custGeom>
        <a:noFill/>
        <a:ln w="19050" cap="rnd"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693F76A-DEEE-4F1B-A7D6-92370AE955E8}">
      <dsp:nvSpPr>
        <dsp:cNvPr id="0" name=""/>
        <dsp:cNvSpPr/>
      </dsp:nvSpPr>
      <dsp:spPr>
        <a:xfrm>
          <a:off x="1395837" y="3062564"/>
          <a:ext cx="238961" cy="1863897"/>
        </a:xfrm>
        <a:custGeom>
          <a:avLst/>
          <a:gdLst/>
          <a:ahLst/>
          <a:cxnLst/>
          <a:rect l="0" t="0" r="0" b="0"/>
          <a:pathLst>
            <a:path>
              <a:moveTo>
                <a:pt x="0" y="0"/>
              </a:moveTo>
              <a:lnTo>
                <a:pt x="0" y="1863897"/>
              </a:lnTo>
              <a:lnTo>
                <a:pt x="238961" y="1863897"/>
              </a:lnTo>
            </a:path>
          </a:pathLst>
        </a:custGeom>
        <a:noFill/>
        <a:ln w="19050" cap="rnd"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0967FAA-BE2C-413B-B398-3798FD5678F6}">
      <dsp:nvSpPr>
        <dsp:cNvPr id="0" name=""/>
        <dsp:cNvSpPr/>
      </dsp:nvSpPr>
      <dsp:spPr>
        <a:xfrm>
          <a:off x="1395837" y="3062564"/>
          <a:ext cx="238961" cy="732814"/>
        </a:xfrm>
        <a:custGeom>
          <a:avLst/>
          <a:gdLst/>
          <a:ahLst/>
          <a:cxnLst/>
          <a:rect l="0" t="0" r="0" b="0"/>
          <a:pathLst>
            <a:path>
              <a:moveTo>
                <a:pt x="0" y="0"/>
              </a:moveTo>
              <a:lnTo>
                <a:pt x="0" y="732814"/>
              </a:lnTo>
              <a:lnTo>
                <a:pt x="238961" y="732814"/>
              </a:lnTo>
            </a:path>
          </a:pathLst>
        </a:custGeom>
        <a:noFill/>
        <a:ln w="19050" cap="rnd"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D48C1092-C1C6-4EB0-A2CC-71C9341581BA}">
      <dsp:nvSpPr>
        <dsp:cNvPr id="0" name=""/>
        <dsp:cNvSpPr/>
      </dsp:nvSpPr>
      <dsp:spPr>
        <a:xfrm>
          <a:off x="1987347" y="1931481"/>
          <a:ext cx="91440" cy="334545"/>
        </a:xfrm>
        <a:custGeom>
          <a:avLst/>
          <a:gdLst/>
          <a:ahLst/>
          <a:cxnLst/>
          <a:rect l="0" t="0" r="0" b="0"/>
          <a:pathLst>
            <a:path>
              <a:moveTo>
                <a:pt x="45720" y="0"/>
              </a:moveTo>
              <a:lnTo>
                <a:pt x="45720" y="334545"/>
              </a:lnTo>
            </a:path>
          </a:pathLst>
        </a:custGeom>
        <a:noFill/>
        <a:ln w="19050"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5FBA673-E54B-4727-B812-9780CE79FD57}">
      <dsp:nvSpPr>
        <dsp:cNvPr id="0" name=""/>
        <dsp:cNvSpPr/>
      </dsp:nvSpPr>
      <dsp:spPr>
        <a:xfrm>
          <a:off x="2033067" y="800398"/>
          <a:ext cx="1445715" cy="334545"/>
        </a:xfrm>
        <a:custGeom>
          <a:avLst/>
          <a:gdLst/>
          <a:ahLst/>
          <a:cxnLst/>
          <a:rect l="0" t="0" r="0" b="0"/>
          <a:pathLst>
            <a:path>
              <a:moveTo>
                <a:pt x="1445715" y="0"/>
              </a:moveTo>
              <a:lnTo>
                <a:pt x="1445715" y="167272"/>
              </a:lnTo>
              <a:lnTo>
                <a:pt x="0" y="167272"/>
              </a:lnTo>
              <a:lnTo>
                <a:pt x="0" y="334545"/>
              </a:lnTo>
            </a:path>
          </a:pathLst>
        </a:custGeom>
        <a:noFill/>
        <a:ln w="19050" cap="rnd"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62C4916-CDFF-4889-82EC-064F8F99ABDF}">
      <dsp:nvSpPr>
        <dsp:cNvPr id="0" name=""/>
        <dsp:cNvSpPr/>
      </dsp:nvSpPr>
      <dsp:spPr>
        <a:xfrm>
          <a:off x="2099013" y="3861"/>
          <a:ext cx="2759539" cy="796537"/>
        </a:xfrm>
        <a:prstGeom prst="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Yapıları ve Ölçme Düzeylerine Göre</a:t>
          </a:r>
        </a:p>
      </dsp:txBody>
      <dsp:txXfrm>
        <a:off x="2099013" y="3861"/>
        <a:ext cx="2759539" cy="796537"/>
      </dsp:txXfrm>
    </dsp:sp>
    <dsp:sp modelId="{0848D20A-FF2F-4F43-B780-5F551499F06C}">
      <dsp:nvSpPr>
        <dsp:cNvPr id="0" name=""/>
        <dsp:cNvSpPr/>
      </dsp:nvSpPr>
      <dsp:spPr>
        <a:xfrm>
          <a:off x="1236530" y="1134944"/>
          <a:ext cx="1593074" cy="796537"/>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Niceliksel (Sayısal)</a:t>
          </a:r>
        </a:p>
      </dsp:txBody>
      <dsp:txXfrm>
        <a:off x="1236530" y="1134944"/>
        <a:ext cx="1593074" cy="796537"/>
      </dsp:txXfrm>
    </dsp:sp>
    <dsp:sp modelId="{AD08BD45-76A5-42C1-A962-7E7687A5F805}">
      <dsp:nvSpPr>
        <dsp:cNvPr id="0" name=""/>
        <dsp:cNvSpPr/>
      </dsp:nvSpPr>
      <dsp:spPr>
        <a:xfrm>
          <a:off x="1236530" y="2266027"/>
          <a:ext cx="1593074" cy="796537"/>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Kesikli veya Sürekli</a:t>
          </a:r>
        </a:p>
      </dsp:txBody>
      <dsp:txXfrm>
        <a:off x="1236530" y="2266027"/>
        <a:ext cx="1593074" cy="796537"/>
      </dsp:txXfrm>
    </dsp:sp>
    <dsp:sp modelId="{32610E31-9F3D-4243-A69A-28345097F84B}">
      <dsp:nvSpPr>
        <dsp:cNvPr id="0" name=""/>
        <dsp:cNvSpPr/>
      </dsp:nvSpPr>
      <dsp:spPr>
        <a:xfrm>
          <a:off x="1634799" y="3397110"/>
          <a:ext cx="1593074" cy="796537"/>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Aralıklı (</a:t>
          </a:r>
          <a:r>
            <a:rPr lang="tr-TR" sz="1800" kern="1200" dirty="0" err="1"/>
            <a:t>interval</a:t>
          </a:r>
          <a:r>
            <a:rPr lang="tr-TR" sz="1800" kern="1200" dirty="0"/>
            <a:t>)</a:t>
          </a:r>
        </a:p>
      </dsp:txBody>
      <dsp:txXfrm>
        <a:off x="1634799" y="3397110"/>
        <a:ext cx="1593074" cy="796537"/>
      </dsp:txXfrm>
    </dsp:sp>
    <dsp:sp modelId="{D5FFD2A8-4739-4758-BC20-EF3448D3B468}">
      <dsp:nvSpPr>
        <dsp:cNvPr id="0" name=""/>
        <dsp:cNvSpPr/>
      </dsp:nvSpPr>
      <dsp:spPr>
        <a:xfrm>
          <a:off x="1634799" y="4528193"/>
          <a:ext cx="1593074" cy="796537"/>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Oranlı (</a:t>
          </a:r>
          <a:r>
            <a:rPr lang="tr-TR" sz="1800" kern="1200" dirty="0" err="1"/>
            <a:t>ratio</a:t>
          </a:r>
          <a:r>
            <a:rPr lang="tr-TR" sz="1800" kern="1200" dirty="0"/>
            <a:t>)</a:t>
          </a:r>
        </a:p>
      </dsp:txBody>
      <dsp:txXfrm>
        <a:off x="1634799" y="4528193"/>
        <a:ext cx="1593074" cy="796537"/>
      </dsp:txXfrm>
    </dsp:sp>
    <dsp:sp modelId="{E6A50A50-B376-4F8C-A1B3-28884AD386CB}">
      <dsp:nvSpPr>
        <dsp:cNvPr id="0" name=""/>
        <dsp:cNvSpPr/>
      </dsp:nvSpPr>
      <dsp:spPr>
        <a:xfrm>
          <a:off x="4127960" y="1134944"/>
          <a:ext cx="1593074" cy="796537"/>
        </a:xfrm>
        <a:prstGeom prst="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Niteliksel (Kategorik)</a:t>
          </a:r>
        </a:p>
      </dsp:txBody>
      <dsp:txXfrm>
        <a:off x="4127960" y="1134944"/>
        <a:ext cx="1593074" cy="796537"/>
      </dsp:txXfrm>
    </dsp:sp>
    <dsp:sp modelId="{46134E6B-3E3E-4445-8AB3-AC85D4B6AE51}">
      <dsp:nvSpPr>
        <dsp:cNvPr id="0" name=""/>
        <dsp:cNvSpPr/>
      </dsp:nvSpPr>
      <dsp:spPr>
        <a:xfrm>
          <a:off x="3164150" y="2266027"/>
          <a:ext cx="1593074" cy="796537"/>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Sınıflamalı (</a:t>
          </a:r>
          <a:r>
            <a:rPr lang="tr-TR" sz="1800" kern="1200" dirty="0" err="1"/>
            <a:t>isimsel</a:t>
          </a:r>
          <a:r>
            <a:rPr lang="tr-TR" sz="1800" kern="1200" dirty="0"/>
            <a:t>-Nominal)</a:t>
          </a:r>
        </a:p>
      </dsp:txBody>
      <dsp:txXfrm>
        <a:off x="3164150" y="2266027"/>
        <a:ext cx="1593074" cy="796537"/>
      </dsp:txXfrm>
    </dsp:sp>
    <dsp:sp modelId="{AA6CD205-6EF0-461E-A2AC-874ADB5E69CE}">
      <dsp:nvSpPr>
        <dsp:cNvPr id="0" name=""/>
        <dsp:cNvSpPr/>
      </dsp:nvSpPr>
      <dsp:spPr>
        <a:xfrm>
          <a:off x="3562419" y="3397110"/>
          <a:ext cx="1593074" cy="796537"/>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İkili (</a:t>
          </a:r>
          <a:r>
            <a:rPr lang="tr-TR" sz="1800" kern="1200" dirty="0" err="1"/>
            <a:t>binary</a:t>
          </a:r>
          <a:r>
            <a:rPr lang="tr-TR" sz="1800" kern="1200" dirty="0"/>
            <a:t>)</a:t>
          </a:r>
        </a:p>
      </dsp:txBody>
      <dsp:txXfrm>
        <a:off x="3562419" y="3397110"/>
        <a:ext cx="1593074" cy="796537"/>
      </dsp:txXfrm>
    </dsp:sp>
    <dsp:sp modelId="{5AA1B075-5987-49E7-A4FB-5B4DC9B17A71}">
      <dsp:nvSpPr>
        <dsp:cNvPr id="0" name=""/>
        <dsp:cNvSpPr/>
      </dsp:nvSpPr>
      <dsp:spPr>
        <a:xfrm>
          <a:off x="3562419" y="4528193"/>
          <a:ext cx="1593074" cy="796537"/>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Çok sınıflı</a:t>
          </a:r>
        </a:p>
      </dsp:txBody>
      <dsp:txXfrm>
        <a:off x="3562419" y="4528193"/>
        <a:ext cx="1593074" cy="796537"/>
      </dsp:txXfrm>
    </dsp:sp>
    <dsp:sp modelId="{96A5C5FC-1560-49CF-A9E2-C20A6F5B96F7}">
      <dsp:nvSpPr>
        <dsp:cNvPr id="0" name=""/>
        <dsp:cNvSpPr/>
      </dsp:nvSpPr>
      <dsp:spPr>
        <a:xfrm>
          <a:off x="5091770" y="2266027"/>
          <a:ext cx="1593074" cy="796537"/>
        </a:xfrm>
        <a:prstGeom prst="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Sıralı (</a:t>
          </a:r>
          <a:r>
            <a:rPr lang="tr-TR" sz="1800" kern="1200" dirty="0" err="1"/>
            <a:t>ordinal</a:t>
          </a:r>
          <a:r>
            <a:rPr lang="tr-TR" sz="1800" kern="1200" dirty="0"/>
            <a:t>)</a:t>
          </a:r>
        </a:p>
      </dsp:txBody>
      <dsp:txXfrm>
        <a:off x="5091770" y="2266027"/>
        <a:ext cx="1593074" cy="7965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FD9118-0F2E-DA45-80CE-50C85126A3E9}">
      <dsp:nvSpPr>
        <dsp:cNvPr id="0" name=""/>
        <dsp:cNvSpPr/>
      </dsp:nvSpPr>
      <dsp:spPr>
        <a:xfrm>
          <a:off x="2855948" y="2569643"/>
          <a:ext cx="570576" cy="1840108"/>
        </a:xfrm>
        <a:custGeom>
          <a:avLst/>
          <a:gdLst/>
          <a:ahLst/>
          <a:cxnLst/>
          <a:rect l="0" t="0" r="0" b="0"/>
          <a:pathLst>
            <a:path>
              <a:moveTo>
                <a:pt x="0" y="0"/>
              </a:moveTo>
              <a:lnTo>
                <a:pt x="285288" y="0"/>
              </a:lnTo>
              <a:lnTo>
                <a:pt x="285288" y="1840108"/>
              </a:lnTo>
              <a:lnTo>
                <a:pt x="570576" y="1840108"/>
              </a:lnTo>
            </a:path>
          </a:pathLst>
        </a:custGeom>
        <a:noFill/>
        <a:ln w="19050" cap="rnd" cmpd="sng" algn="ctr">
          <a:solidFill>
            <a:schemeClr val="accent6">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2A91887-5A32-1E45-9958-6D3CE40A9355}">
      <dsp:nvSpPr>
        <dsp:cNvPr id="0" name=""/>
        <dsp:cNvSpPr/>
      </dsp:nvSpPr>
      <dsp:spPr>
        <a:xfrm>
          <a:off x="2855948" y="2569643"/>
          <a:ext cx="570576" cy="613369"/>
        </a:xfrm>
        <a:custGeom>
          <a:avLst/>
          <a:gdLst/>
          <a:ahLst/>
          <a:cxnLst/>
          <a:rect l="0" t="0" r="0" b="0"/>
          <a:pathLst>
            <a:path>
              <a:moveTo>
                <a:pt x="0" y="0"/>
              </a:moveTo>
              <a:lnTo>
                <a:pt x="285288" y="0"/>
              </a:lnTo>
              <a:lnTo>
                <a:pt x="285288" y="613369"/>
              </a:lnTo>
              <a:lnTo>
                <a:pt x="570576" y="613369"/>
              </a:lnTo>
            </a:path>
          </a:pathLst>
        </a:custGeom>
        <a:noFill/>
        <a:ln w="19050" cap="rnd" cmpd="sng" algn="ctr">
          <a:solidFill>
            <a:schemeClr val="accent6">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98902DC-10C8-874E-B459-9BE4C4F855FA}">
      <dsp:nvSpPr>
        <dsp:cNvPr id="0" name=""/>
        <dsp:cNvSpPr/>
      </dsp:nvSpPr>
      <dsp:spPr>
        <a:xfrm>
          <a:off x="2855948" y="1956274"/>
          <a:ext cx="570576" cy="613369"/>
        </a:xfrm>
        <a:custGeom>
          <a:avLst/>
          <a:gdLst/>
          <a:ahLst/>
          <a:cxnLst/>
          <a:rect l="0" t="0" r="0" b="0"/>
          <a:pathLst>
            <a:path>
              <a:moveTo>
                <a:pt x="0" y="613369"/>
              </a:moveTo>
              <a:lnTo>
                <a:pt x="285288" y="613369"/>
              </a:lnTo>
              <a:lnTo>
                <a:pt x="285288" y="0"/>
              </a:lnTo>
              <a:lnTo>
                <a:pt x="570576" y="0"/>
              </a:lnTo>
            </a:path>
          </a:pathLst>
        </a:custGeom>
        <a:noFill/>
        <a:ln w="19050" cap="rnd" cmpd="sng" algn="ctr">
          <a:solidFill>
            <a:schemeClr val="accent6">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069C446C-EBB5-4347-B1B8-DB1F6789AE5C}">
      <dsp:nvSpPr>
        <dsp:cNvPr id="0" name=""/>
        <dsp:cNvSpPr/>
      </dsp:nvSpPr>
      <dsp:spPr>
        <a:xfrm>
          <a:off x="2855948" y="729535"/>
          <a:ext cx="570576" cy="1840108"/>
        </a:xfrm>
        <a:custGeom>
          <a:avLst/>
          <a:gdLst/>
          <a:ahLst/>
          <a:cxnLst/>
          <a:rect l="0" t="0" r="0" b="0"/>
          <a:pathLst>
            <a:path>
              <a:moveTo>
                <a:pt x="0" y="1840108"/>
              </a:moveTo>
              <a:lnTo>
                <a:pt x="285288" y="1840108"/>
              </a:lnTo>
              <a:lnTo>
                <a:pt x="285288" y="0"/>
              </a:lnTo>
              <a:lnTo>
                <a:pt x="570576" y="0"/>
              </a:lnTo>
            </a:path>
          </a:pathLst>
        </a:custGeom>
        <a:noFill/>
        <a:ln w="19050" cap="rnd" cmpd="sng" algn="ctr">
          <a:solidFill>
            <a:schemeClr val="accent6">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CDEF9C2E-6BAA-0C46-A5CB-EA919C5E0E9F}">
      <dsp:nvSpPr>
        <dsp:cNvPr id="0" name=""/>
        <dsp:cNvSpPr/>
      </dsp:nvSpPr>
      <dsp:spPr>
        <a:xfrm>
          <a:off x="3067" y="2134579"/>
          <a:ext cx="2852881" cy="870128"/>
        </a:xfrm>
        <a:prstGeom prst="rect">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Araştırma Sorusuna Göre</a:t>
          </a:r>
          <a:endParaRPr lang="en-US" sz="2400" kern="1200" dirty="0"/>
        </a:p>
      </dsp:txBody>
      <dsp:txXfrm>
        <a:off x="3067" y="2134579"/>
        <a:ext cx="2852881" cy="870128"/>
      </dsp:txXfrm>
    </dsp:sp>
    <dsp:sp modelId="{E644AEC1-6671-9141-9C53-557F86DC42CD}">
      <dsp:nvSpPr>
        <dsp:cNvPr id="0" name=""/>
        <dsp:cNvSpPr/>
      </dsp:nvSpPr>
      <dsp:spPr>
        <a:xfrm>
          <a:off x="3426525" y="294470"/>
          <a:ext cx="2852881" cy="870128"/>
        </a:xfrm>
        <a:prstGeom prst="rect">
          <a:avLst/>
        </a:prstGeom>
        <a:gradFill rotWithShape="0">
          <a:gsLst>
            <a:gs pos="0">
              <a:schemeClr val="accent6">
                <a:hueOff val="0"/>
                <a:satOff val="0"/>
                <a:lumOff val="0"/>
                <a:alphaOff val="0"/>
                <a:tint val="98000"/>
                <a:lumMod val="114000"/>
              </a:schemeClr>
            </a:gs>
            <a:gs pos="100000">
              <a:schemeClr val="accent6">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t>Bağımlı</a:t>
          </a:r>
          <a:r>
            <a:rPr lang="en-US" sz="2400" kern="1200" dirty="0"/>
            <a:t> </a:t>
          </a:r>
          <a:br>
            <a:rPr lang="en-US" sz="2400" kern="1200" dirty="0"/>
          </a:br>
          <a:r>
            <a:rPr lang="en-US" sz="2400" kern="1200" dirty="0"/>
            <a:t>(</a:t>
          </a:r>
          <a:r>
            <a:rPr lang="en-US" sz="2400" kern="1200" dirty="0" err="1"/>
            <a:t>Çıktı</a:t>
          </a:r>
          <a:r>
            <a:rPr lang="en-US" sz="2400" kern="1200" dirty="0"/>
            <a:t>, </a:t>
          </a:r>
          <a:r>
            <a:rPr lang="en-US" sz="2400" kern="1200" dirty="0" err="1"/>
            <a:t>Sonuç</a:t>
          </a:r>
          <a:r>
            <a:rPr lang="en-US" sz="2400" kern="1200" dirty="0"/>
            <a:t>)</a:t>
          </a:r>
        </a:p>
      </dsp:txBody>
      <dsp:txXfrm>
        <a:off x="3426525" y="294470"/>
        <a:ext cx="2852881" cy="870128"/>
      </dsp:txXfrm>
    </dsp:sp>
    <dsp:sp modelId="{CE59F0AD-235A-BA41-A77C-09F9219860E8}">
      <dsp:nvSpPr>
        <dsp:cNvPr id="0" name=""/>
        <dsp:cNvSpPr/>
      </dsp:nvSpPr>
      <dsp:spPr>
        <a:xfrm>
          <a:off x="3426525" y="1521209"/>
          <a:ext cx="2852881" cy="870128"/>
        </a:xfrm>
        <a:prstGeom prst="rect">
          <a:avLst/>
        </a:prstGeom>
        <a:gradFill rotWithShape="0">
          <a:gsLst>
            <a:gs pos="0">
              <a:schemeClr val="accent6">
                <a:hueOff val="0"/>
                <a:satOff val="0"/>
                <a:lumOff val="0"/>
                <a:alphaOff val="0"/>
                <a:tint val="98000"/>
                <a:lumMod val="114000"/>
              </a:schemeClr>
            </a:gs>
            <a:gs pos="100000">
              <a:schemeClr val="accent6">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t>Bağımsız</a:t>
          </a:r>
          <a:r>
            <a:rPr lang="en-US" sz="2400" kern="1200" dirty="0"/>
            <a:t> (</a:t>
          </a:r>
          <a:r>
            <a:rPr lang="en-US" sz="2400" kern="1200" dirty="0" err="1"/>
            <a:t>Tahmin</a:t>
          </a:r>
          <a:r>
            <a:rPr lang="en-US" sz="2400" kern="1200" dirty="0"/>
            <a:t> </a:t>
          </a:r>
          <a:r>
            <a:rPr lang="en-US" sz="2400" kern="1200" dirty="0" err="1"/>
            <a:t>Edici</a:t>
          </a:r>
          <a:r>
            <a:rPr lang="en-US" sz="2400" kern="1200" dirty="0"/>
            <a:t>)</a:t>
          </a:r>
        </a:p>
      </dsp:txBody>
      <dsp:txXfrm>
        <a:off x="3426525" y="1521209"/>
        <a:ext cx="2852881" cy="870128"/>
      </dsp:txXfrm>
    </dsp:sp>
    <dsp:sp modelId="{39B439DF-4A1D-5E4F-80F1-0A889347C788}">
      <dsp:nvSpPr>
        <dsp:cNvPr id="0" name=""/>
        <dsp:cNvSpPr/>
      </dsp:nvSpPr>
      <dsp:spPr>
        <a:xfrm>
          <a:off x="3426525" y="2747948"/>
          <a:ext cx="2852881" cy="870128"/>
        </a:xfrm>
        <a:prstGeom prst="rect">
          <a:avLst/>
        </a:prstGeom>
        <a:gradFill rotWithShape="0">
          <a:gsLst>
            <a:gs pos="0">
              <a:schemeClr val="accent6">
                <a:hueOff val="0"/>
                <a:satOff val="0"/>
                <a:lumOff val="0"/>
                <a:alphaOff val="0"/>
                <a:tint val="98000"/>
                <a:lumMod val="114000"/>
              </a:schemeClr>
            </a:gs>
            <a:gs pos="100000">
              <a:schemeClr val="accent6">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tr-TR" sz="2400" kern="1200" dirty="0"/>
            <a:t>Düzenleyici</a:t>
          </a:r>
          <a:r>
            <a:rPr lang="tr-TR" sz="2400" kern="1200" baseline="0" dirty="0"/>
            <a:t> (</a:t>
          </a:r>
          <a:r>
            <a:rPr lang="tr-TR" sz="2400" kern="1200" baseline="0" dirty="0" err="1"/>
            <a:t>Moderator</a:t>
          </a:r>
          <a:r>
            <a:rPr lang="tr-TR" sz="2400" kern="1200" baseline="0" dirty="0"/>
            <a:t>)</a:t>
          </a:r>
          <a:endParaRPr lang="en-US" sz="2400" kern="1200" dirty="0"/>
        </a:p>
      </dsp:txBody>
      <dsp:txXfrm>
        <a:off x="3426525" y="2747948"/>
        <a:ext cx="2852881" cy="870128"/>
      </dsp:txXfrm>
    </dsp:sp>
    <dsp:sp modelId="{775DEE92-DA3A-0F40-9F63-BA6D5D678899}">
      <dsp:nvSpPr>
        <dsp:cNvPr id="0" name=""/>
        <dsp:cNvSpPr/>
      </dsp:nvSpPr>
      <dsp:spPr>
        <a:xfrm>
          <a:off x="3426525" y="3974687"/>
          <a:ext cx="2852881" cy="870128"/>
        </a:xfrm>
        <a:prstGeom prst="rect">
          <a:avLst/>
        </a:prstGeom>
        <a:gradFill rotWithShape="0">
          <a:gsLst>
            <a:gs pos="0">
              <a:schemeClr val="accent6">
                <a:hueOff val="0"/>
                <a:satOff val="0"/>
                <a:lumOff val="0"/>
                <a:alphaOff val="0"/>
                <a:tint val="98000"/>
                <a:lumMod val="114000"/>
              </a:schemeClr>
            </a:gs>
            <a:gs pos="100000">
              <a:schemeClr val="accent6">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t>Aracı</a:t>
          </a:r>
          <a:r>
            <a:rPr lang="en-US" sz="2400" kern="1200" baseline="0" dirty="0"/>
            <a:t> (Mediator)</a:t>
          </a:r>
          <a:endParaRPr lang="en-US" sz="2400" kern="1200" dirty="0"/>
        </a:p>
      </dsp:txBody>
      <dsp:txXfrm>
        <a:off x="3426525" y="3974687"/>
        <a:ext cx="2852881" cy="8701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D0CBA3-A990-384D-BF8D-D95A47B8D945}">
      <dsp:nvSpPr>
        <dsp:cNvPr id="0" name=""/>
        <dsp:cNvSpPr/>
      </dsp:nvSpPr>
      <dsp:spPr>
        <a:xfrm>
          <a:off x="4193" y="879345"/>
          <a:ext cx="1506156" cy="633348"/>
        </a:xfrm>
        <a:prstGeom prst="roundRect">
          <a:avLst>
            <a:gd name="adj" fmla="val 10000"/>
          </a:avLst>
        </a:prstGeom>
        <a:solidFill>
          <a:schemeClr val="accent6">
            <a:shade val="80000"/>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Egzersiz</a:t>
          </a:r>
          <a:endParaRPr lang="en-US" sz="1600" kern="1200" dirty="0"/>
        </a:p>
      </dsp:txBody>
      <dsp:txXfrm>
        <a:off x="22743" y="897895"/>
        <a:ext cx="1469056" cy="596248"/>
      </dsp:txXfrm>
    </dsp:sp>
    <dsp:sp modelId="{A92FE05F-1019-9E47-8D3D-4655A2595E40}">
      <dsp:nvSpPr>
        <dsp:cNvPr id="0" name=""/>
        <dsp:cNvSpPr/>
      </dsp:nvSpPr>
      <dsp:spPr>
        <a:xfrm>
          <a:off x="1660965" y="1009256"/>
          <a:ext cx="319305" cy="373526"/>
        </a:xfrm>
        <a:prstGeom prst="rightArrow">
          <a:avLst>
            <a:gd name="adj1" fmla="val 60000"/>
            <a:gd name="adj2" fmla="val 50000"/>
          </a:avLst>
        </a:prstGeom>
        <a:solidFill>
          <a:schemeClr val="accent6">
            <a:shade val="9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660965" y="1083961"/>
        <a:ext cx="223514" cy="224116"/>
      </dsp:txXfrm>
    </dsp:sp>
    <dsp:sp modelId="{82276A30-A805-EA4D-B92C-220EAA176B7F}">
      <dsp:nvSpPr>
        <dsp:cNvPr id="0" name=""/>
        <dsp:cNvSpPr/>
      </dsp:nvSpPr>
      <dsp:spPr>
        <a:xfrm>
          <a:off x="2112812" y="349975"/>
          <a:ext cx="1870375" cy="1692088"/>
        </a:xfrm>
        <a:prstGeom prst="roundRect">
          <a:avLst>
            <a:gd name="adj" fmla="val 10000"/>
          </a:avLst>
        </a:prstGeom>
        <a:solidFill>
          <a:schemeClr val="accent6">
            <a:shade val="80000"/>
            <a:hueOff val="-152321"/>
            <a:satOff val="4056"/>
            <a:lumOff val="14416"/>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err="1"/>
            <a:t>Alınan</a:t>
          </a:r>
          <a:r>
            <a:rPr lang="en-US" sz="1600" kern="1200" dirty="0"/>
            <a:t> </a:t>
          </a:r>
          <a:r>
            <a:rPr lang="en-US" sz="1600" kern="1200" dirty="0" err="1"/>
            <a:t>kalori</a:t>
          </a:r>
          <a:endParaRPr lang="en-US" sz="1600" kern="1200" dirty="0"/>
        </a:p>
        <a:p>
          <a:pPr marL="0" lvl="0" indent="0" algn="ctr" defTabSz="711200">
            <a:lnSpc>
              <a:spcPct val="90000"/>
            </a:lnSpc>
            <a:spcBef>
              <a:spcPct val="0"/>
            </a:spcBef>
            <a:spcAft>
              <a:spcPct val="35000"/>
            </a:spcAft>
            <a:buNone/>
          </a:pPr>
          <a:r>
            <a:rPr lang="en-US" sz="1600" kern="1200" dirty="0" err="1"/>
            <a:t>Mutlu</a:t>
          </a:r>
          <a:r>
            <a:rPr lang="en-US" sz="1600" kern="1200" dirty="0"/>
            <a:t> </a:t>
          </a:r>
          <a:r>
            <a:rPr lang="en-US" sz="1600" kern="1200" dirty="0" err="1"/>
            <a:t>olma</a:t>
          </a:r>
          <a:endParaRPr lang="en-US" sz="1600" kern="1200" dirty="0"/>
        </a:p>
        <a:p>
          <a:pPr marL="0" lvl="0" indent="0" algn="ctr" defTabSz="711200">
            <a:lnSpc>
              <a:spcPct val="90000"/>
            </a:lnSpc>
            <a:spcBef>
              <a:spcPct val="0"/>
            </a:spcBef>
            <a:spcAft>
              <a:spcPct val="35000"/>
            </a:spcAft>
            <a:buNone/>
          </a:pPr>
          <a:r>
            <a:rPr lang="en-US" sz="1600" kern="1200" dirty="0" err="1"/>
            <a:t>Önceki</a:t>
          </a:r>
          <a:r>
            <a:rPr lang="en-US" sz="1600" kern="1200" dirty="0"/>
            <a:t> </a:t>
          </a:r>
          <a:r>
            <a:rPr lang="en-US" sz="1600" kern="1200" dirty="0" err="1"/>
            <a:t>ağırlık</a:t>
          </a:r>
          <a:endParaRPr lang="en-US" sz="1600" kern="1200" dirty="0"/>
        </a:p>
        <a:p>
          <a:pPr marL="0" lvl="0" indent="0" algn="ctr" defTabSz="711200">
            <a:lnSpc>
              <a:spcPct val="90000"/>
            </a:lnSpc>
            <a:spcBef>
              <a:spcPct val="0"/>
            </a:spcBef>
            <a:spcAft>
              <a:spcPct val="35000"/>
            </a:spcAft>
            <a:buNone/>
          </a:pPr>
          <a:r>
            <a:rPr lang="en-US" sz="1600" kern="1200" dirty="0" err="1"/>
            <a:t>Yaş</a:t>
          </a:r>
          <a:endParaRPr lang="en-US" sz="1600" kern="1200" dirty="0"/>
        </a:p>
        <a:p>
          <a:pPr marL="0" lvl="0" indent="0" algn="ctr" defTabSz="711200">
            <a:lnSpc>
              <a:spcPct val="90000"/>
            </a:lnSpc>
            <a:spcBef>
              <a:spcPct val="0"/>
            </a:spcBef>
            <a:spcAft>
              <a:spcPct val="35000"/>
            </a:spcAft>
            <a:buNone/>
          </a:pPr>
          <a:r>
            <a:rPr lang="en-US" sz="1600" kern="1200" dirty="0" err="1"/>
            <a:t>Cinsiyet</a:t>
          </a:r>
          <a:endParaRPr lang="en-US" sz="1600" kern="1200" dirty="0"/>
        </a:p>
      </dsp:txBody>
      <dsp:txXfrm>
        <a:off x="2162372" y="399535"/>
        <a:ext cx="1771255" cy="1592968"/>
      </dsp:txXfrm>
    </dsp:sp>
    <dsp:sp modelId="{964BFFE5-432A-3543-8166-19318BCF6290}">
      <dsp:nvSpPr>
        <dsp:cNvPr id="0" name=""/>
        <dsp:cNvSpPr/>
      </dsp:nvSpPr>
      <dsp:spPr>
        <a:xfrm>
          <a:off x="4133803" y="1009256"/>
          <a:ext cx="319305" cy="373526"/>
        </a:xfrm>
        <a:prstGeom prst="rightArrow">
          <a:avLst>
            <a:gd name="adj1" fmla="val 60000"/>
            <a:gd name="adj2" fmla="val 50000"/>
          </a:avLst>
        </a:prstGeom>
        <a:solidFill>
          <a:schemeClr val="accent6">
            <a:shade val="90000"/>
            <a:hueOff val="-304443"/>
            <a:satOff val="3138"/>
            <a:lumOff val="2608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133803" y="1083961"/>
        <a:ext cx="223514" cy="224116"/>
      </dsp:txXfrm>
    </dsp:sp>
    <dsp:sp modelId="{87FBC1CD-F0AF-C041-B612-6DD2F3D402FF}">
      <dsp:nvSpPr>
        <dsp:cNvPr id="0" name=""/>
        <dsp:cNvSpPr/>
      </dsp:nvSpPr>
      <dsp:spPr>
        <a:xfrm>
          <a:off x="4585650" y="864099"/>
          <a:ext cx="1506156" cy="663840"/>
        </a:xfrm>
        <a:prstGeom prst="roundRect">
          <a:avLst>
            <a:gd name="adj" fmla="val 10000"/>
          </a:avLst>
        </a:prstGeom>
        <a:solidFill>
          <a:schemeClr val="accent6">
            <a:shade val="80000"/>
            <a:hueOff val="-304641"/>
            <a:satOff val="8111"/>
            <a:lumOff val="28831"/>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Kilo Verme</a:t>
          </a:r>
        </a:p>
      </dsp:txBody>
      <dsp:txXfrm>
        <a:off x="4605093" y="883542"/>
        <a:ext cx="1467270" cy="62495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011CE99-ED32-4F42-A088-E2062353A646}" type="datetimeFigureOut">
              <a:rPr lang="tr-TR"/>
              <a:pPr>
                <a:defRPr/>
              </a:pPr>
              <a:t>12.10.2021</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tr-TR" noProof="0"/>
          </a:p>
        </p:txBody>
      </p:sp>
      <p:sp>
        <p:nvSpPr>
          <p:cNvPr id="5" name="4 Not Yer Tutucusu"/>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717C2A8E-2540-4772-83E5-C7BBDE8E6DB2}" type="slidenum">
              <a:rPr lang="tr-TR"/>
              <a:pPr>
                <a:defRPr/>
              </a:pPr>
              <a:t>‹#›</a:t>
            </a:fld>
            <a:endParaRPr lang="tr-TR"/>
          </a:p>
        </p:txBody>
      </p:sp>
    </p:spTree>
    <p:extLst>
      <p:ext uri="{BB962C8B-B14F-4D97-AF65-F5344CB8AC3E}">
        <p14:creationId xmlns:p14="http://schemas.microsoft.com/office/powerpoint/2010/main" val="26466379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pPr>
              <a:defRPr/>
            </a:pPr>
            <a:fld id="{717C2A8E-2540-4772-83E5-C7BBDE8E6DB2}" type="slidenum">
              <a:rPr lang="tr-TR" smtClean="0"/>
              <a:pPr>
                <a:defRPr/>
              </a:pPr>
              <a:t>3</a:t>
            </a:fld>
            <a:endParaRPr lang="tr-TR"/>
          </a:p>
        </p:txBody>
      </p:sp>
    </p:spTree>
    <p:extLst>
      <p:ext uri="{BB962C8B-B14F-4D97-AF65-F5344CB8AC3E}">
        <p14:creationId xmlns:p14="http://schemas.microsoft.com/office/powerpoint/2010/main" val="3962875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dirty="0" err="1"/>
              <a:t>Tarifsel</a:t>
            </a:r>
            <a:r>
              <a:rPr lang="en-US" altLang="tr-TR" dirty="0"/>
              <a:t> (Descriptive) </a:t>
            </a:r>
            <a:r>
              <a:rPr lang="en-US" altLang="tr-TR" dirty="0" err="1"/>
              <a:t>istatstik</a:t>
            </a:r>
            <a:r>
              <a:rPr lang="en-US" altLang="tr-TR" dirty="0"/>
              <a:t>: </a:t>
            </a:r>
            <a:r>
              <a:rPr lang="tr-TR" altLang="tr-TR" dirty="0"/>
              <a:t>sayısal (numerik) </a:t>
            </a:r>
            <a:r>
              <a:rPr lang="en-US" altLang="tr-TR" dirty="0" err="1"/>
              <a:t>verileri</a:t>
            </a:r>
            <a:r>
              <a:rPr lang="en-US" altLang="tr-TR" dirty="0"/>
              <a:t> </a:t>
            </a:r>
            <a:r>
              <a:rPr lang="en-US" altLang="tr-TR" dirty="0" err="1"/>
              <a:t>derlemek</a:t>
            </a:r>
            <a:r>
              <a:rPr lang="en-US" altLang="tr-TR" dirty="0"/>
              <a:t>, </a:t>
            </a:r>
            <a:r>
              <a:rPr lang="en-US" altLang="tr-TR" dirty="0" err="1"/>
              <a:t>düzenlemek</a:t>
            </a:r>
            <a:r>
              <a:rPr lang="en-US" altLang="tr-TR" dirty="0"/>
              <a:t>, </a:t>
            </a:r>
            <a:r>
              <a:rPr lang="en-US" altLang="tr-TR" dirty="0" err="1"/>
              <a:t>ve</a:t>
            </a:r>
            <a:r>
              <a:rPr lang="tr-TR" altLang="tr-TR" dirty="0"/>
              <a:t> </a:t>
            </a:r>
            <a:r>
              <a:rPr lang="en-US" altLang="tr-TR" dirty="0" err="1"/>
              <a:t>özetlemek</a:t>
            </a:r>
            <a:r>
              <a:rPr lang="en-US" altLang="tr-TR" dirty="0"/>
              <a:t> </a:t>
            </a:r>
            <a:r>
              <a:rPr lang="en-US" altLang="tr-TR" dirty="0" err="1"/>
              <a:t>için</a:t>
            </a:r>
            <a:r>
              <a:rPr lang="en-US" altLang="tr-TR" dirty="0"/>
              <a:t> </a:t>
            </a:r>
            <a:r>
              <a:rPr lang="en-US" altLang="tr-TR" dirty="0" err="1"/>
              <a:t>kullanılan</a:t>
            </a:r>
            <a:r>
              <a:rPr lang="en-US" altLang="tr-TR" dirty="0"/>
              <a:t> </a:t>
            </a:r>
            <a:r>
              <a:rPr lang="en-US" altLang="tr-TR" dirty="0" err="1"/>
              <a:t>prosedürleri</a:t>
            </a:r>
            <a:r>
              <a:rPr lang="en-US" altLang="tr-TR" dirty="0"/>
              <a:t> </a:t>
            </a:r>
            <a:r>
              <a:rPr lang="en-US" altLang="tr-TR" dirty="0" err="1"/>
              <a:t>içerir</a:t>
            </a:r>
            <a:endParaRPr lang="en-US" altLang="tr-TR" dirty="0"/>
          </a:p>
          <a:p>
            <a:endParaRPr lang="tr-TR" altLang="tr-TR" dirty="0"/>
          </a:p>
          <a:p>
            <a:r>
              <a:rPr lang="en-US" altLang="tr-TR" dirty="0" err="1"/>
              <a:t>Çıkarımsal</a:t>
            </a:r>
            <a:r>
              <a:rPr lang="en-US" altLang="tr-TR" dirty="0"/>
              <a:t> (Inferential) </a:t>
            </a:r>
            <a:r>
              <a:rPr lang="en-US" altLang="tr-TR" dirty="0" err="1"/>
              <a:t>istatistik</a:t>
            </a:r>
            <a:r>
              <a:rPr lang="en-US" altLang="tr-TR" dirty="0"/>
              <a:t>:</a:t>
            </a:r>
            <a:r>
              <a:rPr lang="tr-TR" altLang="tr-TR" dirty="0"/>
              <a:t> </a:t>
            </a:r>
            <a:r>
              <a:rPr lang="en-US" altLang="tr-TR" dirty="0" err="1"/>
              <a:t>örneklemeye</a:t>
            </a:r>
            <a:r>
              <a:rPr lang="en-US" altLang="tr-TR" dirty="0"/>
              <a:t> </a:t>
            </a:r>
            <a:r>
              <a:rPr lang="en-US" altLang="tr-TR" dirty="0" err="1"/>
              <a:t>dayanarak</a:t>
            </a:r>
            <a:r>
              <a:rPr lang="en-US" altLang="tr-TR" dirty="0"/>
              <a:t> </a:t>
            </a:r>
            <a:r>
              <a:rPr lang="en-US" altLang="tr-TR" dirty="0" err="1"/>
              <a:t>bir</a:t>
            </a:r>
            <a:r>
              <a:rPr lang="en-US" altLang="tr-TR" dirty="0"/>
              <a:t> </a:t>
            </a:r>
            <a:r>
              <a:rPr lang="en-US" altLang="tr-TR" dirty="0" err="1"/>
              <a:t>popülasyon</a:t>
            </a:r>
            <a:r>
              <a:rPr lang="tr-TR" altLang="tr-TR" dirty="0"/>
              <a:t> </a:t>
            </a:r>
            <a:r>
              <a:rPr lang="en-US" altLang="tr-TR" dirty="0" err="1"/>
              <a:t>hakkında</a:t>
            </a:r>
            <a:r>
              <a:rPr lang="en-US" altLang="tr-TR" dirty="0"/>
              <a:t> </a:t>
            </a:r>
            <a:r>
              <a:rPr lang="en-US" altLang="tr-TR" dirty="0" err="1"/>
              <a:t>bilgi</a:t>
            </a:r>
            <a:r>
              <a:rPr lang="en-US" altLang="tr-TR" dirty="0"/>
              <a:t> </a:t>
            </a:r>
            <a:r>
              <a:rPr lang="en-US" altLang="tr-TR" dirty="0" err="1"/>
              <a:t>elde</a:t>
            </a:r>
            <a:r>
              <a:rPr lang="en-US" altLang="tr-TR" dirty="0"/>
              <a:t> </a:t>
            </a:r>
            <a:r>
              <a:rPr lang="en-US" altLang="tr-TR" dirty="0" err="1"/>
              <a:t>etmek</a:t>
            </a:r>
            <a:r>
              <a:rPr lang="en-US" altLang="tr-TR" dirty="0"/>
              <a:t> </a:t>
            </a:r>
            <a:r>
              <a:rPr lang="en-US" altLang="tr-TR" dirty="0" err="1"/>
              <a:t>için</a:t>
            </a:r>
            <a:r>
              <a:rPr lang="en-US" altLang="tr-TR" dirty="0"/>
              <a:t> </a:t>
            </a:r>
            <a:r>
              <a:rPr lang="en-US" altLang="tr-TR" dirty="0" err="1"/>
              <a:t>kullanılan</a:t>
            </a:r>
            <a:r>
              <a:rPr lang="tr-TR" altLang="tr-TR" dirty="0"/>
              <a:t> </a:t>
            </a:r>
            <a:r>
              <a:rPr lang="en-US" altLang="tr-TR" dirty="0" err="1"/>
              <a:t>metodlar</a:t>
            </a:r>
            <a:endParaRPr lang="en-US" altLang="tr-TR" dirty="0"/>
          </a:p>
          <a:p>
            <a:endParaRPr lang="en-US" altLang="tr-TR" dirty="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ABC95AF-31E0-4FF6-8ADB-4AFF8192CFFE}" type="slidenum">
              <a:rPr lang="tr-TR" altLang="tr-TR"/>
              <a:pPr>
                <a:spcBef>
                  <a:spcPct val="0"/>
                </a:spcBef>
              </a:pPr>
              <a:t>5</a:t>
            </a:fld>
            <a:endParaRPr lang="tr-TR" altLang="tr-TR"/>
          </a:p>
        </p:txBody>
      </p:sp>
    </p:spTree>
    <p:extLst>
      <p:ext uri="{BB962C8B-B14F-4D97-AF65-F5344CB8AC3E}">
        <p14:creationId xmlns:p14="http://schemas.microsoft.com/office/powerpoint/2010/main" val="2257236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pPr>
              <a:defRPr/>
            </a:pPr>
            <a:fld id="{717C2A8E-2540-4772-83E5-C7BBDE8E6DB2}" type="slidenum">
              <a:rPr lang="tr-TR" smtClean="0"/>
              <a:pPr>
                <a:defRPr/>
              </a:pPr>
              <a:t>6</a:t>
            </a:fld>
            <a:endParaRPr lang="tr-TR"/>
          </a:p>
        </p:txBody>
      </p:sp>
    </p:spTree>
    <p:extLst>
      <p:ext uri="{BB962C8B-B14F-4D97-AF65-F5344CB8AC3E}">
        <p14:creationId xmlns:p14="http://schemas.microsoft.com/office/powerpoint/2010/main" val="1550902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24EA26-7C53-4E94-83F2-B30320A9F30A}" type="slidenum">
              <a:rPr lang="tr-TR" altLang="tr-TR"/>
              <a:pPr/>
              <a:t>8</a:t>
            </a:fld>
            <a:endParaRPr lang="tr-TR" altLang="tr-TR"/>
          </a:p>
        </p:txBody>
      </p:sp>
      <p:sp>
        <p:nvSpPr>
          <p:cNvPr id="453634" name="Rectangle 2"/>
          <p:cNvSpPr>
            <a:spLocks noGrp="1" noRot="1" noChangeAspect="1" noChangeArrowheads="1" noTextEdit="1"/>
          </p:cNvSpPr>
          <p:nvPr>
            <p:ph type="sldImg"/>
          </p:nvPr>
        </p:nvSpPr>
        <p:spPr>
          <a:ln cap="flat"/>
        </p:spPr>
      </p:sp>
      <p:sp>
        <p:nvSpPr>
          <p:cNvPr id="453635" name="Rectangle 3"/>
          <p:cNvSpPr>
            <a:spLocks noGrp="1" noChangeArrowheads="1"/>
          </p:cNvSpPr>
          <p:nvPr>
            <p:ph type="body" idx="1"/>
          </p:nvPr>
        </p:nvSpPr>
        <p:spPr>
          <a:ln/>
        </p:spPr>
        <p:txBody>
          <a:bodyPr/>
          <a:lstStyle/>
          <a:p>
            <a:pPr>
              <a:spcBef>
                <a:spcPct val="0"/>
              </a:spcBef>
            </a:pPr>
            <a:endParaRPr lang="en-AU" altLang="tr-TR" sz="2400"/>
          </a:p>
        </p:txBody>
      </p:sp>
    </p:spTree>
    <p:extLst>
      <p:ext uri="{BB962C8B-B14F-4D97-AF65-F5344CB8AC3E}">
        <p14:creationId xmlns:p14="http://schemas.microsoft.com/office/powerpoint/2010/main" val="4140475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7289D3D-AB11-4956-AEC9-5C4665863FF9}" type="slidenum">
              <a:rPr lang="tr-TR" altLang="tr-TR"/>
              <a:pPr>
                <a:spcBef>
                  <a:spcPct val="0"/>
                </a:spcBef>
              </a:pPr>
              <a:t>13</a:t>
            </a:fld>
            <a:endParaRPr lang="tr-TR" altLang="tr-TR"/>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spcBef>
                <a:spcPct val="0"/>
              </a:spcBef>
            </a:pPr>
            <a:endParaRPr lang="en-US" altLang="tr-TR" sz="1800">
              <a:latin typeface="Arial" panose="020B0604020202020204" pitchFamily="34" charset="0"/>
            </a:endParaRPr>
          </a:p>
        </p:txBody>
      </p:sp>
    </p:spTree>
    <p:extLst>
      <p:ext uri="{BB962C8B-B14F-4D97-AF65-F5344CB8AC3E}">
        <p14:creationId xmlns:p14="http://schemas.microsoft.com/office/powerpoint/2010/main" val="596833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36867" name="Notes Placeholder 2"/>
          <p:cNvSpPr>
            <a:spLocks noGrp="1"/>
          </p:cNvSpPr>
          <p:nvPr>
            <p:ph type="body" idx="1"/>
          </p:nvPr>
        </p:nvSpPr>
        <p:spPr bwMode="auto">
          <a:solidFill>
            <a:srgbClr val="FFFFFF"/>
          </a:solidFill>
          <a:ln>
            <a:solidFill>
              <a:srgbClr val="000000"/>
            </a:solidFill>
            <a:miter lim="800000"/>
            <a:headEnd/>
            <a:tailEnd/>
          </a:ln>
        </p:spPr>
        <p:txBody>
          <a:bodyPr/>
          <a:lstStyle/>
          <a:p>
            <a:pPr eaLnBrk="1" hangingPunct="1">
              <a:spcBef>
                <a:spcPct val="0"/>
              </a:spcBef>
            </a:pPr>
            <a:r>
              <a:rPr lang="tr-TR" altLang="tr-TR" sz="1800">
                <a:latin typeface="Arial" panose="020B0604020202020204" pitchFamily="34" charset="0"/>
              </a:rPr>
              <a:t>ı</a:t>
            </a:r>
            <a:endParaRPr lang="en-US" altLang="tr-TR" sz="1800">
              <a:latin typeface="Arial" panose="020B0604020202020204" pitchFamily="34" charset="0"/>
            </a:endParaRPr>
          </a:p>
        </p:txBody>
      </p:sp>
      <p:sp>
        <p:nvSpPr>
          <p:cNvPr id="36868"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80EB498A-C918-4C18-ADDC-BDAE46928A47}" type="slidenum">
              <a:rPr lang="tr-TR" altLang="tr-TR"/>
              <a:pPr algn="r" eaLnBrk="1" hangingPunct="1">
                <a:spcBef>
                  <a:spcPct val="0"/>
                </a:spcBef>
              </a:pPr>
              <a:t>15</a:t>
            </a:fld>
            <a:endParaRPr lang="tr-TR" altLang="tr-TR"/>
          </a:p>
        </p:txBody>
      </p:sp>
    </p:spTree>
    <p:extLst>
      <p:ext uri="{BB962C8B-B14F-4D97-AF65-F5344CB8AC3E}">
        <p14:creationId xmlns:p14="http://schemas.microsoft.com/office/powerpoint/2010/main" val="2100251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pPr>
              <a:defRPr/>
            </a:pPr>
            <a:fld id="{717C2A8E-2540-4772-83E5-C7BBDE8E6DB2}" type="slidenum">
              <a:rPr lang="tr-TR" smtClean="0"/>
              <a:pPr>
                <a:defRPr/>
              </a:pPr>
              <a:t>16</a:t>
            </a:fld>
            <a:endParaRPr lang="tr-TR"/>
          </a:p>
        </p:txBody>
      </p:sp>
    </p:spTree>
    <p:extLst>
      <p:ext uri="{BB962C8B-B14F-4D97-AF65-F5344CB8AC3E}">
        <p14:creationId xmlns:p14="http://schemas.microsoft.com/office/powerpoint/2010/main" val="443754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9939"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a:lstStyle/>
          <a:p>
            <a:pPr eaLnBrk="1" hangingPunct="1">
              <a:spcBef>
                <a:spcPct val="0"/>
              </a:spcBef>
            </a:pPr>
            <a:r>
              <a:rPr lang="tr-TR" altLang="tr-TR" sz="1800">
                <a:latin typeface="Arial" panose="020B0604020202020204" pitchFamily="34" charset="0"/>
              </a:rPr>
              <a:t>MOD bir gözlemde en çok tekrarlanan sayı</a:t>
            </a:r>
          </a:p>
        </p:txBody>
      </p:sp>
    </p:spTree>
    <p:extLst>
      <p:ext uri="{BB962C8B-B14F-4D97-AF65-F5344CB8AC3E}">
        <p14:creationId xmlns:p14="http://schemas.microsoft.com/office/powerpoint/2010/main" val="36250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1987"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a:lstStyle/>
          <a:p>
            <a:pPr eaLnBrk="1" hangingPunct="1">
              <a:spcBef>
                <a:spcPct val="0"/>
              </a:spcBef>
            </a:pPr>
            <a:r>
              <a:rPr lang="tr-TR" altLang="tr-TR" sz="1800">
                <a:latin typeface="Arial" panose="020B0604020202020204" pitchFamily="34" charset="0"/>
              </a:rPr>
              <a:t>Gözlemler küçükten büğüye sıraya dizilir bunları ikeye ayırdığında en ortadaki değer</a:t>
            </a:r>
          </a:p>
        </p:txBody>
      </p:sp>
    </p:spTree>
    <p:extLst>
      <p:ext uri="{BB962C8B-B14F-4D97-AF65-F5344CB8AC3E}">
        <p14:creationId xmlns:p14="http://schemas.microsoft.com/office/powerpoint/2010/main" val="1881423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err="1">
                <a:solidFill>
                  <a:schemeClr val="tx1"/>
                </a:solidFill>
                <a:effectLst/>
                <a:latin typeface="+mn-lt"/>
                <a:ea typeface="+mn-ea"/>
                <a:cs typeface="+mn-cs"/>
              </a:rPr>
              <a:t>Başlangıc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bitis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keyfi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olduğu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için</a:t>
            </a:r>
            <a:r>
              <a:rPr lang="en-US" sz="1200" kern="1200" dirty="0">
                <a:solidFill>
                  <a:schemeClr val="tx1"/>
                </a:solidFill>
                <a:effectLst/>
                <a:latin typeface="+mn-lt"/>
                <a:ea typeface="+mn-ea"/>
                <a:cs typeface="+mn-cs"/>
              </a:rPr>
              <a:t> 10 </a:t>
            </a:r>
            <a:r>
              <a:rPr lang="en-US" sz="1200" kern="1200" dirty="0" err="1">
                <a:solidFill>
                  <a:schemeClr val="tx1"/>
                </a:solidFill>
                <a:effectLst/>
                <a:latin typeface="+mn-lt"/>
                <a:ea typeface="+mn-ea"/>
                <a:cs typeface="+mn-cs"/>
              </a:rPr>
              <a:t>derece</a:t>
            </a:r>
            <a:r>
              <a:rPr lang="en-US" sz="1200" kern="1200" dirty="0">
                <a:solidFill>
                  <a:schemeClr val="tx1"/>
                </a:solidFill>
                <a:effectLst/>
                <a:latin typeface="+mn-lt"/>
                <a:ea typeface="+mn-ea"/>
                <a:cs typeface="+mn-cs"/>
              </a:rPr>
              <a:t> 5 </a:t>
            </a:r>
            <a:r>
              <a:rPr lang="en-US" sz="1200" kern="1200" dirty="0" err="1">
                <a:solidFill>
                  <a:schemeClr val="tx1"/>
                </a:solidFill>
                <a:effectLst/>
                <a:latin typeface="+mn-lt"/>
                <a:ea typeface="+mn-ea"/>
                <a:cs typeface="+mn-cs"/>
              </a:rPr>
              <a:t>dereceden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iki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sıcak</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denemez</a:t>
            </a:r>
            <a:r>
              <a:rPr lang="en-US" sz="1200" kern="1200" dirty="0">
                <a:solidFill>
                  <a:schemeClr val="tx1"/>
                </a:solidFill>
                <a:effectLst/>
                <a:latin typeface="+mn-lt"/>
                <a:ea typeface="+mn-ea"/>
                <a:cs typeface="+mn-cs"/>
              </a:rPr>
              <a:t>. </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pPr>
              <a:defRPr/>
            </a:pPr>
            <a:fld id="{717C2A8E-2540-4772-83E5-C7BBDE8E6DB2}" type="slidenum">
              <a:rPr lang="tr-TR" smtClean="0"/>
              <a:pPr>
                <a:defRPr/>
              </a:pPr>
              <a:t>24</a:t>
            </a:fld>
            <a:endParaRPr lang="tr-TR"/>
          </a:p>
        </p:txBody>
      </p:sp>
    </p:spTree>
    <p:extLst>
      <p:ext uri="{BB962C8B-B14F-4D97-AF65-F5344CB8AC3E}">
        <p14:creationId xmlns:p14="http://schemas.microsoft.com/office/powerpoint/2010/main" val="1568955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17C2A8E-2540-4772-83E5-C7BBDE8E6DB2}" type="slidenum">
              <a:rPr lang="tr-TR" smtClean="0"/>
              <a:pPr>
                <a:defRPr/>
              </a:pPr>
              <a:t>27</a:t>
            </a:fld>
            <a:endParaRPr lang="tr-TR"/>
          </a:p>
        </p:txBody>
      </p:sp>
    </p:spTree>
    <p:extLst>
      <p:ext uri="{BB962C8B-B14F-4D97-AF65-F5344CB8AC3E}">
        <p14:creationId xmlns:p14="http://schemas.microsoft.com/office/powerpoint/2010/main" val="1153820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17C2A8E-2540-4772-83E5-C7BBDE8E6DB2}" type="slidenum">
              <a:rPr lang="tr-TR" smtClean="0"/>
              <a:pPr>
                <a:defRPr/>
              </a:pPr>
              <a:t>31</a:t>
            </a:fld>
            <a:endParaRPr lang="tr-TR"/>
          </a:p>
        </p:txBody>
      </p:sp>
    </p:spTree>
    <p:extLst>
      <p:ext uri="{BB962C8B-B14F-4D97-AF65-F5344CB8AC3E}">
        <p14:creationId xmlns:p14="http://schemas.microsoft.com/office/powerpoint/2010/main" val="1285082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tr-TR"/>
          </a:p>
        </p:txBody>
      </p:sp>
      <p:sp>
        <p:nvSpPr>
          <p:cNvPr id="6" name="Footer Placeholder 5"/>
          <p:cNvSpPr>
            <a:spLocks noGrp="1"/>
          </p:cNvSpPr>
          <p:nvPr>
            <p:ph type="ftr" sz="quarter" idx="11"/>
          </p:nvPr>
        </p:nvSpPr>
        <p:spPr/>
        <p:txBody>
          <a:bodyPr/>
          <a:lstStyle/>
          <a:p>
            <a:pPr>
              <a:defRPr/>
            </a:pPr>
            <a:endParaRPr lang="tr-TR"/>
          </a:p>
        </p:txBody>
      </p:sp>
      <p:sp>
        <p:nvSpPr>
          <p:cNvPr id="7" name="Slide Number Placeholder 6"/>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tr-TR"/>
          </a:p>
        </p:txBody>
      </p:sp>
      <p:sp>
        <p:nvSpPr>
          <p:cNvPr id="8" name="Footer Placeholder 7"/>
          <p:cNvSpPr>
            <a:spLocks noGrp="1"/>
          </p:cNvSpPr>
          <p:nvPr>
            <p:ph type="ftr" sz="quarter" idx="11"/>
          </p:nvPr>
        </p:nvSpPr>
        <p:spPr/>
        <p:txBody>
          <a:bodyPr/>
          <a:lstStyle/>
          <a:p>
            <a:pPr>
              <a:defRPr/>
            </a:pPr>
            <a:endParaRPr lang="tr-TR"/>
          </a:p>
        </p:txBody>
      </p:sp>
      <p:sp>
        <p:nvSpPr>
          <p:cNvPr id="9" name="Slide Number Placeholder 8"/>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endParaRPr lang="tr-TR"/>
          </a:p>
        </p:txBody>
      </p:sp>
      <p:sp>
        <p:nvSpPr>
          <p:cNvPr id="5" name="Footer Placeholder 3"/>
          <p:cNvSpPr>
            <a:spLocks noGrp="1"/>
          </p:cNvSpPr>
          <p:nvPr>
            <p:ph type="ftr" sz="quarter" idx="11"/>
          </p:nvPr>
        </p:nvSpPr>
        <p:spPr/>
        <p:txBody>
          <a:bodyPr/>
          <a:lstStyle/>
          <a:p>
            <a:pPr>
              <a:defRPr/>
            </a:pPr>
            <a:endParaRPr lang="tr-TR"/>
          </a:p>
        </p:txBody>
      </p:sp>
      <p:sp>
        <p:nvSpPr>
          <p:cNvPr id="6" name="Slide Number Placeholder 4"/>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endParaRPr lang="tr-TR"/>
          </a:p>
        </p:txBody>
      </p:sp>
      <p:sp>
        <p:nvSpPr>
          <p:cNvPr id="5" name="Footer Placeholder 2"/>
          <p:cNvSpPr>
            <a:spLocks noGrp="1"/>
          </p:cNvSpPr>
          <p:nvPr>
            <p:ph type="ftr" sz="quarter" idx="11"/>
          </p:nvPr>
        </p:nvSpPr>
        <p:spPr/>
        <p:txBody>
          <a:bodyPr/>
          <a:lstStyle/>
          <a:p>
            <a:pPr>
              <a:defRPr/>
            </a:pPr>
            <a:endParaRPr lang="tr-TR"/>
          </a:p>
        </p:txBody>
      </p:sp>
      <p:sp>
        <p:nvSpPr>
          <p:cNvPr id="6" name="Slide Number Placeholder 3"/>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pPr>
              <a:defRPr/>
            </a:pPr>
            <a:endParaRPr lang="tr-TR"/>
          </a:p>
        </p:txBody>
      </p:sp>
      <p:sp>
        <p:nvSpPr>
          <p:cNvPr id="5" name="Footer Placeholder 5"/>
          <p:cNvSpPr>
            <a:spLocks noGrp="1"/>
          </p:cNvSpPr>
          <p:nvPr>
            <p:ph type="ftr" sz="quarter" idx="11"/>
          </p:nvPr>
        </p:nvSpPr>
        <p:spPr/>
        <p:txBody>
          <a:bodyPr/>
          <a:lstStyle/>
          <a:p>
            <a:pPr>
              <a:defRPr/>
            </a:pPr>
            <a:endParaRPr lang="tr-TR"/>
          </a:p>
        </p:txBody>
      </p:sp>
      <p:sp>
        <p:nvSpPr>
          <p:cNvPr id="6" name="Slide Number Placeholder 6"/>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tr-TR"/>
          </a:p>
        </p:txBody>
      </p:sp>
      <p:sp>
        <p:nvSpPr>
          <p:cNvPr id="6" name="Footer Placeholder 5"/>
          <p:cNvSpPr>
            <a:spLocks noGrp="1"/>
          </p:cNvSpPr>
          <p:nvPr>
            <p:ph type="ftr" sz="quarter" idx="11"/>
          </p:nvPr>
        </p:nvSpPr>
        <p:spPr/>
        <p:txBody>
          <a:bodyPr/>
          <a:lstStyle/>
          <a:p>
            <a:pPr>
              <a:defRPr/>
            </a:pPr>
            <a:endParaRPr lang="tr-TR"/>
          </a:p>
        </p:txBody>
      </p:sp>
      <p:sp>
        <p:nvSpPr>
          <p:cNvPr id="7" name="Slide Number Placeholder 6"/>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tr-TR"/>
          </a:p>
        </p:txBody>
      </p:sp>
      <p:sp>
        <p:nvSpPr>
          <p:cNvPr id="6" name="Footer Placeholder 5"/>
          <p:cNvSpPr>
            <a:spLocks noGrp="1"/>
          </p:cNvSpPr>
          <p:nvPr>
            <p:ph type="ftr" sz="quarter" idx="11"/>
          </p:nvPr>
        </p:nvSpPr>
        <p:spPr/>
        <p:txBody>
          <a:bodyPr/>
          <a:lstStyle/>
          <a:p>
            <a:pPr>
              <a:defRPr/>
            </a:pPr>
            <a:endParaRPr lang="tr-TR"/>
          </a:p>
        </p:txBody>
      </p:sp>
      <p:sp>
        <p:nvSpPr>
          <p:cNvPr id="7" name="Slide Number Placeholder 6"/>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tr-TR"/>
          </a:p>
        </p:txBody>
      </p:sp>
      <p:sp>
        <p:nvSpPr>
          <p:cNvPr id="4"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tr-TR"/>
          </a:p>
        </p:txBody>
      </p:sp>
      <p:sp>
        <p:nvSpPr>
          <p:cNvPr id="4"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tr-TR"/>
          </a:p>
        </p:txBody>
      </p:sp>
      <p:sp>
        <p:nvSpPr>
          <p:cNvPr id="5" name="Footer Placeholder 4"/>
          <p:cNvSpPr>
            <a:spLocks noGrp="1"/>
          </p:cNvSpPr>
          <p:nvPr>
            <p:ph type="ftr" sz="quarter" idx="11"/>
          </p:nvPr>
        </p:nvSpPr>
        <p:spPr/>
        <p:txBody>
          <a:bodyPr/>
          <a:lstStyle/>
          <a:p>
            <a:pPr>
              <a:defRPr/>
            </a:pPr>
            <a:endParaRPr lang="tr-TR"/>
          </a:p>
        </p:txBody>
      </p:sp>
      <p:sp>
        <p:nvSpPr>
          <p:cNvPr id="6" name="Slide Number Placeholder 5"/>
          <p:cNvSpPr>
            <a:spLocks noGrp="1"/>
          </p:cNvSpPr>
          <p:nvPr>
            <p:ph type="sldNum" sz="quarter" idx="12"/>
          </p:nvPr>
        </p:nvSpPr>
        <p:spPr/>
        <p:txBody>
          <a:bodyPr/>
          <a:lstStyle/>
          <a:p>
            <a:pPr>
              <a:defRPr/>
            </a:pPr>
            <a:fld id="{A3D22E9B-E72A-482A-87CA-721999005BE5}" type="slidenum">
              <a:rPr lang="tr-TR" smtClean="0"/>
              <a:pPr>
                <a:defRPr/>
              </a:pPr>
              <a:t>‹#›</a:t>
            </a:fld>
            <a:endParaRPr lang="tr-T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Başlık ve Tablo">
    <p:spTree>
      <p:nvGrpSpPr>
        <p:cNvPr id="1" name=""/>
        <p:cNvGrpSpPr/>
        <p:nvPr/>
      </p:nvGrpSpPr>
      <p:grpSpPr>
        <a:xfrm>
          <a:off x="0" y="0"/>
          <a:ext cx="0" cy="0"/>
          <a:chOff x="0" y="0"/>
          <a:chExt cx="0" cy="0"/>
        </a:xfrm>
      </p:grpSpPr>
      <p:sp>
        <p:nvSpPr>
          <p:cNvPr id="2" name="Unvan 1"/>
          <p:cNvSpPr>
            <a:spLocks noGrp="1"/>
          </p:cNvSpPr>
          <p:nvPr>
            <p:ph type="title"/>
          </p:nvPr>
        </p:nvSpPr>
        <p:spPr>
          <a:xfrm>
            <a:off x="685800" y="609600"/>
            <a:ext cx="7772400" cy="990600"/>
          </a:xfrm>
        </p:spPr>
        <p:txBody>
          <a:bodyPr/>
          <a:lstStyle/>
          <a:p>
            <a:r>
              <a:rPr lang="tr-TR"/>
              <a:t>Asıl başlık stili için tıklatın</a:t>
            </a:r>
          </a:p>
        </p:txBody>
      </p:sp>
      <p:sp>
        <p:nvSpPr>
          <p:cNvPr id="3" name="Tablo Yer Tutucusu 2"/>
          <p:cNvSpPr>
            <a:spLocks noGrp="1"/>
          </p:cNvSpPr>
          <p:nvPr>
            <p:ph type="tbl" idx="1"/>
          </p:nvPr>
        </p:nvSpPr>
        <p:spPr>
          <a:xfrm>
            <a:off x="685800" y="1752600"/>
            <a:ext cx="7772400" cy="4191000"/>
          </a:xfrm>
        </p:spPr>
        <p:txBody>
          <a:bodyPr/>
          <a:lstStyle/>
          <a:p>
            <a:endParaRPr lang="tr-TR"/>
          </a:p>
        </p:txBody>
      </p:sp>
      <p:sp>
        <p:nvSpPr>
          <p:cNvPr id="4" name="Veri Yer Tutucusu 3"/>
          <p:cNvSpPr>
            <a:spLocks noGrp="1"/>
          </p:cNvSpPr>
          <p:nvPr>
            <p:ph type="dt" sz="half" idx="10"/>
          </p:nvPr>
        </p:nvSpPr>
        <p:spPr>
          <a:xfrm>
            <a:off x="457200" y="6019800"/>
            <a:ext cx="1905000" cy="457200"/>
          </a:xfrm>
        </p:spPr>
        <p:txBody>
          <a:bodyPr/>
          <a:lstStyle>
            <a:lvl1pPr>
              <a:defRPr/>
            </a:lvl1pPr>
          </a:lstStyle>
          <a:p>
            <a:endParaRPr lang="tr-TR" altLang="tr-TR"/>
          </a:p>
        </p:txBody>
      </p:sp>
      <p:sp>
        <p:nvSpPr>
          <p:cNvPr id="5" name="Altbilgi Yer Tutucusu 4"/>
          <p:cNvSpPr>
            <a:spLocks noGrp="1"/>
          </p:cNvSpPr>
          <p:nvPr>
            <p:ph type="ftr" sz="quarter" idx="11"/>
          </p:nvPr>
        </p:nvSpPr>
        <p:spPr>
          <a:xfrm>
            <a:off x="3124200" y="6019800"/>
            <a:ext cx="2895600" cy="457200"/>
          </a:xfrm>
        </p:spPr>
        <p:txBody>
          <a:bodyPr/>
          <a:lstStyle>
            <a:lvl1pPr>
              <a:defRPr/>
            </a:lvl1pPr>
          </a:lstStyle>
          <a:p>
            <a:endParaRPr lang="tr-TR" altLang="tr-TR"/>
          </a:p>
        </p:txBody>
      </p:sp>
      <p:sp>
        <p:nvSpPr>
          <p:cNvPr id="6" name="Slayt Numarası Yer Tutucusu 5"/>
          <p:cNvSpPr>
            <a:spLocks noGrp="1"/>
          </p:cNvSpPr>
          <p:nvPr>
            <p:ph type="sldNum" sz="quarter" idx="12"/>
          </p:nvPr>
        </p:nvSpPr>
        <p:spPr>
          <a:xfrm>
            <a:off x="6858000" y="6019800"/>
            <a:ext cx="1905000" cy="457200"/>
          </a:xfrm>
        </p:spPr>
        <p:txBody>
          <a:bodyPr/>
          <a:lstStyle>
            <a:lvl1pPr>
              <a:defRPr/>
            </a:lvl1pPr>
          </a:lstStyle>
          <a:p>
            <a:fld id="{FCFC2D94-1192-4EB9-9561-64F7C3A9A68B}" type="slidenum">
              <a:rPr lang="tr-TR" altLang="tr-TR"/>
              <a:pPr/>
              <a:t>‹#›</a:t>
            </a:fld>
            <a:endParaRPr lang="tr-TR" altLang="tr-TR"/>
          </a:p>
        </p:txBody>
      </p:sp>
    </p:spTree>
    <p:extLst>
      <p:ext uri="{BB962C8B-B14F-4D97-AF65-F5344CB8AC3E}">
        <p14:creationId xmlns:p14="http://schemas.microsoft.com/office/powerpoint/2010/main" val="91728987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endParaRPr lang="tr-T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endParaRPr lang="tr-T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pPr>
              <a:defRPr/>
            </a:pPr>
            <a:fld id="{A3D22E9B-E72A-482A-87CA-721999005BE5}" type="slidenum">
              <a:rPr lang="tr-TR" smtClean="0"/>
              <a:pPr>
                <a:defRPr/>
              </a:pPr>
              <a:t>‹#›</a:t>
            </a:fld>
            <a:endParaRPr lang="tr-TR"/>
          </a:p>
        </p:txBody>
      </p:sp>
    </p:spTree>
    <p:extLst>
      <p:ext uri="{BB962C8B-B14F-4D97-AF65-F5344CB8AC3E}">
        <p14:creationId xmlns:p14="http://schemas.microsoft.com/office/powerpoint/2010/main" val="1591852714"/>
      </p:ext>
    </p:extLst>
  </p:cSld>
  <p:clrMap bg1="dk1" tx1="lt1" bg2="dk2" tx2="lt2" accent1="accent1" accent2="accent2" accent3="accent3" accent4="accent4" accent5="accent5" accent6="accent6" hlink="hlink" folHlink="folHlink"/>
  <p:sldLayoutIdLst>
    <p:sldLayoutId id="2147484008" r:id="rId1"/>
    <p:sldLayoutId id="2147484009" r:id="rId2"/>
    <p:sldLayoutId id="2147484010" r:id="rId3"/>
    <p:sldLayoutId id="2147484011" r:id="rId4"/>
    <p:sldLayoutId id="2147484012" r:id="rId5"/>
    <p:sldLayoutId id="2147484013" r:id="rId6"/>
    <p:sldLayoutId id="2147484014" r:id="rId7"/>
    <p:sldLayoutId id="2147484015" r:id="rId8"/>
    <p:sldLayoutId id="2147484016" r:id="rId9"/>
    <p:sldLayoutId id="2147484017" r:id="rId10"/>
    <p:sldLayoutId id="2147484018" r:id="rId11"/>
    <p:sldLayoutId id="2147484019" r:id="rId12"/>
    <p:sldLayoutId id="2147484020" r:id="rId13"/>
    <p:sldLayoutId id="2147484021" r:id="rId14"/>
    <p:sldLayoutId id="2147484022" r:id="rId15"/>
    <p:sldLayoutId id="2147484023" r:id="rId16"/>
    <p:sldLayoutId id="2147484024" r:id="rId17"/>
    <p:sldLayoutId id="2147484025" r:id="rId18"/>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1183934" y="1647751"/>
            <a:ext cx="6480048" cy="845856"/>
          </a:xfrm>
        </p:spPr>
        <p:txBody>
          <a:bodyPr/>
          <a:lstStyle/>
          <a:p>
            <a:pPr>
              <a:defRPr/>
            </a:pPr>
            <a:br>
              <a:rPr lang="tr-TR" sz="4800" dirty="0">
                <a:solidFill>
                  <a:schemeClr val="accent2">
                    <a:lumMod val="40000"/>
                    <a:lumOff val="60000"/>
                  </a:schemeClr>
                </a:solidFill>
              </a:rPr>
            </a:br>
            <a:br>
              <a:rPr lang="tr-TR" sz="4800">
                <a:solidFill>
                  <a:schemeClr val="accent2">
                    <a:lumMod val="40000"/>
                    <a:lumOff val="60000"/>
                  </a:schemeClr>
                </a:solidFill>
              </a:rPr>
            </a:br>
            <a:r>
              <a:rPr lang="tr-TR" sz="4800" b="1"/>
              <a:t>NİCEL VERİ ANALİZİ</a:t>
            </a:r>
            <a:endParaRPr lang="tr-TR" sz="4800" dirty="0">
              <a:solidFill>
                <a:schemeClr val="accent2">
                  <a:lumMod val="40000"/>
                  <a:lumOff val="60000"/>
                </a:schemeClr>
              </a:solidFill>
            </a:endParaRPr>
          </a:p>
        </p:txBody>
      </p:sp>
      <p:sp>
        <p:nvSpPr>
          <p:cNvPr id="3" name="2 Alt Başlık"/>
          <p:cNvSpPr>
            <a:spLocks noGrp="1"/>
          </p:cNvSpPr>
          <p:nvPr>
            <p:ph type="subTitle" idx="1"/>
          </p:nvPr>
        </p:nvSpPr>
        <p:spPr>
          <a:xfrm>
            <a:off x="539552" y="4005064"/>
            <a:ext cx="6400800" cy="1638300"/>
          </a:xfrm>
        </p:spPr>
        <p:txBody>
          <a:bodyPr>
            <a:normAutofit/>
          </a:bodyPr>
          <a:lstStyle/>
          <a:p>
            <a:pPr eaLnBrk="1" fontAlgn="auto" hangingPunct="1">
              <a:spcAft>
                <a:spcPts val="0"/>
              </a:spcAft>
              <a:defRPr/>
            </a:pPr>
            <a:r>
              <a:rPr lang="tr-TR" sz="2400" dirty="0">
                <a:latin typeface="+mn-lt"/>
              </a:rPr>
              <a:t>Hafta 1</a:t>
            </a:r>
          </a:p>
          <a:p>
            <a:pPr eaLnBrk="1" fontAlgn="auto" hangingPunct="1">
              <a:spcAft>
                <a:spcPts val="0"/>
              </a:spcAft>
              <a:defRPr/>
            </a:pPr>
            <a:endParaRPr lang="tr-TR" sz="2400" b="1" dirty="0">
              <a:latin typeface="+mn-lt"/>
            </a:endParaRPr>
          </a:p>
          <a:p>
            <a:pPr eaLnBrk="1" fontAlgn="auto" hangingPunct="1">
              <a:spcAft>
                <a:spcPts val="0"/>
              </a:spcAft>
              <a:defRPr/>
            </a:pPr>
            <a:r>
              <a:rPr lang="tr-TR" sz="2400" b="1" dirty="0">
                <a:latin typeface="+mn-lt"/>
              </a:rPr>
              <a:t>Dr. Evrim GENÇ KUMTEPE</a:t>
            </a:r>
            <a:endParaRPr lang="tr-TR" sz="22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Bu dersin sonunda</a:t>
            </a:r>
          </a:p>
        </p:txBody>
      </p:sp>
      <p:sp>
        <p:nvSpPr>
          <p:cNvPr id="3" name="İçerik Yer Tutucusu 2"/>
          <p:cNvSpPr>
            <a:spLocks noGrp="1"/>
          </p:cNvSpPr>
          <p:nvPr>
            <p:ph idx="1"/>
          </p:nvPr>
        </p:nvSpPr>
        <p:spPr>
          <a:xfrm>
            <a:off x="484710" y="2052925"/>
            <a:ext cx="7054644" cy="2600211"/>
          </a:xfrm>
        </p:spPr>
        <p:txBody>
          <a:bodyPr>
            <a:noAutofit/>
          </a:bodyPr>
          <a:lstStyle/>
          <a:p>
            <a:r>
              <a:rPr lang="tr-TR" sz="2800" dirty="0"/>
              <a:t>İstatistik nedir?</a:t>
            </a:r>
          </a:p>
          <a:p>
            <a:r>
              <a:rPr lang="tr-TR" sz="2800" dirty="0"/>
              <a:t>Ne amaçla kullanıyoruz?</a:t>
            </a:r>
          </a:p>
          <a:p>
            <a:r>
              <a:rPr lang="tr-TR" sz="2800" dirty="0"/>
              <a:t>İstatistikle ilgili giriş düzeyindeki temel kavramlar nelerdir?</a:t>
            </a:r>
          </a:p>
        </p:txBody>
      </p:sp>
    </p:spTree>
    <p:extLst>
      <p:ext uri="{BB962C8B-B14F-4D97-AF65-F5344CB8AC3E}">
        <p14:creationId xmlns:p14="http://schemas.microsoft.com/office/powerpoint/2010/main" val="396986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tr-TR" dirty="0"/>
              <a:t>İstatistik?</a:t>
            </a:r>
            <a:endParaRPr lang="en-US" dirty="0"/>
          </a:p>
        </p:txBody>
      </p:sp>
      <p:sp>
        <p:nvSpPr>
          <p:cNvPr id="6" name="Content Placeholder 2"/>
          <p:cNvSpPr txBox="1">
            <a:spLocks/>
          </p:cNvSpPr>
          <p:nvPr/>
        </p:nvSpPr>
        <p:spPr bwMode="auto">
          <a:xfrm>
            <a:off x="23834" y="1496682"/>
            <a:ext cx="4692182" cy="4236574"/>
          </a:xfrm>
          <a:prstGeom prst="rect">
            <a:avLst/>
          </a:prstGeom>
          <a:noFill/>
          <a:ln w="9525">
            <a:noFill/>
            <a:miter lim="800000"/>
            <a:headEnd/>
            <a:tailEnd/>
          </a:ln>
        </p:spPr>
        <p:txBody>
          <a:bodyPr/>
          <a:lstStyle/>
          <a:p>
            <a:pPr marL="411163" indent="-342900">
              <a:spcBef>
                <a:spcPts val="700"/>
              </a:spcBef>
              <a:buClr>
                <a:schemeClr val="tx2"/>
              </a:buClr>
              <a:buSzPct val="95000"/>
              <a:buFont typeface="Wingdings" pitchFamily="2" charset="2"/>
              <a:buChar char=""/>
              <a:defRPr/>
            </a:pPr>
            <a:r>
              <a:rPr lang="tr-TR" altLang="tr-TR" dirty="0">
                <a:latin typeface="Arial" panose="020B0604020202020204" pitchFamily="34" charset="0"/>
                <a:cs typeface="Arial" panose="020B0604020202020204" pitchFamily="34" charset="0"/>
              </a:rPr>
              <a:t>Veri analizini kapsayan matematik biliminin alt bir dalıdır. </a:t>
            </a:r>
          </a:p>
          <a:p>
            <a:pPr marL="411163" indent="-342900">
              <a:spcBef>
                <a:spcPts val="700"/>
              </a:spcBef>
              <a:buClr>
                <a:schemeClr val="tx2"/>
              </a:buClr>
              <a:buSzPct val="95000"/>
              <a:buFont typeface="Wingdings" pitchFamily="2" charset="2"/>
              <a:buChar char=""/>
              <a:defRPr/>
            </a:pPr>
            <a:r>
              <a:rPr lang="tr-TR" dirty="0">
                <a:latin typeface="Arial" panose="020B0604020202020204" pitchFamily="34" charset="0"/>
                <a:cs typeface="Arial" panose="020B0604020202020204" pitchFamily="34" charset="0"/>
              </a:rPr>
              <a:t>Sayısal verilerin toplanması, derlenmesi, sunumu, analizi ve yorumlanması için gerekli yöntemlerin geliştirilip uygulanması ile uğraşan ve sonuçta verilerden gidilerek bulunan olasılık değerleri ile nesnel karar vermede önemli  rol oynayan bir yöntemler bilimidir.</a:t>
            </a:r>
          </a:p>
        </p:txBody>
      </p:sp>
      <p:pic>
        <p:nvPicPr>
          <p:cNvPr id="7175" name="Picture 7" descr="http://galeri3.uludagsozluk.com/180/yaran-karikat%C3%BCrler_26414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954" y="452718"/>
            <a:ext cx="4084687" cy="49699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175"/>
                                        </p:tgtEl>
                                        <p:attrNameLst>
                                          <p:attrName>style.visibility</p:attrName>
                                        </p:attrNameLst>
                                      </p:cBhvr>
                                      <p:to>
                                        <p:strVal val="visible"/>
                                      </p:to>
                                    </p:set>
                                    <p:animEffect transition="in" filter="wipe(down)">
                                      <p:cBhvr>
                                        <p:cTn id="7" dur="500"/>
                                        <p:tgtEl>
                                          <p:spTgt spid="7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658" y="476672"/>
            <a:ext cx="7055380" cy="1400530"/>
          </a:xfrm>
        </p:spPr>
        <p:txBody>
          <a:bodyPr/>
          <a:lstStyle/>
          <a:p>
            <a:pPr>
              <a:defRPr/>
            </a:pPr>
            <a:r>
              <a:rPr lang="tr-TR" dirty="0"/>
              <a:t>Uygulama Alanları</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789184847"/>
              </p:ext>
            </p:extLst>
          </p:nvPr>
        </p:nvGraphicFramePr>
        <p:xfrm>
          <a:off x="1259632" y="1628800"/>
          <a:ext cx="67119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tr-TR" dirty="0"/>
              <a:t>İstatistiksel Yöntemler</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56905589"/>
              </p:ext>
            </p:extLst>
          </p:nvPr>
        </p:nvGraphicFramePr>
        <p:xfrm>
          <a:off x="484710" y="1484784"/>
          <a:ext cx="8335762" cy="4608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2" name="Text Box 4"/>
          <p:cNvSpPr txBox="1">
            <a:spLocks noChangeArrowheads="1"/>
          </p:cNvSpPr>
          <p:nvPr/>
        </p:nvSpPr>
        <p:spPr bwMode="auto">
          <a:xfrm>
            <a:off x="251520" y="1392658"/>
            <a:ext cx="4320480" cy="4878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rgbClr val="FFCCCC"/>
              </a:buClr>
              <a:buFont typeface="Wingdings" panose="05000000000000000000" pitchFamily="2" charset="2"/>
              <a:buChar char="Ø"/>
            </a:pPr>
            <a:r>
              <a:rPr kumimoji="0" lang="tr-TR" altLang="tr-TR" sz="2000" dirty="0">
                <a:latin typeface="Arial" panose="020B0604020202020204" pitchFamily="34" charset="0"/>
                <a:cs typeface="Arial" panose="020B0604020202020204" pitchFamily="34" charset="0"/>
              </a:rPr>
              <a:t>Verilerin özetlenmesi, s</a:t>
            </a:r>
            <a:r>
              <a:rPr lang="tr-TR" altLang="tr-TR" sz="2000" dirty="0">
                <a:latin typeface="Arial" panose="020B0604020202020204" pitchFamily="34" charset="0"/>
                <a:cs typeface="Arial" panose="020B0604020202020204" pitchFamily="34" charset="0"/>
              </a:rPr>
              <a:t>ınıflandırılması ve t</a:t>
            </a:r>
            <a:r>
              <a:rPr kumimoji="0" lang="tr-TR" altLang="tr-TR" sz="2000" dirty="0">
                <a:latin typeface="Arial" panose="020B0604020202020204" pitchFamily="34" charset="0"/>
                <a:cs typeface="Arial" panose="020B0604020202020204" pitchFamily="34" charset="0"/>
              </a:rPr>
              <a:t>ablo ve grafikle sunulması</a:t>
            </a:r>
          </a:p>
          <a:p>
            <a:pPr>
              <a:spcBef>
                <a:spcPct val="50000"/>
              </a:spcBef>
              <a:buClr>
                <a:srgbClr val="FFCCCC"/>
              </a:buClr>
              <a:buFont typeface="Wingdings" panose="05000000000000000000" pitchFamily="2" charset="2"/>
              <a:buChar char="Ø"/>
            </a:pPr>
            <a:r>
              <a:rPr lang="tr-TR" altLang="tr-TR" sz="2000" dirty="0">
                <a:latin typeface="Arial" panose="020B0604020202020204" pitchFamily="34" charset="0"/>
                <a:cs typeface="Arial" panose="020B0604020202020204" pitchFamily="34" charset="0"/>
              </a:rPr>
              <a:t>Kontrol grubu yoktur </a:t>
            </a:r>
          </a:p>
          <a:p>
            <a:pPr>
              <a:spcBef>
                <a:spcPct val="50000"/>
              </a:spcBef>
              <a:buClr>
                <a:srgbClr val="FFCCCC"/>
              </a:buClr>
              <a:buFont typeface="Wingdings" panose="05000000000000000000" pitchFamily="2" charset="2"/>
              <a:buChar char="Ø"/>
            </a:pPr>
            <a:r>
              <a:rPr lang="tr-TR" altLang="tr-TR" sz="2000" dirty="0">
                <a:latin typeface="Arial" panose="020B0604020202020204" pitchFamily="34" charset="0"/>
                <a:cs typeface="Arial" panose="020B0604020202020204" pitchFamily="34" charset="0"/>
              </a:rPr>
              <a:t>Neden sonuç ilişkisi irdelenmez.</a:t>
            </a:r>
          </a:p>
          <a:p>
            <a:pPr>
              <a:spcBef>
                <a:spcPct val="50000"/>
              </a:spcBef>
              <a:buClr>
                <a:srgbClr val="FFCCCC"/>
              </a:buClr>
              <a:buFont typeface="Wingdings" panose="05000000000000000000" pitchFamily="2" charset="2"/>
              <a:buChar char="Ø"/>
            </a:pPr>
            <a:r>
              <a:rPr lang="tr-TR" altLang="tr-TR" sz="2000" dirty="0">
                <a:latin typeface="Arial" panose="020B0604020202020204" pitchFamily="34" charset="0"/>
                <a:cs typeface="Arial" panose="020B0604020202020204" pitchFamily="34" charset="0"/>
              </a:rPr>
              <a:t>Bir uygulamanın üstün olup olmadığı tartışılmaz. </a:t>
            </a:r>
          </a:p>
          <a:p>
            <a:pPr>
              <a:spcBef>
                <a:spcPct val="50000"/>
              </a:spcBef>
              <a:buClr>
                <a:srgbClr val="FFCCCC"/>
              </a:buClr>
              <a:buFont typeface="Wingdings" panose="05000000000000000000" pitchFamily="2" charset="2"/>
              <a:buChar char="Ø"/>
            </a:pPr>
            <a:r>
              <a:rPr lang="tr-TR" altLang="tr-TR" sz="2000" dirty="0">
                <a:latin typeface="Arial" panose="020B0604020202020204" pitchFamily="34" charset="0"/>
                <a:cs typeface="Arial" panose="020B0604020202020204" pitchFamily="34" charset="0"/>
              </a:rPr>
              <a:t>Analitik çalışmalar için zemin hazırlar. </a:t>
            </a:r>
          </a:p>
          <a:p>
            <a:pPr>
              <a:spcBef>
                <a:spcPct val="50000"/>
              </a:spcBef>
              <a:buClr>
                <a:srgbClr val="FFCCCC"/>
              </a:buClr>
              <a:buFont typeface="Wingdings" panose="05000000000000000000" pitchFamily="2" charset="2"/>
              <a:buChar char="Ø"/>
            </a:pPr>
            <a:r>
              <a:rPr lang="tr-TR" altLang="tr-TR" sz="2000" dirty="0">
                <a:latin typeface="Arial" panose="020B0604020202020204" pitchFamily="34" charset="0"/>
                <a:cs typeface="Arial" panose="020B0604020202020204" pitchFamily="34" charset="0"/>
              </a:rPr>
              <a:t>Hipotezler ortaya konmasına yardımcı olur.</a:t>
            </a:r>
          </a:p>
          <a:p>
            <a:pPr>
              <a:spcBef>
                <a:spcPct val="50000"/>
              </a:spcBef>
              <a:buClr>
                <a:srgbClr val="FFCCCC"/>
              </a:buClr>
              <a:buFont typeface="Wingdings" panose="05000000000000000000" pitchFamily="2" charset="2"/>
              <a:buChar char="Ø"/>
            </a:pPr>
            <a:endParaRPr kumimoji="0" lang="tr-TR" altLang="tr-TR" sz="2000" dirty="0">
              <a:latin typeface="Arial" panose="020B0604020202020204" pitchFamily="34" charset="0"/>
              <a:cs typeface="Arial" panose="020B0604020202020204" pitchFamily="34" charset="0"/>
            </a:endParaRPr>
          </a:p>
          <a:p>
            <a:pPr>
              <a:buClr>
                <a:srgbClr val="FFCCCC"/>
              </a:buClr>
              <a:buFont typeface="Wingdings" panose="05000000000000000000" pitchFamily="2" charset="2"/>
              <a:buChar char="Ø"/>
            </a:pPr>
            <a:endParaRPr kumimoji="0" lang="en-US" altLang="tr-TR" sz="1100" dirty="0">
              <a:latin typeface="Arial" panose="020B0604020202020204" pitchFamily="34" charset="0"/>
              <a:cs typeface="Arial" panose="020B0604020202020204" pitchFamily="34" charset="0"/>
            </a:endParaRPr>
          </a:p>
        </p:txBody>
      </p:sp>
      <p:sp>
        <p:nvSpPr>
          <p:cNvPr id="6" name="Rectangle 2"/>
          <p:cNvSpPr txBox="1">
            <a:spLocks noChangeArrowheads="1"/>
          </p:cNvSpPr>
          <p:nvPr/>
        </p:nvSpPr>
        <p:spPr>
          <a:xfrm>
            <a:off x="251520" y="659160"/>
            <a:ext cx="7772400" cy="609600"/>
          </a:xfrm>
          <a:prstGeom prst="rect">
            <a:avLst/>
          </a:prstGeom>
        </p:spPr>
        <p:txBody>
          <a:bodyPr/>
          <a:lstStyle>
            <a:lvl1pPr algn="l" rtl="0" eaLnBrk="0" fontAlgn="base" hangingPunct="0">
              <a:spcBef>
                <a:spcPct val="0"/>
              </a:spcBef>
              <a:spcAft>
                <a:spcPct val="0"/>
              </a:spcAft>
              <a:defRPr sz="4000" kern="1200" spc="-100">
                <a:solidFill>
                  <a:srgbClr val="C1EEFF"/>
                </a:solidFill>
                <a:latin typeface="Arial" charset="0"/>
                <a:ea typeface="+mj-ea"/>
                <a:cs typeface="+mj-cs"/>
              </a:defRPr>
            </a:lvl1pPr>
            <a:lvl2pPr algn="l" rtl="0" eaLnBrk="0" fontAlgn="base" hangingPunct="0">
              <a:spcBef>
                <a:spcPct val="0"/>
              </a:spcBef>
              <a:spcAft>
                <a:spcPct val="0"/>
              </a:spcAft>
              <a:defRPr sz="4000">
                <a:solidFill>
                  <a:srgbClr val="C1EEFF"/>
                </a:solidFill>
                <a:latin typeface="Arial" charset="0"/>
              </a:defRPr>
            </a:lvl2pPr>
            <a:lvl3pPr algn="l" rtl="0" eaLnBrk="0" fontAlgn="base" hangingPunct="0">
              <a:spcBef>
                <a:spcPct val="0"/>
              </a:spcBef>
              <a:spcAft>
                <a:spcPct val="0"/>
              </a:spcAft>
              <a:defRPr sz="4000">
                <a:solidFill>
                  <a:srgbClr val="C1EEFF"/>
                </a:solidFill>
                <a:latin typeface="Arial" charset="0"/>
              </a:defRPr>
            </a:lvl3pPr>
            <a:lvl4pPr algn="l" rtl="0" eaLnBrk="0" fontAlgn="base" hangingPunct="0">
              <a:spcBef>
                <a:spcPct val="0"/>
              </a:spcBef>
              <a:spcAft>
                <a:spcPct val="0"/>
              </a:spcAft>
              <a:defRPr sz="4000">
                <a:solidFill>
                  <a:srgbClr val="C1EEFF"/>
                </a:solidFill>
                <a:latin typeface="Arial" charset="0"/>
              </a:defRPr>
            </a:lvl4pPr>
            <a:lvl5pPr algn="l" rtl="0" eaLnBrk="0" fontAlgn="base" hangingPunct="0">
              <a:spcBef>
                <a:spcPct val="0"/>
              </a:spcBef>
              <a:spcAft>
                <a:spcPct val="0"/>
              </a:spcAft>
              <a:defRPr sz="4000">
                <a:solidFill>
                  <a:srgbClr val="C1EEFF"/>
                </a:solidFill>
                <a:latin typeface="Arial" charset="0"/>
              </a:defRPr>
            </a:lvl5pPr>
            <a:lvl6pPr marL="457200" algn="l" rtl="0" fontAlgn="base">
              <a:spcBef>
                <a:spcPct val="0"/>
              </a:spcBef>
              <a:spcAft>
                <a:spcPct val="0"/>
              </a:spcAft>
              <a:defRPr sz="4000">
                <a:solidFill>
                  <a:srgbClr val="C1EEFF"/>
                </a:solidFill>
                <a:latin typeface="Consolas" pitchFamily="49" charset="0"/>
              </a:defRPr>
            </a:lvl6pPr>
            <a:lvl7pPr marL="914400" algn="l" rtl="0" fontAlgn="base">
              <a:spcBef>
                <a:spcPct val="0"/>
              </a:spcBef>
              <a:spcAft>
                <a:spcPct val="0"/>
              </a:spcAft>
              <a:defRPr sz="4000">
                <a:solidFill>
                  <a:srgbClr val="C1EEFF"/>
                </a:solidFill>
                <a:latin typeface="Consolas" pitchFamily="49" charset="0"/>
              </a:defRPr>
            </a:lvl7pPr>
            <a:lvl8pPr marL="1371600" algn="l" rtl="0" fontAlgn="base">
              <a:spcBef>
                <a:spcPct val="0"/>
              </a:spcBef>
              <a:spcAft>
                <a:spcPct val="0"/>
              </a:spcAft>
              <a:defRPr sz="4000">
                <a:solidFill>
                  <a:srgbClr val="C1EEFF"/>
                </a:solidFill>
                <a:latin typeface="Consolas" pitchFamily="49" charset="0"/>
              </a:defRPr>
            </a:lvl8pPr>
            <a:lvl9pPr marL="1828800" algn="l" rtl="0" fontAlgn="base">
              <a:spcBef>
                <a:spcPct val="0"/>
              </a:spcBef>
              <a:spcAft>
                <a:spcPct val="0"/>
              </a:spcAft>
              <a:defRPr sz="4000">
                <a:solidFill>
                  <a:srgbClr val="C1EEFF"/>
                </a:solidFill>
                <a:latin typeface="Consolas" pitchFamily="49" charset="0"/>
              </a:defRPr>
            </a:lvl9pPr>
            <a:extLst/>
          </a:lstStyle>
          <a:p>
            <a:r>
              <a:rPr lang="tr-TR" altLang="tr-TR" sz="3600" b="1" dirty="0">
                <a:solidFill>
                  <a:schemeClr val="accent1">
                    <a:lumMod val="40000"/>
                    <a:lumOff val="60000"/>
                  </a:schemeClr>
                </a:solidFill>
              </a:rPr>
              <a:t>Tanımlayıcı İstatistik</a:t>
            </a:r>
          </a:p>
        </p:txBody>
      </p:sp>
      <p:pic>
        <p:nvPicPr>
          <p:cNvPr id="89090" name="Picture 2" descr="http://2.bp.blogspot.com/-TZdsWuSvT6I/VOxUZdXfFvI/AAAAAAAADOk/oQsIO4lsrgM/s1600/pasta-grafik-karikatu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4682" y="1520788"/>
            <a:ext cx="4068911" cy="381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041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6" name="Rectangle 4"/>
          <p:cNvSpPr>
            <a:spLocks noChangeArrowheads="1"/>
          </p:cNvSpPr>
          <p:nvPr/>
        </p:nvSpPr>
        <p:spPr bwMode="auto">
          <a:xfrm>
            <a:off x="580742" y="1736014"/>
            <a:ext cx="4392290" cy="3785652"/>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0" lang="tr-TR" altLang="tr-TR" sz="2000" dirty="0">
                <a:solidFill>
                  <a:srgbClr val="FFFFFF"/>
                </a:solidFill>
                <a:latin typeface="Arial" panose="020B0604020202020204" pitchFamily="34" charset="0"/>
                <a:cs typeface="Arial" panose="020B0604020202020204" pitchFamily="34" charset="0"/>
              </a:rPr>
              <a:t>Örneklemden elde edilen bulgular yardımıyla;</a:t>
            </a:r>
          </a:p>
          <a:p>
            <a:pPr marL="457200" indent="-457200">
              <a:spcBef>
                <a:spcPct val="50000"/>
              </a:spcBef>
              <a:buFont typeface="Arial" panose="020B0604020202020204" pitchFamily="34" charset="0"/>
              <a:buChar char="•"/>
            </a:pPr>
            <a:r>
              <a:rPr kumimoji="0" lang="tr-TR" altLang="tr-TR" sz="2000" dirty="0">
                <a:solidFill>
                  <a:srgbClr val="FFFFFF"/>
                </a:solidFill>
                <a:latin typeface="Arial" panose="020B0604020202020204" pitchFamily="34" charset="0"/>
                <a:cs typeface="Arial" panose="020B0604020202020204" pitchFamily="34" charset="0"/>
              </a:rPr>
              <a:t>Evren hakkında kestirimde bulunma</a:t>
            </a:r>
          </a:p>
          <a:p>
            <a:pPr marL="457200" indent="-457200">
              <a:spcBef>
                <a:spcPct val="50000"/>
              </a:spcBef>
              <a:buFont typeface="Arial" panose="020B0604020202020204" pitchFamily="34" charset="0"/>
              <a:buChar char="•"/>
            </a:pPr>
            <a:r>
              <a:rPr lang="tr-TR" altLang="tr-TR" sz="2000" dirty="0">
                <a:solidFill>
                  <a:srgbClr val="FFFFFF"/>
                </a:solidFill>
                <a:latin typeface="Arial" panose="020B0604020202020204" pitchFamily="34" charset="0"/>
                <a:cs typeface="Arial" panose="020B0604020202020204" pitchFamily="34" charset="0"/>
              </a:rPr>
              <a:t>Hipotezleri test etme</a:t>
            </a:r>
          </a:p>
          <a:p>
            <a:pPr marL="457200" indent="-457200">
              <a:spcBef>
                <a:spcPct val="50000"/>
              </a:spcBef>
              <a:buFont typeface="Arial" panose="020B0604020202020204" pitchFamily="34" charset="0"/>
              <a:buChar char="•"/>
            </a:pPr>
            <a:r>
              <a:rPr lang="tr-TR" altLang="tr-TR" sz="2000" dirty="0">
                <a:solidFill>
                  <a:srgbClr val="FFFFFF"/>
                </a:solidFill>
                <a:latin typeface="Arial" panose="020B0604020202020204" pitchFamily="34" charset="0"/>
                <a:cs typeface="Arial" panose="020B0604020202020204" pitchFamily="34" charset="0"/>
              </a:rPr>
              <a:t>İlişkileri ve etkileri belirleme</a:t>
            </a:r>
          </a:p>
          <a:p>
            <a:pPr marL="457200" indent="-457200">
              <a:spcBef>
                <a:spcPct val="50000"/>
              </a:spcBef>
              <a:buFont typeface="Arial" panose="020B0604020202020204" pitchFamily="34" charset="0"/>
              <a:buChar char="•"/>
            </a:pPr>
            <a:r>
              <a:rPr kumimoji="0" lang="tr-TR" altLang="tr-TR" sz="2000" dirty="0">
                <a:solidFill>
                  <a:srgbClr val="FFFFFF"/>
                </a:solidFill>
                <a:latin typeface="Arial" panose="020B0604020202020204" pitchFamily="34" charset="0"/>
                <a:cs typeface="Arial" panose="020B0604020202020204" pitchFamily="34" charset="0"/>
              </a:rPr>
              <a:t>Tahminde bulunma</a:t>
            </a:r>
          </a:p>
          <a:p>
            <a:pPr marL="457200" indent="-457200">
              <a:spcBef>
                <a:spcPct val="50000"/>
              </a:spcBef>
              <a:buFont typeface="Arial" panose="020B0604020202020204" pitchFamily="34" charset="0"/>
              <a:buChar char="•"/>
            </a:pPr>
            <a:r>
              <a:rPr kumimoji="0" lang="tr-TR" altLang="tr-TR" sz="2000" dirty="0">
                <a:solidFill>
                  <a:srgbClr val="FFFFFF"/>
                </a:solidFill>
                <a:latin typeface="Arial" panose="020B0604020202020204" pitchFamily="34" charset="0"/>
                <a:cs typeface="Arial" panose="020B0604020202020204" pitchFamily="34" charset="0"/>
              </a:rPr>
              <a:t>Karara varma</a:t>
            </a:r>
          </a:p>
          <a:p>
            <a:pPr>
              <a:spcBef>
                <a:spcPct val="50000"/>
              </a:spcBef>
            </a:pPr>
            <a:endParaRPr kumimoji="0" lang="tr-TR" altLang="tr-TR" sz="2000" dirty="0">
              <a:solidFill>
                <a:srgbClr val="FFFFFF"/>
              </a:solidFill>
              <a:latin typeface="Arial" panose="020B0604020202020204" pitchFamily="34" charset="0"/>
              <a:cs typeface="Arial" panose="020B0604020202020204" pitchFamily="34" charset="0"/>
            </a:endParaRPr>
          </a:p>
        </p:txBody>
      </p:sp>
      <p:sp>
        <p:nvSpPr>
          <p:cNvPr id="8" name="Rectangle 2"/>
          <p:cNvSpPr txBox="1">
            <a:spLocks noChangeArrowheads="1"/>
          </p:cNvSpPr>
          <p:nvPr/>
        </p:nvSpPr>
        <p:spPr>
          <a:xfrm>
            <a:off x="685800" y="838200"/>
            <a:ext cx="7772400" cy="609600"/>
          </a:xfrm>
          <a:prstGeom prst="rect">
            <a:avLst/>
          </a:prstGeom>
        </p:spPr>
        <p:txBody>
          <a:bodyPr/>
          <a:lstStyle>
            <a:lvl1pPr algn="l" rtl="0" eaLnBrk="0" fontAlgn="base" hangingPunct="0">
              <a:spcBef>
                <a:spcPct val="0"/>
              </a:spcBef>
              <a:spcAft>
                <a:spcPct val="0"/>
              </a:spcAft>
              <a:defRPr sz="4000" kern="1200" spc="-100">
                <a:solidFill>
                  <a:srgbClr val="C1EEFF"/>
                </a:solidFill>
                <a:latin typeface="Arial" charset="0"/>
                <a:ea typeface="+mj-ea"/>
                <a:cs typeface="+mj-cs"/>
              </a:defRPr>
            </a:lvl1pPr>
            <a:lvl2pPr algn="l" rtl="0" eaLnBrk="0" fontAlgn="base" hangingPunct="0">
              <a:spcBef>
                <a:spcPct val="0"/>
              </a:spcBef>
              <a:spcAft>
                <a:spcPct val="0"/>
              </a:spcAft>
              <a:defRPr sz="4000">
                <a:solidFill>
                  <a:srgbClr val="C1EEFF"/>
                </a:solidFill>
                <a:latin typeface="Arial" charset="0"/>
              </a:defRPr>
            </a:lvl2pPr>
            <a:lvl3pPr algn="l" rtl="0" eaLnBrk="0" fontAlgn="base" hangingPunct="0">
              <a:spcBef>
                <a:spcPct val="0"/>
              </a:spcBef>
              <a:spcAft>
                <a:spcPct val="0"/>
              </a:spcAft>
              <a:defRPr sz="4000">
                <a:solidFill>
                  <a:srgbClr val="C1EEFF"/>
                </a:solidFill>
                <a:latin typeface="Arial" charset="0"/>
              </a:defRPr>
            </a:lvl3pPr>
            <a:lvl4pPr algn="l" rtl="0" eaLnBrk="0" fontAlgn="base" hangingPunct="0">
              <a:spcBef>
                <a:spcPct val="0"/>
              </a:spcBef>
              <a:spcAft>
                <a:spcPct val="0"/>
              </a:spcAft>
              <a:defRPr sz="4000">
                <a:solidFill>
                  <a:srgbClr val="C1EEFF"/>
                </a:solidFill>
                <a:latin typeface="Arial" charset="0"/>
              </a:defRPr>
            </a:lvl4pPr>
            <a:lvl5pPr algn="l" rtl="0" eaLnBrk="0" fontAlgn="base" hangingPunct="0">
              <a:spcBef>
                <a:spcPct val="0"/>
              </a:spcBef>
              <a:spcAft>
                <a:spcPct val="0"/>
              </a:spcAft>
              <a:defRPr sz="4000">
                <a:solidFill>
                  <a:srgbClr val="C1EEFF"/>
                </a:solidFill>
                <a:latin typeface="Arial" charset="0"/>
              </a:defRPr>
            </a:lvl5pPr>
            <a:lvl6pPr marL="457200" algn="l" rtl="0" fontAlgn="base">
              <a:spcBef>
                <a:spcPct val="0"/>
              </a:spcBef>
              <a:spcAft>
                <a:spcPct val="0"/>
              </a:spcAft>
              <a:defRPr sz="4000">
                <a:solidFill>
                  <a:srgbClr val="C1EEFF"/>
                </a:solidFill>
                <a:latin typeface="Consolas" pitchFamily="49" charset="0"/>
              </a:defRPr>
            </a:lvl6pPr>
            <a:lvl7pPr marL="914400" algn="l" rtl="0" fontAlgn="base">
              <a:spcBef>
                <a:spcPct val="0"/>
              </a:spcBef>
              <a:spcAft>
                <a:spcPct val="0"/>
              </a:spcAft>
              <a:defRPr sz="4000">
                <a:solidFill>
                  <a:srgbClr val="C1EEFF"/>
                </a:solidFill>
                <a:latin typeface="Consolas" pitchFamily="49" charset="0"/>
              </a:defRPr>
            </a:lvl7pPr>
            <a:lvl8pPr marL="1371600" algn="l" rtl="0" fontAlgn="base">
              <a:spcBef>
                <a:spcPct val="0"/>
              </a:spcBef>
              <a:spcAft>
                <a:spcPct val="0"/>
              </a:spcAft>
              <a:defRPr sz="4000">
                <a:solidFill>
                  <a:srgbClr val="C1EEFF"/>
                </a:solidFill>
                <a:latin typeface="Consolas" pitchFamily="49" charset="0"/>
              </a:defRPr>
            </a:lvl8pPr>
            <a:lvl9pPr marL="1828800" algn="l" rtl="0" fontAlgn="base">
              <a:spcBef>
                <a:spcPct val="0"/>
              </a:spcBef>
              <a:spcAft>
                <a:spcPct val="0"/>
              </a:spcAft>
              <a:defRPr sz="4000">
                <a:solidFill>
                  <a:srgbClr val="C1EEFF"/>
                </a:solidFill>
                <a:latin typeface="Consolas" pitchFamily="49" charset="0"/>
              </a:defRPr>
            </a:lvl9pPr>
            <a:extLst/>
          </a:lstStyle>
          <a:p>
            <a:r>
              <a:rPr lang="tr-TR" altLang="tr-TR" sz="3200" b="1" dirty="0">
                <a:solidFill>
                  <a:schemeClr val="accent1">
                    <a:lumMod val="40000"/>
                    <a:lumOff val="60000"/>
                  </a:schemeClr>
                </a:solidFill>
              </a:rPr>
              <a:t>Çıkarımsal İstatistik</a:t>
            </a:r>
          </a:p>
        </p:txBody>
      </p:sp>
      <p:pic>
        <p:nvPicPr>
          <p:cNvPr id="88068" name="Picture 4" descr="http://www.mickybullock.com/blog/wp-content/uploads/2013/10/outli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7" y="1736014"/>
            <a:ext cx="3766851" cy="3277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7160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685800" y="476672"/>
            <a:ext cx="7772400" cy="609600"/>
          </a:xfrm>
        </p:spPr>
        <p:txBody>
          <a:bodyPr/>
          <a:lstStyle/>
          <a:p>
            <a:r>
              <a:rPr lang="tr-TR" altLang="tr-TR" dirty="0">
                <a:solidFill>
                  <a:schemeClr val="tx1"/>
                </a:solidFill>
              </a:rPr>
              <a:t>Kavramlar</a:t>
            </a:r>
          </a:p>
        </p:txBody>
      </p:sp>
      <p:sp>
        <p:nvSpPr>
          <p:cNvPr id="452610" name="Rectangle 2"/>
          <p:cNvSpPr>
            <a:spLocks noGrp="1" noChangeArrowheads="1"/>
          </p:cNvSpPr>
          <p:nvPr>
            <p:ph idx="1"/>
          </p:nvPr>
        </p:nvSpPr>
        <p:spPr>
          <a:xfrm>
            <a:off x="838200" y="1412776"/>
            <a:ext cx="7620000" cy="4911824"/>
          </a:xfrm>
        </p:spPr>
        <p:txBody>
          <a:bodyPr>
            <a:normAutofit/>
          </a:bodyPr>
          <a:lstStyle/>
          <a:p>
            <a:pPr>
              <a:lnSpc>
                <a:spcPct val="90000"/>
              </a:lnSpc>
              <a:buNone/>
            </a:pPr>
            <a:r>
              <a:rPr lang="tr-TR" sz="2500" b="1" dirty="0" err="1">
                <a:solidFill>
                  <a:srgbClr val="92D050"/>
                </a:solidFill>
                <a:latin typeface="Arial" panose="020B0604020202020204" pitchFamily="34" charset="0"/>
                <a:cs typeface="Arial" panose="020B0604020202020204" pitchFamily="34" charset="0"/>
              </a:rPr>
              <a:t>Anakütle</a:t>
            </a:r>
            <a:r>
              <a:rPr lang="tr-TR" sz="2500" b="1" dirty="0">
                <a:solidFill>
                  <a:srgbClr val="92D050"/>
                </a:solidFill>
                <a:latin typeface="Arial" panose="020B0604020202020204" pitchFamily="34" charset="0"/>
                <a:cs typeface="Arial" panose="020B0604020202020204" pitchFamily="34" charset="0"/>
              </a:rPr>
              <a:t>, evren, popülasyon... (</a:t>
            </a:r>
            <a:r>
              <a:rPr lang="tr-TR" sz="2500" b="1" dirty="0" err="1">
                <a:solidFill>
                  <a:srgbClr val="92D050"/>
                </a:solidFill>
                <a:latin typeface="Arial" panose="020B0604020202020204" pitchFamily="34" charset="0"/>
                <a:cs typeface="Arial" panose="020B0604020202020204" pitchFamily="34" charset="0"/>
              </a:rPr>
              <a:t>population</a:t>
            </a:r>
            <a:r>
              <a:rPr lang="tr-TR" sz="2500" b="1" dirty="0">
                <a:solidFill>
                  <a:srgbClr val="92D050"/>
                </a:solidFill>
                <a:latin typeface="Arial" panose="020B0604020202020204" pitchFamily="34" charset="0"/>
                <a:cs typeface="Arial" panose="020B0604020202020204" pitchFamily="34" charset="0"/>
              </a:rPr>
              <a:t>):</a:t>
            </a:r>
          </a:p>
          <a:p>
            <a:pPr>
              <a:lnSpc>
                <a:spcPct val="90000"/>
              </a:lnSpc>
            </a:pPr>
            <a:r>
              <a:rPr lang="tr-TR" altLang="tr-TR" sz="2500" dirty="0">
                <a:latin typeface="Arial" panose="020B0604020202020204" pitchFamily="34" charset="0"/>
                <a:cs typeface="Arial" panose="020B0604020202020204" pitchFamily="34" charset="0"/>
              </a:rPr>
              <a:t>Belirli özellikleri gösteren bireylerin ya da nesnelerin oluşturduğu topluluktur </a:t>
            </a:r>
          </a:p>
          <a:p>
            <a:pPr>
              <a:lnSpc>
                <a:spcPct val="90000"/>
              </a:lnSpc>
            </a:pPr>
            <a:r>
              <a:rPr lang="tr-TR" sz="2500" dirty="0">
                <a:latin typeface="Arial" panose="020B0604020202020204" pitchFamily="34" charset="0"/>
                <a:cs typeface="Arial" panose="020B0604020202020204" pitchFamily="34" charset="0"/>
              </a:rPr>
              <a:t>Hakkında bilgi edinilmeye çalışılan birimlerin (kişiler, nesneler, deneysel sonuçlar, vb.) toplamını oluşturan </a:t>
            </a:r>
            <a:r>
              <a:rPr lang="en-US" sz="2500" dirty="0">
                <a:latin typeface="Arial" panose="020B0604020202020204" pitchFamily="34" charset="0"/>
                <a:cs typeface="Arial" panose="020B0604020202020204" pitchFamily="34" charset="0"/>
              </a:rPr>
              <a:t>k</a:t>
            </a:r>
            <a:r>
              <a:rPr lang="tr-TR" sz="2500" dirty="0" err="1">
                <a:latin typeface="Arial" panose="020B0604020202020204" pitchFamily="34" charset="0"/>
                <a:cs typeface="Arial" panose="020B0604020202020204" pitchFamily="34" charset="0"/>
              </a:rPr>
              <a:t>ümedir</a:t>
            </a:r>
            <a:r>
              <a:rPr lang="tr-TR" sz="2500" dirty="0">
                <a:latin typeface="Arial" panose="020B0604020202020204" pitchFamily="34" charset="0"/>
                <a:cs typeface="Arial" panose="020B0604020202020204" pitchFamily="34" charset="0"/>
              </a:rPr>
              <a:t> (kitle)</a:t>
            </a:r>
          </a:p>
          <a:p>
            <a:pPr>
              <a:lnSpc>
                <a:spcPct val="90000"/>
              </a:lnSpc>
              <a:buFontTx/>
              <a:buNone/>
            </a:pPr>
            <a:r>
              <a:rPr lang="tr-TR" altLang="tr-TR" sz="2500" dirty="0">
                <a:latin typeface="Arial" panose="020B0604020202020204" pitchFamily="34" charset="0"/>
                <a:cs typeface="Arial" panose="020B0604020202020204" pitchFamily="34" charset="0"/>
              </a:rPr>
              <a:t> </a:t>
            </a:r>
          </a:p>
          <a:p>
            <a:pPr>
              <a:lnSpc>
                <a:spcPct val="90000"/>
              </a:lnSpc>
              <a:buFontTx/>
              <a:buNone/>
            </a:pPr>
            <a:r>
              <a:rPr lang="tr-TR" altLang="tr-TR" sz="2500" b="1" dirty="0">
                <a:solidFill>
                  <a:srgbClr val="92D050"/>
                </a:solidFill>
                <a:latin typeface="Arial" panose="020B0604020202020204" pitchFamily="34" charset="0"/>
                <a:cs typeface="Arial" panose="020B0604020202020204" pitchFamily="34" charset="0"/>
              </a:rPr>
              <a:t>Örnek (</a:t>
            </a:r>
            <a:r>
              <a:rPr lang="tr-TR" altLang="tr-TR" sz="2500" b="1" dirty="0" err="1">
                <a:solidFill>
                  <a:srgbClr val="92D050"/>
                </a:solidFill>
                <a:latin typeface="Arial" panose="020B0604020202020204" pitchFamily="34" charset="0"/>
                <a:cs typeface="Arial" panose="020B0604020202020204" pitchFamily="34" charset="0"/>
              </a:rPr>
              <a:t>sample</a:t>
            </a:r>
            <a:r>
              <a:rPr lang="tr-TR" altLang="tr-TR" sz="2500" b="1" dirty="0">
                <a:solidFill>
                  <a:srgbClr val="92D050"/>
                </a:solidFill>
                <a:latin typeface="Arial" panose="020B0604020202020204" pitchFamily="34" charset="0"/>
                <a:cs typeface="Arial" panose="020B0604020202020204" pitchFamily="34" charset="0"/>
              </a:rPr>
              <a:t>): </a:t>
            </a:r>
          </a:p>
          <a:p>
            <a:pPr>
              <a:lnSpc>
                <a:spcPct val="90000"/>
              </a:lnSpc>
            </a:pPr>
            <a:r>
              <a:rPr lang="tr-TR" altLang="tr-TR" sz="2500" dirty="0">
                <a:latin typeface="Arial" panose="020B0604020202020204" pitchFamily="34" charset="0"/>
                <a:cs typeface="Arial" panose="020B0604020202020204" pitchFamily="34" charset="0"/>
              </a:rPr>
              <a:t>Evrenin tüm özelliklerini taşıyan, onu tanımlama yeteneğine sahip bir parçasıdır</a:t>
            </a:r>
          </a:p>
          <a:p>
            <a:pPr eaLnBrk="0" hangingPunct="0">
              <a:lnSpc>
                <a:spcPct val="90000"/>
              </a:lnSpc>
              <a:spcBef>
                <a:spcPct val="0"/>
              </a:spcBef>
              <a:buClrTx/>
              <a:buFontTx/>
              <a:buNone/>
            </a:pPr>
            <a:endParaRPr lang="tr-TR" altLang="tr-TR" sz="2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372069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solidFill>
                  <a:schemeClr val="tx1"/>
                </a:solidFill>
              </a:rPr>
              <a:t>Kavramlar…</a:t>
            </a:r>
          </a:p>
        </p:txBody>
      </p:sp>
      <p:sp>
        <p:nvSpPr>
          <p:cNvPr id="3" name="İçerik Yer Tutucusu 2"/>
          <p:cNvSpPr>
            <a:spLocks noGrp="1"/>
          </p:cNvSpPr>
          <p:nvPr>
            <p:ph idx="1"/>
          </p:nvPr>
        </p:nvSpPr>
        <p:spPr>
          <a:xfrm>
            <a:off x="323528" y="1340768"/>
            <a:ext cx="8280920" cy="5256584"/>
          </a:xfrm>
        </p:spPr>
        <p:txBody>
          <a:bodyPr>
            <a:noAutofit/>
          </a:bodyPr>
          <a:lstStyle/>
          <a:p>
            <a:pPr>
              <a:lnSpc>
                <a:spcPct val="90000"/>
              </a:lnSpc>
              <a:buFontTx/>
              <a:buNone/>
            </a:pPr>
            <a:r>
              <a:rPr lang="tr-TR" altLang="tr-TR" sz="2400" b="1" dirty="0">
                <a:solidFill>
                  <a:schemeClr val="accent1">
                    <a:lumMod val="60000"/>
                    <a:lumOff val="40000"/>
                  </a:schemeClr>
                </a:solidFill>
                <a:latin typeface="Arial" panose="020B0604020202020204" pitchFamily="34" charset="0"/>
              </a:rPr>
              <a:t>Parametre (parameter)</a:t>
            </a:r>
            <a:r>
              <a:rPr lang="tr-TR" altLang="tr-TR" sz="2400" b="1" dirty="0">
                <a:solidFill>
                  <a:schemeClr val="accent1"/>
                </a:solidFill>
                <a:latin typeface="Arial" panose="020B0604020202020204" pitchFamily="34" charset="0"/>
              </a:rPr>
              <a:t>:</a:t>
            </a:r>
            <a:r>
              <a:rPr lang="tr-TR" altLang="tr-TR" sz="2400" b="1" dirty="0">
                <a:latin typeface="Arial" panose="020B0604020202020204" pitchFamily="34" charset="0"/>
              </a:rPr>
              <a:t> </a:t>
            </a:r>
            <a:r>
              <a:rPr lang="tr-TR" altLang="tr-TR" sz="2200" dirty="0">
                <a:latin typeface="Arial" panose="020B0604020202020204" pitchFamily="34" charset="0"/>
              </a:rPr>
              <a:t>Evrende incelenen değişkenleri tanımlamak için kullanılan ölçütlerdir. Anakütlenin sayısal olarak ölçülebilen herhangi bir özelliği o anakütlenin parametresi olarak tanımlanır. Parametreyi belirlemek için anakütledeki tüm elemanların araştırılması gerekir.</a:t>
            </a:r>
            <a:endParaRPr lang="en-US" altLang="tr-TR" sz="2200" dirty="0">
              <a:latin typeface="Arial" panose="020B0604020202020204" pitchFamily="34" charset="0"/>
            </a:endParaRPr>
          </a:p>
          <a:p>
            <a:pPr>
              <a:lnSpc>
                <a:spcPct val="90000"/>
              </a:lnSpc>
              <a:buFontTx/>
              <a:buNone/>
            </a:pPr>
            <a:endParaRPr lang="tr-TR" altLang="tr-TR" sz="2400" dirty="0">
              <a:latin typeface="Arial" panose="020B0604020202020204" pitchFamily="34" charset="0"/>
            </a:endParaRPr>
          </a:p>
          <a:p>
            <a:pPr>
              <a:buFontTx/>
              <a:buNone/>
            </a:pPr>
            <a:r>
              <a:rPr lang="tr-TR" altLang="tr-TR" sz="2400" b="1" dirty="0">
                <a:solidFill>
                  <a:schemeClr val="accent1">
                    <a:lumMod val="60000"/>
                    <a:lumOff val="40000"/>
                  </a:schemeClr>
                </a:solidFill>
                <a:latin typeface="Arial" panose="020B0604020202020204" pitchFamily="34" charset="0"/>
              </a:rPr>
              <a:t>İstatistik: </a:t>
            </a:r>
            <a:r>
              <a:rPr lang="tr-TR" altLang="tr-TR" sz="2200" dirty="0">
                <a:latin typeface="Arial" panose="020B0604020202020204" pitchFamily="34" charset="0"/>
              </a:rPr>
              <a:t>Örneklemi  tanımlamak için kullanılan ölçütlerdir. Anakütlenin belirli bir parametresinin hesaplanmasının zorluğundan dolayı alınan örnek yardımıyla bulunan parametre tahminlerine örnek istatistiği (istatistik/</a:t>
            </a:r>
            <a:r>
              <a:rPr lang="tr-TR" altLang="tr-TR" sz="2200" dirty="0" err="1">
                <a:latin typeface="Arial" panose="020B0604020202020204" pitchFamily="34" charset="0"/>
              </a:rPr>
              <a:t>tahminleyici</a:t>
            </a:r>
            <a:r>
              <a:rPr lang="tr-TR" altLang="tr-TR" sz="2200" dirty="0">
                <a:latin typeface="Arial" panose="020B0604020202020204" pitchFamily="34" charset="0"/>
              </a:rPr>
              <a:t>) adı verilir. </a:t>
            </a:r>
            <a:r>
              <a:rPr lang="tr-TR" altLang="tr-TR" sz="1800" i="1" dirty="0">
                <a:solidFill>
                  <a:srgbClr val="FFC000"/>
                </a:solidFill>
              </a:rPr>
              <a:t>Örneğin:</a:t>
            </a:r>
          </a:p>
          <a:p>
            <a:pPr lvl="1">
              <a:spcBef>
                <a:spcPts val="700"/>
              </a:spcBef>
              <a:buClr>
                <a:schemeClr val="tx2"/>
              </a:buClr>
              <a:buSzPct val="95000"/>
              <a:buFont typeface="Arial" panose="020B0604020202020204" pitchFamily="34" charset="0"/>
              <a:buChar char="•"/>
            </a:pPr>
            <a:r>
              <a:rPr lang="tr-TR" altLang="tr-TR" i="1" dirty="0">
                <a:solidFill>
                  <a:srgbClr val="FFC000"/>
                </a:solidFill>
              </a:rPr>
              <a:t>Eskişehir’de üniversitede okuyan öğrencilerin aylık harcamalarını tahmin etmek amacıyla 650 öğrenciden oluşan örneklem grubunun aylık harcama miktarlarının ortalaması</a:t>
            </a:r>
            <a:endParaRPr lang="tr-TR" altLang="tr-TR" dirty="0">
              <a:solidFill>
                <a:srgbClr val="FFC000"/>
              </a:solidFill>
              <a:latin typeface="Arial" panose="020B0604020202020204" pitchFamily="34" charset="0"/>
            </a:endParaRPr>
          </a:p>
          <a:p>
            <a:endParaRPr lang="tr-TR" sz="2400" dirty="0"/>
          </a:p>
        </p:txBody>
      </p:sp>
    </p:spTree>
    <p:extLst>
      <p:ext uri="{BB962C8B-B14F-4D97-AF65-F5344CB8AC3E}">
        <p14:creationId xmlns:p14="http://schemas.microsoft.com/office/powerpoint/2010/main" val="3656951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tr-TR" dirty="0"/>
              <a:t>Parametre-Örnek İstatistiği İlişkisi</a:t>
            </a:r>
            <a:endParaRPr lang="en-US" dirty="0"/>
          </a:p>
        </p:txBody>
      </p:sp>
      <p:sp>
        <p:nvSpPr>
          <p:cNvPr id="4" name="Oval 3"/>
          <p:cNvSpPr/>
          <p:nvPr/>
        </p:nvSpPr>
        <p:spPr>
          <a:xfrm>
            <a:off x="4071938" y="2286000"/>
            <a:ext cx="2428875" cy="3714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Oval 4"/>
          <p:cNvSpPr/>
          <p:nvPr/>
        </p:nvSpPr>
        <p:spPr>
          <a:xfrm>
            <a:off x="1785938" y="3214688"/>
            <a:ext cx="714375" cy="78581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p>
        </p:txBody>
      </p:sp>
      <p:sp>
        <p:nvSpPr>
          <p:cNvPr id="6" name="Oval 5"/>
          <p:cNvSpPr/>
          <p:nvPr/>
        </p:nvSpPr>
        <p:spPr>
          <a:xfrm>
            <a:off x="4857750" y="3214688"/>
            <a:ext cx="214313"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7" name="Oval 6"/>
          <p:cNvSpPr/>
          <p:nvPr/>
        </p:nvSpPr>
        <p:spPr>
          <a:xfrm>
            <a:off x="5010150" y="3571875"/>
            <a:ext cx="214313"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8" name="Oval 7"/>
          <p:cNvSpPr/>
          <p:nvPr/>
        </p:nvSpPr>
        <p:spPr>
          <a:xfrm>
            <a:off x="5429250" y="2857500"/>
            <a:ext cx="214313"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9" name="Oval 8"/>
          <p:cNvSpPr/>
          <p:nvPr/>
        </p:nvSpPr>
        <p:spPr>
          <a:xfrm>
            <a:off x="5715000" y="3429000"/>
            <a:ext cx="214313"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0" name="Oval 9"/>
          <p:cNvSpPr/>
          <p:nvPr/>
        </p:nvSpPr>
        <p:spPr>
          <a:xfrm>
            <a:off x="4572000" y="3929063"/>
            <a:ext cx="214313"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1" name="Oval 10"/>
          <p:cNvSpPr/>
          <p:nvPr/>
        </p:nvSpPr>
        <p:spPr>
          <a:xfrm>
            <a:off x="5500688" y="3929063"/>
            <a:ext cx="214312"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2" name="Oval 11"/>
          <p:cNvSpPr/>
          <p:nvPr/>
        </p:nvSpPr>
        <p:spPr>
          <a:xfrm>
            <a:off x="4357688" y="3429000"/>
            <a:ext cx="214312"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3" name="Oval 12"/>
          <p:cNvSpPr/>
          <p:nvPr/>
        </p:nvSpPr>
        <p:spPr>
          <a:xfrm>
            <a:off x="5000625" y="2571750"/>
            <a:ext cx="214313"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4" name="Oval 13"/>
          <p:cNvSpPr/>
          <p:nvPr/>
        </p:nvSpPr>
        <p:spPr>
          <a:xfrm>
            <a:off x="5314950" y="3671888"/>
            <a:ext cx="214313"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5" name="Oval 14"/>
          <p:cNvSpPr/>
          <p:nvPr/>
        </p:nvSpPr>
        <p:spPr>
          <a:xfrm>
            <a:off x="5857875" y="3786188"/>
            <a:ext cx="214313"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6" name="Oval 15"/>
          <p:cNvSpPr/>
          <p:nvPr/>
        </p:nvSpPr>
        <p:spPr>
          <a:xfrm>
            <a:off x="5214938" y="4357688"/>
            <a:ext cx="214312"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7" name="Oval 16"/>
          <p:cNvSpPr/>
          <p:nvPr/>
        </p:nvSpPr>
        <p:spPr>
          <a:xfrm>
            <a:off x="5772150" y="4129088"/>
            <a:ext cx="214313"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8" name="Oval 17"/>
          <p:cNvSpPr/>
          <p:nvPr/>
        </p:nvSpPr>
        <p:spPr>
          <a:xfrm>
            <a:off x="5786438" y="4714875"/>
            <a:ext cx="214312"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9" name="Oval 18"/>
          <p:cNvSpPr/>
          <p:nvPr/>
        </p:nvSpPr>
        <p:spPr>
          <a:xfrm>
            <a:off x="4714875" y="4857750"/>
            <a:ext cx="214313"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20" name="Oval 19"/>
          <p:cNvSpPr/>
          <p:nvPr/>
        </p:nvSpPr>
        <p:spPr>
          <a:xfrm>
            <a:off x="5286375" y="3321050"/>
            <a:ext cx="214313" cy="215900"/>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21" name="Oval 20"/>
          <p:cNvSpPr/>
          <p:nvPr/>
        </p:nvSpPr>
        <p:spPr>
          <a:xfrm>
            <a:off x="5500688" y="5000625"/>
            <a:ext cx="214312"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22" name="Oval 21"/>
          <p:cNvSpPr/>
          <p:nvPr/>
        </p:nvSpPr>
        <p:spPr>
          <a:xfrm>
            <a:off x="5143500" y="5357813"/>
            <a:ext cx="214313"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17430" name="TextBox 22"/>
          <p:cNvSpPr txBox="1">
            <a:spLocks noChangeArrowheads="1"/>
          </p:cNvSpPr>
          <p:nvPr/>
        </p:nvSpPr>
        <p:spPr bwMode="auto">
          <a:xfrm>
            <a:off x="6000750" y="2071688"/>
            <a:ext cx="2703513"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tx2"/>
              </a:buClr>
              <a:buSzPct val="95000"/>
              <a:buFont typeface="Wingdings" panose="05000000000000000000" pitchFamily="2" charset="2"/>
              <a:buChar char=""/>
              <a:defRPr sz="3000">
                <a:solidFill>
                  <a:schemeClr val="tx1"/>
                </a:solidFill>
                <a:latin typeface="Arial" panose="020B0604020202020204" pitchFamily="34" charset="0"/>
              </a:defRPr>
            </a:lvl1pPr>
            <a:lvl2pPr marL="742950" indent="-285750">
              <a:spcBef>
                <a:spcPct val="20000"/>
              </a:spcBef>
              <a:buClr>
                <a:schemeClr val="accent2"/>
              </a:buClr>
              <a:buSzPct val="90000"/>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Arial" panose="020B0604020202020204" pitchFamily="34" charset="0"/>
              </a:defRPr>
            </a:lvl3pPr>
            <a:lvl4pPr marL="1600200" indent="-228600">
              <a:spcBef>
                <a:spcPct val="20000"/>
              </a:spcBef>
              <a:buClr>
                <a:srgbClr val="FEB80A"/>
              </a:buClr>
              <a:buFont typeface="Wingdings 3" panose="05040102010807070707" pitchFamily="18" charset="2"/>
              <a:buChar char=""/>
              <a:defRPr sz="2200">
                <a:solidFill>
                  <a:schemeClr val="tx1"/>
                </a:solidFill>
                <a:latin typeface="Arial" panose="020B0604020202020204" pitchFamily="34" charset="0"/>
              </a:defRPr>
            </a:lvl4pPr>
            <a:lvl5pPr marL="2057400" indent="-228600">
              <a:spcBef>
                <a:spcPct val="20000"/>
              </a:spcBef>
              <a:buClr>
                <a:srgbClr val="FEB80A"/>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tr-TR" altLang="tr-TR" sz="2200" dirty="0" err="1">
                <a:latin typeface="Corbel" panose="020B0503020204020204" pitchFamily="34" charset="0"/>
              </a:rPr>
              <a:t>Anakütle</a:t>
            </a:r>
            <a:r>
              <a:rPr lang="tr-TR" altLang="tr-TR" sz="2200" dirty="0">
                <a:latin typeface="Corbel" panose="020B0503020204020204" pitchFamily="34" charset="0"/>
              </a:rPr>
              <a:t> (N)</a:t>
            </a:r>
          </a:p>
          <a:p>
            <a:pPr algn="ctr" eaLnBrk="1" hangingPunct="1">
              <a:spcBef>
                <a:spcPct val="0"/>
              </a:spcBef>
              <a:buClrTx/>
              <a:buSzTx/>
              <a:buFontTx/>
              <a:buNone/>
            </a:pPr>
            <a:r>
              <a:rPr lang="tr-TR" altLang="tr-TR" sz="2200" dirty="0" err="1">
                <a:latin typeface="Corbel" panose="020B0503020204020204" pitchFamily="34" charset="0"/>
              </a:rPr>
              <a:t>Anakütle</a:t>
            </a:r>
            <a:r>
              <a:rPr lang="tr-TR" altLang="tr-TR" sz="2200" dirty="0">
                <a:latin typeface="Corbel" panose="020B0503020204020204" pitchFamily="34" charset="0"/>
              </a:rPr>
              <a:t> parametresi</a:t>
            </a:r>
          </a:p>
          <a:p>
            <a:pPr algn="ctr" eaLnBrk="1" hangingPunct="1">
              <a:spcBef>
                <a:spcPct val="0"/>
              </a:spcBef>
              <a:buClrTx/>
              <a:buSzTx/>
              <a:buFontTx/>
              <a:buNone/>
            </a:pPr>
            <a:r>
              <a:rPr lang="en-US" altLang="tr-TR" sz="2200" b="1" i="1" dirty="0">
                <a:latin typeface="Corbel" panose="020B0503020204020204" pitchFamily="34" charset="0"/>
                <a:sym typeface="Symbol" panose="05050102010706020507" pitchFamily="18" charset="2"/>
              </a:rPr>
              <a:t></a:t>
            </a:r>
            <a:r>
              <a:rPr lang="tr-TR" altLang="tr-TR" sz="2200" b="1" i="1" dirty="0">
                <a:latin typeface="Corbel" panose="020B0503020204020204" pitchFamily="34" charset="0"/>
                <a:sym typeface="Symbol" panose="05050102010706020507" pitchFamily="18" charset="2"/>
              </a:rPr>
              <a:t> </a:t>
            </a:r>
            <a:r>
              <a:rPr lang="tr-TR" altLang="tr-TR" sz="2200" i="1" dirty="0">
                <a:latin typeface="Corbel" panose="020B0503020204020204" pitchFamily="34" charset="0"/>
                <a:sym typeface="Symbol" panose="05050102010706020507" pitchFamily="18" charset="2"/>
              </a:rPr>
              <a:t> </a:t>
            </a:r>
            <a:r>
              <a:rPr lang="tr-TR" altLang="tr-TR" sz="2200" dirty="0">
                <a:latin typeface="Corbel" panose="020B0503020204020204" pitchFamily="34" charset="0"/>
                <a:sym typeface="Symbol" panose="05050102010706020507" pitchFamily="18" charset="2"/>
              </a:rPr>
              <a:t>(ortalama)</a:t>
            </a:r>
            <a:endParaRPr lang="en-US" altLang="tr-TR" sz="2200" dirty="0">
              <a:latin typeface="Corbel" panose="020B0503020204020204" pitchFamily="34" charset="0"/>
            </a:endParaRPr>
          </a:p>
          <a:p>
            <a:pPr algn="ctr" eaLnBrk="1" hangingPunct="1">
              <a:spcBef>
                <a:spcPct val="0"/>
              </a:spcBef>
              <a:buClrTx/>
              <a:buSzTx/>
              <a:buFontTx/>
              <a:buNone/>
            </a:pPr>
            <a:endParaRPr lang="en-US" altLang="tr-TR" sz="2200" dirty="0">
              <a:latin typeface="Corbel" panose="020B0503020204020204" pitchFamily="34" charset="0"/>
            </a:endParaRPr>
          </a:p>
        </p:txBody>
      </p:sp>
      <p:sp>
        <p:nvSpPr>
          <p:cNvPr id="17431" name="TextBox 23"/>
          <p:cNvSpPr txBox="1">
            <a:spLocks noChangeArrowheads="1"/>
          </p:cNvSpPr>
          <p:nvPr/>
        </p:nvSpPr>
        <p:spPr bwMode="auto">
          <a:xfrm>
            <a:off x="1291612" y="2551631"/>
            <a:ext cx="172169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tx2"/>
              </a:buClr>
              <a:buSzPct val="95000"/>
              <a:buFont typeface="Wingdings" panose="05000000000000000000" pitchFamily="2" charset="2"/>
              <a:buChar char=""/>
              <a:defRPr sz="3000">
                <a:solidFill>
                  <a:schemeClr val="tx1"/>
                </a:solidFill>
                <a:latin typeface="Arial" panose="020B0604020202020204" pitchFamily="34" charset="0"/>
              </a:defRPr>
            </a:lvl1pPr>
            <a:lvl2pPr marL="742950" indent="-285750">
              <a:spcBef>
                <a:spcPct val="20000"/>
              </a:spcBef>
              <a:buClr>
                <a:schemeClr val="accent2"/>
              </a:buClr>
              <a:buSzPct val="90000"/>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Arial" panose="020B0604020202020204" pitchFamily="34" charset="0"/>
              </a:defRPr>
            </a:lvl3pPr>
            <a:lvl4pPr marL="1600200" indent="-228600">
              <a:spcBef>
                <a:spcPct val="20000"/>
              </a:spcBef>
              <a:buClr>
                <a:srgbClr val="FEB80A"/>
              </a:buClr>
              <a:buFont typeface="Wingdings 3" panose="05040102010807070707" pitchFamily="18" charset="2"/>
              <a:buChar char=""/>
              <a:defRPr sz="2200">
                <a:solidFill>
                  <a:schemeClr val="tx1"/>
                </a:solidFill>
                <a:latin typeface="Arial" panose="020B0604020202020204" pitchFamily="34" charset="0"/>
              </a:defRPr>
            </a:lvl4pPr>
            <a:lvl5pPr marL="2057400" indent="-228600">
              <a:spcBef>
                <a:spcPct val="20000"/>
              </a:spcBef>
              <a:buClr>
                <a:srgbClr val="FEB80A"/>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tr-TR" altLang="tr-TR" sz="2200" dirty="0">
                <a:latin typeface="Corbel" panose="020B0503020204020204" pitchFamily="34" charset="0"/>
              </a:rPr>
              <a:t>Örneklem (n)</a:t>
            </a:r>
            <a:endParaRPr lang="en-US" altLang="tr-TR" sz="2200" dirty="0">
              <a:latin typeface="Corbel" panose="020B0503020204020204" pitchFamily="34" charset="0"/>
            </a:endParaRPr>
          </a:p>
        </p:txBody>
      </p:sp>
      <p:sp>
        <p:nvSpPr>
          <p:cNvPr id="25" name="Oval 24"/>
          <p:cNvSpPr/>
          <p:nvPr/>
        </p:nvSpPr>
        <p:spPr>
          <a:xfrm>
            <a:off x="2000250" y="3286125"/>
            <a:ext cx="214313"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26" name="Oval 25"/>
          <p:cNvSpPr/>
          <p:nvPr/>
        </p:nvSpPr>
        <p:spPr>
          <a:xfrm>
            <a:off x="2071688" y="3714750"/>
            <a:ext cx="214312" cy="214313"/>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sp>
        <p:nvSpPr>
          <p:cNvPr id="27" name="Oval 26"/>
          <p:cNvSpPr/>
          <p:nvPr/>
        </p:nvSpPr>
        <p:spPr>
          <a:xfrm>
            <a:off x="1857375" y="3500438"/>
            <a:ext cx="214313" cy="214312"/>
          </a:xfrm>
          <a:prstGeom prst="ellipse">
            <a:avLst/>
          </a:prstGeom>
          <a:ln/>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en-US"/>
          </a:p>
        </p:txBody>
      </p:sp>
      <p:cxnSp>
        <p:nvCxnSpPr>
          <p:cNvPr id="40" name="Straight Arrow Connector 39"/>
          <p:cNvCxnSpPr/>
          <p:nvPr/>
        </p:nvCxnSpPr>
        <p:spPr>
          <a:xfrm rot="10800000" flipV="1">
            <a:off x="2214546" y="2643182"/>
            <a:ext cx="2821802" cy="78581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44" name="Straight Arrow Connector 43"/>
          <p:cNvCxnSpPr>
            <a:stCxn id="10" idx="2"/>
            <a:endCxn id="27" idx="6"/>
          </p:cNvCxnSpPr>
          <p:nvPr/>
        </p:nvCxnSpPr>
        <p:spPr>
          <a:xfrm rot="10800000">
            <a:off x="2071670" y="3607595"/>
            <a:ext cx="2500330" cy="42862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46" name="Straight Arrow Connector 45"/>
          <p:cNvCxnSpPr>
            <a:stCxn id="16" idx="2"/>
            <a:endCxn id="26" idx="6"/>
          </p:cNvCxnSpPr>
          <p:nvPr/>
        </p:nvCxnSpPr>
        <p:spPr>
          <a:xfrm rot="10800000">
            <a:off x="2285984" y="3821909"/>
            <a:ext cx="2928958" cy="642942"/>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47" name="Down Arrow 46"/>
          <p:cNvSpPr/>
          <p:nvPr/>
        </p:nvSpPr>
        <p:spPr>
          <a:xfrm>
            <a:off x="2071688" y="4071938"/>
            <a:ext cx="214312" cy="428625"/>
          </a:xfrm>
          <a:prstGeom prst="downArrow">
            <a:avLst/>
          </a:prstGeom>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a:p>
        </p:txBody>
      </p:sp>
      <p:sp>
        <p:nvSpPr>
          <p:cNvPr id="17439" name="TextBox 47"/>
          <p:cNvSpPr txBox="1">
            <a:spLocks noChangeArrowheads="1"/>
          </p:cNvSpPr>
          <p:nvPr/>
        </p:nvSpPr>
        <p:spPr bwMode="auto">
          <a:xfrm>
            <a:off x="785813" y="4500563"/>
            <a:ext cx="28051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tx2"/>
              </a:buClr>
              <a:buSzPct val="95000"/>
              <a:buFont typeface="Wingdings" panose="05000000000000000000" pitchFamily="2" charset="2"/>
              <a:buChar char=""/>
              <a:defRPr sz="3000">
                <a:solidFill>
                  <a:schemeClr val="tx1"/>
                </a:solidFill>
                <a:latin typeface="Arial" panose="020B0604020202020204" pitchFamily="34" charset="0"/>
              </a:defRPr>
            </a:lvl1pPr>
            <a:lvl2pPr marL="742950" indent="-285750">
              <a:spcBef>
                <a:spcPct val="20000"/>
              </a:spcBef>
              <a:buClr>
                <a:schemeClr val="accent2"/>
              </a:buClr>
              <a:buSzPct val="90000"/>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Arial" panose="020B0604020202020204" pitchFamily="34" charset="0"/>
              </a:defRPr>
            </a:lvl3pPr>
            <a:lvl4pPr marL="1600200" indent="-228600">
              <a:spcBef>
                <a:spcPct val="20000"/>
              </a:spcBef>
              <a:buClr>
                <a:srgbClr val="FEB80A"/>
              </a:buClr>
              <a:buFont typeface="Wingdings 3" panose="05040102010807070707" pitchFamily="18" charset="2"/>
              <a:buChar char=""/>
              <a:defRPr sz="2200">
                <a:solidFill>
                  <a:schemeClr val="tx1"/>
                </a:solidFill>
                <a:latin typeface="Arial" panose="020B0604020202020204" pitchFamily="34" charset="0"/>
              </a:defRPr>
            </a:lvl4pPr>
            <a:lvl5pPr marL="2057400" indent="-228600">
              <a:spcBef>
                <a:spcPct val="20000"/>
              </a:spcBef>
              <a:buClr>
                <a:srgbClr val="FEB80A"/>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tr-TR" altLang="tr-TR" sz="2200">
                <a:latin typeface="Corbel" panose="020B0503020204020204" pitchFamily="34" charset="0"/>
              </a:rPr>
              <a:t>Örnek verilerin analizi</a:t>
            </a:r>
            <a:endParaRPr lang="en-US" altLang="tr-TR" sz="2200">
              <a:latin typeface="Corbel" panose="020B0503020204020204" pitchFamily="34" charset="0"/>
            </a:endParaRPr>
          </a:p>
        </p:txBody>
      </p:sp>
      <p:sp>
        <p:nvSpPr>
          <p:cNvPr id="50" name="Down Arrow 49"/>
          <p:cNvSpPr/>
          <p:nvPr/>
        </p:nvSpPr>
        <p:spPr>
          <a:xfrm>
            <a:off x="2071688" y="4927600"/>
            <a:ext cx="214312" cy="428625"/>
          </a:xfrm>
          <a:prstGeom prst="downArrow">
            <a:avLst/>
          </a:prstGeom>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a:p>
        </p:txBody>
      </p:sp>
      <p:sp>
        <p:nvSpPr>
          <p:cNvPr id="17441" name="TextBox 50"/>
          <p:cNvSpPr txBox="1">
            <a:spLocks noChangeArrowheads="1"/>
          </p:cNvSpPr>
          <p:nvPr/>
        </p:nvSpPr>
        <p:spPr bwMode="auto">
          <a:xfrm>
            <a:off x="928688" y="5429250"/>
            <a:ext cx="26116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tx2"/>
              </a:buClr>
              <a:buSzPct val="95000"/>
              <a:buFont typeface="Wingdings" panose="05000000000000000000" pitchFamily="2" charset="2"/>
              <a:buChar char=""/>
              <a:defRPr sz="3000">
                <a:solidFill>
                  <a:schemeClr val="tx1"/>
                </a:solidFill>
                <a:latin typeface="Arial" panose="020B0604020202020204" pitchFamily="34" charset="0"/>
              </a:defRPr>
            </a:lvl1pPr>
            <a:lvl2pPr marL="742950" indent="-285750">
              <a:spcBef>
                <a:spcPct val="20000"/>
              </a:spcBef>
              <a:buClr>
                <a:schemeClr val="accent2"/>
              </a:buClr>
              <a:buSzPct val="90000"/>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Arial" panose="020B0604020202020204" pitchFamily="34" charset="0"/>
              </a:defRPr>
            </a:lvl3pPr>
            <a:lvl4pPr marL="1600200" indent="-228600">
              <a:spcBef>
                <a:spcPct val="20000"/>
              </a:spcBef>
              <a:buClr>
                <a:srgbClr val="FEB80A"/>
              </a:buClr>
              <a:buFont typeface="Wingdings 3" panose="05040102010807070707" pitchFamily="18" charset="2"/>
              <a:buChar char=""/>
              <a:defRPr sz="2200">
                <a:solidFill>
                  <a:schemeClr val="tx1"/>
                </a:solidFill>
                <a:latin typeface="Arial" panose="020B0604020202020204" pitchFamily="34" charset="0"/>
              </a:defRPr>
            </a:lvl4pPr>
            <a:lvl5pPr marL="2057400" indent="-228600">
              <a:spcBef>
                <a:spcPct val="20000"/>
              </a:spcBef>
              <a:buClr>
                <a:srgbClr val="FEB80A"/>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tr-TR" altLang="tr-TR" sz="2200" dirty="0">
                <a:latin typeface="Corbel" panose="020B0503020204020204" pitchFamily="34" charset="0"/>
              </a:rPr>
              <a:t>Örneklem istatistiği </a:t>
            </a:r>
            <a:endParaRPr lang="en-US" altLang="tr-TR" sz="2200" dirty="0">
              <a:latin typeface="Corbel" panose="020B0503020204020204" pitchFamily="3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1A5D551-162D-A942-AE54-068FEBB0D7A3}"/>
                  </a:ext>
                </a:extLst>
              </p:cNvPr>
              <p:cNvSpPr txBox="1"/>
              <p:nvPr/>
            </p:nvSpPr>
            <p:spPr>
              <a:xfrm>
                <a:off x="1882651" y="5908788"/>
                <a:ext cx="592386" cy="5232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en-TR" sz="2800" i="1" smtClean="0">
                              <a:latin typeface="Cambria Math" panose="02040503050406030204" pitchFamily="18" charset="0"/>
                            </a:rPr>
                          </m:ctrlPr>
                        </m:accPr>
                        <m:e>
                          <m:r>
                            <a:rPr lang="tr-TR" sz="2800" b="0" i="1" smtClean="0">
                              <a:latin typeface="Cambria Math" panose="02040503050406030204" pitchFamily="18" charset="0"/>
                            </a:rPr>
                            <m:t>𝑥</m:t>
                          </m:r>
                        </m:e>
                      </m:acc>
                    </m:oMath>
                  </m:oMathPara>
                </a14:m>
                <a:endParaRPr lang="en-TR" sz="2800" dirty="0"/>
              </a:p>
            </p:txBody>
          </p:sp>
        </mc:Choice>
        <mc:Fallback>
          <p:sp>
            <p:nvSpPr>
              <p:cNvPr id="3" name="TextBox 2">
                <a:extLst>
                  <a:ext uri="{FF2B5EF4-FFF2-40B4-BE49-F238E27FC236}">
                    <a16:creationId xmlns:a16="http://schemas.microsoft.com/office/drawing/2014/main" id="{C1A5D551-162D-A942-AE54-068FEBB0D7A3}"/>
                  </a:ext>
                </a:extLst>
              </p:cNvPr>
              <p:cNvSpPr txBox="1">
                <a:spLocks noRot="1" noChangeAspect="1" noMove="1" noResize="1" noEditPoints="1" noAdjustHandles="1" noChangeArrowheads="1" noChangeShapeType="1" noTextEdit="1"/>
              </p:cNvSpPr>
              <p:nvPr/>
            </p:nvSpPr>
            <p:spPr>
              <a:xfrm>
                <a:off x="1882651" y="5908788"/>
                <a:ext cx="592386" cy="523220"/>
              </a:xfrm>
              <a:prstGeom prst="rect">
                <a:avLst/>
              </a:prstGeom>
              <a:blipFill>
                <a:blip r:embed="rId2"/>
                <a:stretch>
                  <a:fillRect/>
                </a:stretch>
              </a:blipFill>
            </p:spPr>
            <p:txBody>
              <a:bodyPr/>
              <a:lstStyle/>
              <a:p>
                <a:r>
                  <a:rPr lang="en-TR">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685800" y="838200"/>
            <a:ext cx="8350696" cy="609600"/>
          </a:xfrm>
        </p:spPr>
        <p:txBody>
          <a:bodyPr/>
          <a:lstStyle/>
          <a:p>
            <a:r>
              <a:rPr lang="tr-TR" altLang="tr-TR" sz="3200" b="1" dirty="0">
                <a:solidFill>
                  <a:srgbClr val="92D050"/>
                </a:solidFill>
              </a:rPr>
              <a:t>Sembolik Gösterim</a:t>
            </a:r>
          </a:p>
        </p:txBody>
      </p:sp>
      <p:graphicFrame>
        <p:nvGraphicFramePr>
          <p:cNvPr id="454659" name="Group 3"/>
          <p:cNvGraphicFramePr>
            <a:graphicFrameLocks noGrp="1"/>
          </p:cNvGraphicFramePr>
          <p:nvPr>
            <p:ph type="tbl" idx="1"/>
            <p:extLst>
              <p:ext uri="{D42A27DB-BD31-4B8C-83A1-F6EECF244321}">
                <p14:modId xmlns:p14="http://schemas.microsoft.com/office/powerpoint/2010/main" val="3360207801"/>
              </p:ext>
            </p:extLst>
          </p:nvPr>
        </p:nvGraphicFramePr>
        <p:xfrm>
          <a:off x="683568" y="2348880"/>
          <a:ext cx="7774632" cy="2743200"/>
        </p:xfrm>
        <a:graphic>
          <a:graphicData uri="http://schemas.openxmlformats.org/drawingml/2006/table">
            <a:tbl>
              <a:tblPr>
                <a:tableStyleId>{125E5076-3810-47DD-B79F-674D7AD40C01}</a:tableStyleId>
              </a:tblPr>
              <a:tblGrid>
                <a:gridCol w="2821632">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509588">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Tanımlayıcı ölçüt</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 typeface="+mj-lt"/>
                        <a:buNone/>
                        <a:tabLst/>
                      </a:pPr>
                      <a:r>
                        <a:rPr kumimoji="0" lang="tr-TR" altLang="tr-TR" sz="2000" u="none" strike="noStrike" cap="none" normalizeH="0" baseline="0" dirty="0">
                          <a:ln>
                            <a:noFill/>
                          </a:ln>
                          <a:effectLst/>
                        </a:rPr>
                        <a:t>Örneklemde (istatistik)</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Evrende </a:t>
                      </a:r>
                    </a:p>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(parametre)</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tc>
                <a:extLst>
                  <a:ext uri="{0D108BD9-81ED-4DB2-BD59-A6C34878D82A}">
                    <a16:rowId xmlns:a16="http://schemas.microsoft.com/office/drawing/2014/main" val="10000"/>
                  </a:ext>
                </a:extLst>
              </a:tr>
              <a:tr h="368300">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Ortalama</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X</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i="1" u="none" strike="noStrike" cap="none" normalizeH="0" baseline="0" dirty="0">
                          <a:ln>
                            <a:noFill/>
                          </a:ln>
                          <a:effectLst/>
                          <a:sym typeface="Symbol" panose="05050102010706020507" pitchFamily="18" charset="2"/>
                        </a:rPr>
                        <a:t> (mu)</a:t>
                      </a:r>
                      <a:endParaRPr kumimoji="0" lang="tr-TR" altLang="tr-TR" sz="2000" b="0" i="1"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extLst>
                  <a:ext uri="{0D108BD9-81ED-4DB2-BD59-A6C34878D82A}">
                    <a16:rowId xmlns:a16="http://schemas.microsoft.com/office/drawing/2014/main" val="10001"/>
                  </a:ext>
                </a:extLst>
              </a:tr>
              <a:tr h="368300">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Standart sapma</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b="0" u="none" strike="noStrike" cap="none" normalizeH="0" baseline="0" dirty="0">
                          <a:ln>
                            <a:noFill/>
                          </a:ln>
                          <a:solidFill>
                            <a:schemeClr val="tx1"/>
                          </a:solidFill>
                          <a:effectLst/>
                        </a:rPr>
                        <a:t>s</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i="1" u="none" strike="noStrike" cap="none" normalizeH="0" baseline="0" dirty="0">
                          <a:ln>
                            <a:noFill/>
                          </a:ln>
                          <a:effectLst/>
                          <a:sym typeface="Symbol" panose="05050102010706020507" pitchFamily="18" charset="2"/>
                        </a:rPr>
                        <a:t> (</a:t>
                      </a:r>
                      <a:r>
                        <a:rPr kumimoji="0" lang="tr-TR" altLang="tr-TR" sz="2000" i="1" u="none" strike="noStrike" cap="none" normalizeH="0" baseline="0" dirty="0" err="1">
                          <a:ln>
                            <a:noFill/>
                          </a:ln>
                          <a:effectLst/>
                          <a:sym typeface="Symbol" panose="05050102010706020507" pitchFamily="18" charset="2"/>
                        </a:rPr>
                        <a:t>sigma</a:t>
                      </a:r>
                      <a:r>
                        <a:rPr kumimoji="0" lang="tr-TR" altLang="tr-TR" sz="2000" i="1" u="none" strike="noStrike" cap="none" normalizeH="0" baseline="0" dirty="0">
                          <a:ln>
                            <a:noFill/>
                          </a:ln>
                          <a:effectLst/>
                          <a:sym typeface="Symbol" panose="05050102010706020507" pitchFamily="18" charset="2"/>
                        </a:rPr>
                        <a:t>)</a:t>
                      </a:r>
                      <a:endParaRPr kumimoji="0" lang="tr-TR" altLang="tr-TR" sz="2000" b="0" i="1"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extLst>
                  <a:ext uri="{0D108BD9-81ED-4DB2-BD59-A6C34878D82A}">
                    <a16:rowId xmlns:a16="http://schemas.microsoft.com/office/drawing/2014/main" val="10002"/>
                  </a:ext>
                </a:extLst>
              </a:tr>
              <a:tr h="368300">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Varyans</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s</a:t>
                      </a:r>
                      <a:r>
                        <a:rPr kumimoji="0" lang="tr-TR" altLang="tr-TR" sz="2000" u="none" strike="noStrike" cap="none" normalizeH="0" baseline="30000" dirty="0">
                          <a:ln>
                            <a:noFill/>
                          </a:ln>
                          <a:effectLst/>
                        </a:rPr>
                        <a:t>2</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i="1" u="none" strike="noStrike" cap="none" normalizeH="0" baseline="0" dirty="0">
                          <a:ln>
                            <a:noFill/>
                          </a:ln>
                          <a:effectLst/>
                          <a:sym typeface="Symbol" panose="05050102010706020507" pitchFamily="18" charset="2"/>
                        </a:rPr>
                        <a:t></a:t>
                      </a:r>
                      <a:r>
                        <a:rPr kumimoji="0" lang="tr-TR" altLang="tr-TR" sz="2000" i="1" u="none" strike="noStrike" cap="none" normalizeH="0" baseline="30000" dirty="0">
                          <a:ln>
                            <a:noFill/>
                          </a:ln>
                          <a:effectLst/>
                        </a:rPr>
                        <a:t>2 </a:t>
                      </a:r>
                      <a:r>
                        <a:rPr kumimoji="0" lang="tr-TR" altLang="tr-TR" sz="2000" i="1" u="none" strike="noStrike" cap="none" normalizeH="0" baseline="0" dirty="0">
                          <a:ln>
                            <a:noFill/>
                          </a:ln>
                          <a:effectLst/>
                        </a:rPr>
                        <a:t>(</a:t>
                      </a:r>
                      <a:r>
                        <a:rPr kumimoji="0" lang="tr-TR" altLang="tr-TR" sz="2000" i="1" u="none" strike="noStrike" cap="none" normalizeH="0" baseline="0" dirty="0" err="1">
                          <a:ln>
                            <a:noFill/>
                          </a:ln>
                          <a:effectLst/>
                        </a:rPr>
                        <a:t>sigma</a:t>
                      </a:r>
                      <a:r>
                        <a:rPr kumimoji="0" lang="tr-TR" altLang="tr-TR" sz="2000" i="1" u="none" strike="noStrike" cap="none" normalizeH="0" baseline="0" dirty="0">
                          <a:ln>
                            <a:noFill/>
                          </a:ln>
                          <a:effectLst/>
                        </a:rPr>
                        <a:t> kare)</a:t>
                      </a:r>
                      <a:endParaRPr kumimoji="0" lang="tr-TR" altLang="tr-TR" sz="2000" b="0" i="1"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extLst>
                  <a:ext uri="{0D108BD9-81ED-4DB2-BD59-A6C34878D82A}">
                    <a16:rowId xmlns:a16="http://schemas.microsoft.com/office/drawing/2014/main" val="10003"/>
                  </a:ext>
                </a:extLst>
              </a:tr>
              <a:tr h="36830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b="0" u="none" strike="noStrike" cap="none" normalizeH="0" baseline="0" dirty="0">
                          <a:ln>
                            <a:noFill/>
                          </a:ln>
                          <a:solidFill>
                            <a:schemeClr val="tx1"/>
                          </a:solidFill>
                          <a:effectLst/>
                        </a:rPr>
                        <a:t>Korelasyon</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b="0" u="none" strike="noStrike" cap="none" normalizeH="0" baseline="0" dirty="0">
                          <a:ln>
                            <a:noFill/>
                          </a:ln>
                          <a:solidFill>
                            <a:schemeClr val="tx1"/>
                          </a:solidFill>
                          <a:effectLst/>
                        </a:rPr>
                        <a:t>r</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lang="el-GR" sz="1800" b="0" i="1" u="none" strike="noStrike" kern="1200" dirty="0">
                          <a:solidFill>
                            <a:schemeClr val="lt1"/>
                          </a:solidFill>
                          <a:effectLst/>
                        </a:rPr>
                        <a:t>ρ</a:t>
                      </a:r>
                      <a:r>
                        <a:rPr lang="tr-TR" sz="1800" b="0" i="1" u="none" strike="noStrike" kern="1200" dirty="0">
                          <a:solidFill>
                            <a:schemeClr val="lt1"/>
                          </a:solidFill>
                          <a:effectLst/>
                        </a:rPr>
                        <a:t> (</a:t>
                      </a:r>
                      <a:r>
                        <a:rPr lang="tr-TR" sz="1800" b="0" i="1" u="none" strike="noStrike" kern="1200" dirty="0" err="1">
                          <a:solidFill>
                            <a:schemeClr val="lt1"/>
                          </a:solidFill>
                          <a:effectLst/>
                        </a:rPr>
                        <a:t>rho</a:t>
                      </a:r>
                      <a:r>
                        <a:rPr lang="tr-TR" sz="1800" b="0" i="1" u="none" strike="noStrike" kern="1200" dirty="0">
                          <a:solidFill>
                            <a:schemeClr val="lt1"/>
                          </a:solidFill>
                          <a:effectLst/>
                        </a:rPr>
                        <a:t>)</a:t>
                      </a:r>
                      <a:endParaRPr kumimoji="0" lang="tr-TR" altLang="tr-TR" sz="2000" b="0" i="1"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extLst>
                  <a:ext uri="{0D108BD9-81ED-4DB2-BD59-A6C34878D82A}">
                    <a16:rowId xmlns:a16="http://schemas.microsoft.com/office/drawing/2014/main" val="10004"/>
                  </a:ext>
                </a:extLst>
              </a:tr>
              <a:tr h="368300">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u="none" strike="noStrike" cap="none" normalizeH="0" baseline="0" dirty="0">
                          <a:ln>
                            <a:noFill/>
                          </a:ln>
                          <a:effectLst/>
                        </a:rPr>
                        <a:t>Gözlem sayısı</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b="0" u="none" strike="noStrike" cap="none" normalizeH="0" baseline="0" dirty="0">
                          <a:ln>
                            <a:noFill/>
                          </a:ln>
                          <a:solidFill>
                            <a:schemeClr val="tx1"/>
                          </a:solidFill>
                          <a:effectLst/>
                        </a:rPr>
                        <a:t>n</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tc>
                  <a:txBody>
                    <a:bodyPr/>
                    <a:lstStyle>
                      <a:lvl1pPr>
                        <a:spcBef>
                          <a:spcPct val="20000"/>
                        </a:spcBef>
                        <a:buClr>
                          <a:schemeClr val="accent1"/>
                        </a:buClr>
                        <a:defRPr sz="2800">
                          <a:solidFill>
                            <a:schemeClr val="tx1"/>
                          </a:solidFill>
                          <a:latin typeface="Tahoma" panose="020B0604030504040204" pitchFamily="34" charset="0"/>
                        </a:defRPr>
                      </a:lvl1pPr>
                      <a:lvl2pPr>
                        <a:spcBef>
                          <a:spcPct val="20000"/>
                        </a:spcBef>
                        <a:buClr>
                          <a:schemeClr val="hlink"/>
                        </a:buClr>
                        <a:defRPr sz="2400">
                          <a:solidFill>
                            <a:schemeClr val="tx1"/>
                          </a:solidFill>
                          <a:latin typeface="Tahoma" panose="020B0604030504040204" pitchFamily="34" charset="0"/>
                        </a:defRPr>
                      </a:lvl2pPr>
                      <a:lvl3pPr>
                        <a:spcBef>
                          <a:spcPct val="20000"/>
                        </a:spcBef>
                        <a:buClr>
                          <a:schemeClr val="accent1"/>
                        </a:buClr>
                        <a:defRPr sz="2000">
                          <a:solidFill>
                            <a:schemeClr val="tx1"/>
                          </a:solidFill>
                          <a:latin typeface="Tahoma" panose="020B0604030504040204" pitchFamily="34" charset="0"/>
                        </a:defRPr>
                      </a:lvl3pPr>
                      <a:lvl4pPr>
                        <a:spcBef>
                          <a:spcPct val="20000"/>
                        </a:spcBef>
                        <a:buClr>
                          <a:schemeClr val="folHlink"/>
                        </a:buClr>
                        <a:defRPr>
                          <a:solidFill>
                            <a:schemeClr val="tx1"/>
                          </a:solidFill>
                          <a:latin typeface="Tahoma" panose="020B0604030504040204" pitchFamily="34" charset="0"/>
                        </a:defRPr>
                      </a:lvl4pPr>
                      <a:lvl5pPr>
                        <a:spcBef>
                          <a:spcPct val="20000"/>
                        </a:spcBef>
                        <a:buClr>
                          <a:schemeClr val="accent1"/>
                        </a:buClr>
                        <a:defRPr>
                          <a:solidFill>
                            <a:schemeClr val="tx1"/>
                          </a:solidFill>
                          <a:latin typeface="Tahoma" panose="020B0604030504040204" pitchFamily="34" charset="0"/>
                        </a:defRPr>
                      </a:lvl5pPr>
                      <a:lvl6pPr fontAlgn="base">
                        <a:spcBef>
                          <a:spcPct val="20000"/>
                        </a:spcBef>
                        <a:spcAft>
                          <a:spcPct val="0"/>
                        </a:spcAft>
                        <a:buClr>
                          <a:schemeClr val="accent1"/>
                        </a:buClr>
                        <a:defRPr>
                          <a:solidFill>
                            <a:schemeClr val="tx1"/>
                          </a:solidFill>
                          <a:latin typeface="Tahoma" panose="020B0604030504040204" pitchFamily="34" charset="0"/>
                        </a:defRPr>
                      </a:lvl6pPr>
                      <a:lvl7pPr fontAlgn="base">
                        <a:spcBef>
                          <a:spcPct val="20000"/>
                        </a:spcBef>
                        <a:spcAft>
                          <a:spcPct val="0"/>
                        </a:spcAft>
                        <a:buClr>
                          <a:schemeClr val="accent1"/>
                        </a:buClr>
                        <a:defRPr>
                          <a:solidFill>
                            <a:schemeClr val="tx1"/>
                          </a:solidFill>
                          <a:latin typeface="Tahoma" panose="020B0604030504040204" pitchFamily="34" charset="0"/>
                        </a:defRPr>
                      </a:lvl7pPr>
                      <a:lvl8pPr fontAlgn="base">
                        <a:spcBef>
                          <a:spcPct val="20000"/>
                        </a:spcBef>
                        <a:spcAft>
                          <a:spcPct val="0"/>
                        </a:spcAft>
                        <a:buClr>
                          <a:schemeClr val="accent1"/>
                        </a:buClr>
                        <a:defRPr>
                          <a:solidFill>
                            <a:schemeClr val="tx1"/>
                          </a:solidFill>
                          <a:latin typeface="Tahoma" panose="020B0604030504040204" pitchFamily="34" charset="0"/>
                        </a:defRPr>
                      </a:lvl8pPr>
                      <a:lvl9pPr fontAlgn="base">
                        <a:spcBef>
                          <a:spcPct val="20000"/>
                        </a:spcBef>
                        <a:spcAft>
                          <a:spcPct val="0"/>
                        </a:spcAft>
                        <a:buClr>
                          <a:schemeClr val="accent1"/>
                        </a:buClr>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tr-TR" altLang="tr-TR" sz="2000" i="0" u="none" strike="noStrike" cap="none" normalizeH="0" baseline="0" dirty="0">
                          <a:ln>
                            <a:noFill/>
                          </a:ln>
                          <a:effectLst/>
                        </a:rPr>
                        <a:t>N</a:t>
                      </a:r>
                      <a:endParaRPr kumimoji="0" lang="tr-TR" altLang="tr-TR" sz="2000" b="0" i="0" u="none" strike="noStrike" cap="none" normalizeH="0" baseline="0" dirty="0">
                        <a:ln>
                          <a:noFill/>
                        </a:ln>
                        <a:solidFill>
                          <a:schemeClr val="tx1"/>
                        </a:solidFill>
                        <a:effectLst/>
                        <a:latin typeface="Tahoma" panose="020B0604030504040204" pitchFamily="34" charset="0"/>
                      </a:endParaRPr>
                    </a:p>
                  </a:txBody>
                  <a:tcPr horzOverflow="overflow">
                    <a:solidFill>
                      <a:srgbClr val="92D050"/>
                    </a:solidFill>
                  </a:tcPr>
                </a:tc>
                <a:extLst>
                  <a:ext uri="{0D108BD9-81ED-4DB2-BD59-A6C34878D82A}">
                    <a16:rowId xmlns:a16="http://schemas.microsoft.com/office/drawing/2014/main" val="10005"/>
                  </a:ext>
                </a:extLst>
              </a:tr>
            </a:tbl>
          </a:graphicData>
        </a:graphic>
      </p:graphicFrame>
      <p:sp>
        <p:nvSpPr>
          <p:cNvPr id="454689" name="Line 33"/>
          <p:cNvSpPr>
            <a:spLocks noChangeShapeType="1"/>
          </p:cNvSpPr>
          <p:nvPr/>
        </p:nvSpPr>
        <p:spPr bwMode="auto">
          <a:xfrm>
            <a:off x="4559424" y="3140968"/>
            <a:ext cx="228600" cy="0"/>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tr-TR"/>
          </a:p>
        </p:txBody>
      </p:sp>
    </p:spTree>
    <p:extLst>
      <p:ext uri="{BB962C8B-B14F-4D97-AF65-F5344CB8AC3E}">
        <p14:creationId xmlns:p14="http://schemas.microsoft.com/office/powerpoint/2010/main" val="306852945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p:txBody>
          <a:bodyPr/>
          <a:lstStyle/>
          <a:p>
            <a:pPr eaLnBrk="1" fontAlgn="auto" hangingPunct="1">
              <a:spcAft>
                <a:spcPts val="0"/>
              </a:spcAft>
              <a:defRPr/>
            </a:pPr>
            <a:r>
              <a:rPr lang="tr-TR">
                <a:solidFill>
                  <a:schemeClr val="tx2">
                    <a:satMod val="200000"/>
                  </a:schemeClr>
                </a:solidFill>
                <a:latin typeface="+mj-lt"/>
              </a:rPr>
              <a:t>Örneklem-Avantajları</a:t>
            </a:r>
          </a:p>
        </p:txBody>
      </p:sp>
      <p:sp>
        <p:nvSpPr>
          <p:cNvPr id="18436" name="Rectangle 3"/>
          <p:cNvSpPr>
            <a:spLocks noGrp="1" noChangeArrowheads="1"/>
          </p:cNvSpPr>
          <p:nvPr>
            <p:ph idx="1"/>
          </p:nvPr>
        </p:nvSpPr>
        <p:spPr>
          <a:xfrm>
            <a:off x="656573" y="1556792"/>
            <a:ext cx="6711654" cy="4195481"/>
          </a:xfrm>
        </p:spPr>
        <p:txBody>
          <a:bodyPr>
            <a:normAutofit/>
          </a:bodyPr>
          <a:lstStyle/>
          <a:p>
            <a:pPr eaLnBrk="1" hangingPunct="1"/>
            <a:r>
              <a:rPr lang="tr-TR" altLang="tr-TR" sz="2800" dirty="0">
                <a:latin typeface="Corbel" panose="020B0503020204020204" pitchFamily="34" charset="0"/>
              </a:rPr>
              <a:t>Maliyet</a:t>
            </a:r>
          </a:p>
          <a:p>
            <a:pPr eaLnBrk="1" hangingPunct="1"/>
            <a:r>
              <a:rPr lang="tr-TR" altLang="tr-TR" sz="2800" dirty="0">
                <a:latin typeface="Corbel" panose="020B0503020204020204" pitchFamily="34" charset="0"/>
              </a:rPr>
              <a:t>Zamanlama</a:t>
            </a:r>
          </a:p>
          <a:p>
            <a:pPr eaLnBrk="1" hangingPunct="1"/>
            <a:r>
              <a:rPr lang="tr-TR" altLang="tr-TR" sz="2800" dirty="0">
                <a:latin typeface="Corbel" panose="020B0503020204020204" pitchFamily="34" charset="0"/>
              </a:rPr>
              <a:t>Detaylı bilgi</a:t>
            </a:r>
          </a:p>
          <a:p>
            <a:pPr eaLnBrk="1" hangingPunct="1"/>
            <a:r>
              <a:rPr lang="tr-TR" altLang="tr-TR" sz="2800" dirty="0">
                <a:latin typeface="Corbel" panose="020B0503020204020204" pitchFamily="34" charset="0"/>
              </a:rPr>
              <a:t>Kontrol güçlükleri ile </a:t>
            </a:r>
          </a:p>
          <a:p>
            <a:pPr marL="742950" lvl="1" eaLnBrk="1" hangingPunct="1"/>
            <a:r>
              <a:rPr lang="tr-TR" altLang="tr-TR" sz="2400" dirty="0">
                <a:latin typeface="Corbel" panose="020B0503020204020204" pitchFamily="34" charset="0"/>
              </a:rPr>
              <a:t>Ulaşılması problematik evrende çalışabilme</a:t>
            </a:r>
          </a:p>
          <a:p>
            <a:pPr marL="742950" lvl="1" eaLnBrk="1" hangingPunct="1"/>
            <a:r>
              <a:rPr lang="tr-TR" altLang="tr-TR" sz="2400" dirty="0">
                <a:latin typeface="Corbel" panose="020B0503020204020204" pitchFamily="34" charset="0"/>
              </a:rPr>
              <a:t>Gözlemin imhası gereken durumlarda </a:t>
            </a:r>
          </a:p>
          <a:p>
            <a:pPr eaLnBrk="1" hangingPunct="1"/>
            <a:r>
              <a:rPr lang="tr-TR" altLang="tr-TR" sz="2800" dirty="0">
                <a:latin typeface="Corbel" panose="020B0503020204020204" pitchFamily="34" charset="0"/>
              </a:rPr>
              <a:t>Kesinlik </a:t>
            </a:r>
          </a:p>
        </p:txBody>
      </p:sp>
      <p:sp>
        <p:nvSpPr>
          <p:cNvPr id="18434" name="22 Slayt Numarası Yer Tutucusu"/>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tx2"/>
              </a:buClr>
              <a:buSzPct val="95000"/>
              <a:buFont typeface="Wingdings" panose="05000000000000000000" pitchFamily="2" charset="2"/>
              <a:buChar char=""/>
              <a:defRPr sz="3000">
                <a:solidFill>
                  <a:schemeClr val="tx1"/>
                </a:solidFill>
                <a:latin typeface="Arial" panose="020B0604020202020204" pitchFamily="34" charset="0"/>
              </a:defRPr>
            </a:lvl1pPr>
            <a:lvl2pPr marL="742950" indent="-285750">
              <a:spcBef>
                <a:spcPct val="20000"/>
              </a:spcBef>
              <a:buClr>
                <a:schemeClr val="accent2"/>
              </a:buClr>
              <a:buSzPct val="90000"/>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Arial" panose="020B0604020202020204" pitchFamily="34" charset="0"/>
              </a:defRPr>
            </a:lvl3pPr>
            <a:lvl4pPr marL="1600200" indent="-228600">
              <a:spcBef>
                <a:spcPct val="20000"/>
              </a:spcBef>
              <a:buClr>
                <a:srgbClr val="FEB80A"/>
              </a:buClr>
              <a:buFont typeface="Wingdings 3" panose="05040102010807070707" pitchFamily="18" charset="2"/>
              <a:buChar char=""/>
              <a:defRPr sz="2200">
                <a:solidFill>
                  <a:schemeClr val="tx1"/>
                </a:solidFill>
                <a:latin typeface="Arial" panose="020B0604020202020204" pitchFamily="34" charset="0"/>
              </a:defRPr>
            </a:lvl4pPr>
            <a:lvl5pPr marL="2057400" indent="-228600">
              <a:spcBef>
                <a:spcPct val="20000"/>
              </a:spcBef>
              <a:buClr>
                <a:srgbClr val="FEB80A"/>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9pPr>
          </a:lstStyle>
          <a:p>
            <a:pPr>
              <a:spcBef>
                <a:spcPct val="0"/>
              </a:spcBef>
              <a:buClrTx/>
              <a:buSzTx/>
              <a:buFontTx/>
              <a:buNone/>
            </a:pPr>
            <a:fld id="{6956117B-AF75-43CA-A0AF-4C5CC92A8B71}" type="slidenum">
              <a:rPr lang="tr-TR" altLang="tr-TR" sz="1200">
                <a:solidFill>
                  <a:schemeClr val="tx2"/>
                </a:solidFill>
                <a:latin typeface="Corbel" panose="020B0503020204020204" pitchFamily="34" charset="0"/>
              </a:rPr>
              <a:pPr>
                <a:spcBef>
                  <a:spcPct val="0"/>
                </a:spcBef>
                <a:buClrTx/>
                <a:buSzTx/>
                <a:buFontTx/>
                <a:buNone/>
              </a:pPr>
              <a:t>12</a:t>
            </a:fld>
            <a:endParaRPr lang="tr-TR" altLang="tr-TR" sz="1200">
              <a:solidFill>
                <a:schemeClr val="tx2"/>
              </a:solidFill>
              <a:latin typeface="Corbel" panose="020B0503020204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fontAlgn="auto" hangingPunct="1">
              <a:spcAft>
                <a:spcPts val="0"/>
              </a:spcAft>
              <a:defRPr/>
            </a:pPr>
            <a:r>
              <a:rPr lang="tr-TR">
                <a:solidFill>
                  <a:schemeClr val="tx2">
                    <a:satMod val="200000"/>
                  </a:schemeClr>
                </a:solidFill>
                <a:latin typeface="+mj-lt"/>
              </a:rPr>
              <a:t>Nicel Araştırmalarda Örneklem</a:t>
            </a:r>
          </a:p>
        </p:txBody>
      </p:sp>
      <p:sp>
        <p:nvSpPr>
          <p:cNvPr id="19460" name="Rectangle 3"/>
          <p:cNvSpPr>
            <a:spLocks noGrp="1" noChangeArrowheads="1"/>
          </p:cNvSpPr>
          <p:nvPr>
            <p:ph idx="1"/>
          </p:nvPr>
        </p:nvSpPr>
        <p:spPr>
          <a:xfrm>
            <a:off x="827700" y="2052925"/>
            <a:ext cx="7920764" cy="4195481"/>
          </a:xfrm>
        </p:spPr>
        <p:txBody>
          <a:bodyPr>
            <a:normAutofit fontScale="92500" lnSpcReduction="10000"/>
          </a:bodyPr>
          <a:lstStyle/>
          <a:p>
            <a:pPr eaLnBrk="1" hangingPunct="1"/>
            <a:r>
              <a:rPr lang="tr-TR" altLang="tr-TR" sz="2800" dirty="0">
                <a:latin typeface="Corbel" panose="020B0503020204020204" pitchFamily="34" charset="0"/>
              </a:rPr>
              <a:t>Olasılık temelli örneklem (</a:t>
            </a:r>
            <a:r>
              <a:rPr lang="tr-TR" altLang="tr-TR" sz="2800" dirty="0" err="1">
                <a:latin typeface="Corbel" panose="020B0503020204020204" pitchFamily="34" charset="0"/>
              </a:rPr>
              <a:t>Probability</a:t>
            </a:r>
            <a:r>
              <a:rPr lang="tr-TR" altLang="tr-TR" sz="2800" dirty="0">
                <a:latin typeface="Corbel" panose="020B0503020204020204" pitchFamily="34" charset="0"/>
              </a:rPr>
              <a:t> </a:t>
            </a:r>
            <a:r>
              <a:rPr lang="tr-TR" altLang="tr-TR" sz="2800" dirty="0" err="1">
                <a:latin typeface="Corbel" panose="020B0503020204020204" pitchFamily="34" charset="0"/>
              </a:rPr>
              <a:t>Sampling</a:t>
            </a:r>
            <a:r>
              <a:rPr lang="tr-TR" altLang="tr-TR" sz="2800" dirty="0">
                <a:latin typeface="Corbel" panose="020B0503020204020204" pitchFamily="34" charset="0"/>
              </a:rPr>
              <a:t>)</a:t>
            </a:r>
          </a:p>
          <a:p>
            <a:pPr lvl="1" eaLnBrk="1" hangingPunct="1"/>
            <a:r>
              <a:rPr lang="tr-TR" altLang="tr-TR" sz="2400" dirty="0">
                <a:latin typeface="Corbel" panose="020B0503020204020204" pitchFamily="34" charset="0"/>
              </a:rPr>
              <a:t>Basit rasgele (</a:t>
            </a:r>
            <a:r>
              <a:rPr lang="tr-TR" altLang="tr-TR" sz="2400" dirty="0" err="1">
                <a:latin typeface="Corbel" panose="020B0503020204020204" pitchFamily="34" charset="0"/>
              </a:rPr>
              <a:t>Seçkisiz</a:t>
            </a:r>
            <a:r>
              <a:rPr lang="tr-TR" altLang="tr-TR" sz="2400" dirty="0">
                <a:latin typeface="Corbel" panose="020B0503020204020204" pitchFamily="34" charset="0"/>
              </a:rPr>
              <a:t>)</a:t>
            </a:r>
          </a:p>
          <a:p>
            <a:pPr lvl="1"/>
            <a:r>
              <a:rPr lang="tr-TR" altLang="tr-TR" sz="2400" dirty="0">
                <a:latin typeface="Corbel" panose="020B0503020204020204" pitchFamily="34" charset="0"/>
              </a:rPr>
              <a:t> Tabakalı </a:t>
            </a:r>
          </a:p>
          <a:p>
            <a:pPr lvl="1"/>
            <a:r>
              <a:rPr lang="tr-TR" altLang="tr-TR" sz="2400" dirty="0">
                <a:latin typeface="Corbel" panose="020B0503020204020204" pitchFamily="34" charset="0"/>
              </a:rPr>
              <a:t>Küme</a:t>
            </a:r>
          </a:p>
          <a:p>
            <a:pPr lvl="1"/>
            <a:r>
              <a:rPr lang="tr-TR" altLang="tr-TR" sz="2400" dirty="0">
                <a:latin typeface="Corbel" panose="020B0503020204020204" pitchFamily="34" charset="0"/>
              </a:rPr>
              <a:t>Sistematik</a:t>
            </a:r>
          </a:p>
          <a:p>
            <a:r>
              <a:rPr lang="tr-TR" altLang="tr-TR" sz="3000" dirty="0">
                <a:latin typeface="Corbel" panose="020B0503020204020204" pitchFamily="34" charset="0"/>
              </a:rPr>
              <a:t>Olasılıksız örneklem (</a:t>
            </a:r>
            <a:r>
              <a:rPr lang="tr-TR" altLang="tr-TR" sz="3000" dirty="0" err="1">
                <a:latin typeface="Corbel" panose="020B0503020204020204" pitchFamily="34" charset="0"/>
              </a:rPr>
              <a:t>Nonprobability</a:t>
            </a:r>
            <a:r>
              <a:rPr lang="tr-TR" altLang="tr-TR" sz="3000" dirty="0">
                <a:latin typeface="Corbel" panose="020B0503020204020204" pitchFamily="34" charset="0"/>
              </a:rPr>
              <a:t> </a:t>
            </a:r>
            <a:r>
              <a:rPr lang="tr-TR" altLang="tr-TR" sz="3000" dirty="0" err="1">
                <a:latin typeface="Corbel" panose="020B0503020204020204" pitchFamily="34" charset="0"/>
              </a:rPr>
              <a:t>Sampling</a:t>
            </a:r>
            <a:r>
              <a:rPr lang="tr-TR" altLang="tr-TR" sz="3000" dirty="0">
                <a:latin typeface="Corbel" panose="020B0503020204020204" pitchFamily="34" charset="0"/>
              </a:rPr>
              <a:t>)</a:t>
            </a:r>
          </a:p>
          <a:p>
            <a:pPr lvl="1" eaLnBrk="1" hangingPunct="1"/>
            <a:r>
              <a:rPr lang="tr-TR" altLang="tr-TR" sz="2400" dirty="0">
                <a:latin typeface="Corbel" panose="020B0503020204020204" pitchFamily="34" charset="0"/>
              </a:rPr>
              <a:t>Uygunluk örneklemi</a:t>
            </a:r>
          </a:p>
          <a:p>
            <a:pPr lvl="1" eaLnBrk="1" hangingPunct="1"/>
            <a:r>
              <a:rPr lang="tr-TR" altLang="tr-TR" sz="2400" dirty="0">
                <a:latin typeface="Corbel" panose="020B0503020204020204" pitchFamily="34" charset="0"/>
              </a:rPr>
              <a:t>Amaçlı örneklem</a:t>
            </a:r>
          </a:p>
          <a:p>
            <a:pPr lvl="1" eaLnBrk="1" hangingPunct="1"/>
            <a:r>
              <a:rPr lang="tr-TR" altLang="tr-TR" sz="2400" dirty="0">
                <a:latin typeface="Corbel" panose="020B0503020204020204" pitchFamily="34" charset="0"/>
              </a:rPr>
              <a:t>Kartopu örneklemi</a:t>
            </a:r>
          </a:p>
        </p:txBody>
      </p:sp>
      <p:sp>
        <p:nvSpPr>
          <p:cNvPr id="19458" name="22 Slayt Numarası Yer Tutucusu"/>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tx2"/>
              </a:buClr>
              <a:buSzPct val="95000"/>
              <a:buFont typeface="Wingdings" panose="05000000000000000000" pitchFamily="2" charset="2"/>
              <a:buChar char=""/>
              <a:defRPr sz="3000">
                <a:solidFill>
                  <a:schemeClr val="tx1"/>
                </a:solidFill>
                <a:latin typeface="Arial" panose="020B0604020202020204" pitchFamily="34" charset="0"/>
              </a:defRPr>
            </a:lvl1pPr>
            <a:lvl2pPr marL="742950" indent="-285750">
              <a:spcBef>
                <a:spcPct val="20000"/>
              </a:spcBef>
              <a:buClr>
                <a:schemeClr val="accent2"/>
              </a:buClr>
              <a:buSzPct val="90000"/>
              <a:buFont typeface="Wingdings" panose="05000000000000000000" pitchFamily="2" charset="2"/>
              <a:buChar char=""/>
              <a:defRPr sz="2600">
                <a:solidFill>
                  <a:schemeClr val="tx1"/>
                </a:solidFill>
                <a:latin typeface="Arial" panose="020B0604020202020204"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Arial" panose="020B0604020202020204" pitchFamily="34" charset="0"/>
              </a:defRPr>
            </a:lvl3pPr>
            <a:lvl4pPr marL="1600200" indent="-228600">
              <a:spcBef>
                <a:spcPct val="20000"/>
              </a:spcBef>
              <a:buClr>
                <a:srgbClr val="FEB80A"/>
              </a:buClr>
              <a:buFont typeface="Wingdings 3" panose="05040102010807070707" pitchFamily="18" charset="2"/>
              <a:buChar char=""/>
              <a:defRPr sz="2200">
                <a:solidFill>
                  <a:schemeClr val="tx1"/>
                </a:solidFill>
                <a:latin typeface="Arial" panose="020B0604020202020204" pitchFamily="34" charset="0"/>
              </a:defRPr>
            </a:lvl4pPr>
            <a:lvl5pPr marL="2057400" indent="-228600">
              <a:spcBef>
                <a:spcPct val="20000"/>
              </a:spcBef>
              <a:buClr>
                <a:srgbClr val="FEB80A"/>
              </a:buClr>
              <a:buFont typeface="Wingdings 2" panose="05020102010507070707" pitchFamily="18"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EB80A"/>
              </a:buClr>
              <a:buFont typeface="Wingdings 2" panose="05020102010507070707" pitchFamily="18" charset="2"/>
              <a:buChar char=""/>
              <a:defRPr sz="2000">
                <a:solidFill>
                  <a:schemeClr val="tx1"/>
                </a:solidFill>
                <a:latin typeface="Arial" panose="020B0604020202020204" pitchFamily="34" charset="0"/>
              </a:defRPr>
            </a:lvl9pPr>
          </a:lstStyle>
          <a:p>
            <a:pPr>
              <a:spcBef>
                <a:spcPct val="0"/>
              </a:spcBef>
              <a:buClrTx/>
              <a:buSzTx/>
              <a:buFontTx/>
              <a:buNone/>
            </a:pPr>
            <a:fld id="{68DC5888-62D1-4AB7-A479-7A510F100464}" type="slidenum">
              <a:rPr lang="tr-TR" altLang="tr-TR" sz="1200">
                <a:solidFill>
                  <a:schemeClr val="tx2"/>
                </a:solidFill>
                <a:latin typeface="Corbel" panose="020B0503020204020204" pitchFamily="34" charset="0"/>
              </a:rPr>
              <a:pPr>
                <a:spcBef>
                  <a:spcPct val="0"/>
                </a:spcBef>
                <a:buClrTx/>
                <a:buSzTx/>
                <a:buFontTx/>
                <a:buNone/>
              </a:pPr>
              <a:t>13</a:t>
            </a:fld>
            <a:endParaRPr lang="tr-TR" altLang="tr-TR" sz="1200">
              <a:solidFill>
                <a:schemeClr val="tx2"/>
              </a:solidFill>
              <a:latin typeface="Corbel" panose="020B05030202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Kavramlar</a:t>
            </a:r>
          </a:p>
        </p:txBody>
      </p:sp>
      <p:sp>
        <p:nvSpPr>
          <p:cNvPr id="3" name="İçerik Yer Tutucusu 2"/>
          <p:cNvSpPr>
            <a:spLocks noGrp="1"/>
          </p:cNvSpPr>
          <p:nvPr>
            <p:ph idx="1"/>
          </p:nvPr>
        </p:nvSpPr>
        <p:spPr>
          <a:xfrm>
            <a:off x="683568" y="1556792"/>
            <a:ext cx="8136788" cy="4195481"/>
          </a:xfrm>
        </p:spPr>
        <p:txBody>
          <a:bodyPr/>
          <a:lstStyle/>
          <a:p>
            <a:pPr>
              <a:lnSpc>
                <a:spcPct val="90000"/>
              </a:lnSpc>
              <a:spcBef>
                <a:spcPct val="0"/>
              </a:spcBef>
              <a:buClrTx/>
              <a:buNone/>
            </a:pPr>
            <a:r>
              <a:rPr lang="tr-TR" altLang="tr-TR" sz="3200" b="1" dirty="0">
                <a:solidFill>
                  <a:schemeClr val="accent1">
                    <a:lumMod val="60000"/>
                    <a:lumOff val="40000"/>
                  </a:schemeClr>
                </a:solidFill>
                <a:latin typeface="Arial" panose="020B0604020202020204" pitchFamily="34" charset="0"/>
              </a:rPr>
              <a:t>Denek-Gözlem </a:t>
            </a:r>
            <a:r>
              <a:rPr lang="tr-TR" altLang="tr-TR" sz="3200" b="1" dirty="0">
                <a:solidFill>
                  <a:schemeClr val="accent1">
                    <a:lumMod val="60000"/>
                    <a:lumOff val="40000"/>
                  </a:schemeClr>
                </a:solidFill>
                <a:latin typeface="Arial" panose="020B0604020202020204" pitchFamily="34" charset="0"/>
                <a:sym typeface="Wingdings" panose="05000000000000000000" pitchFamily="2" charset="2"/>
              </a:rPr>
              <a:t>(</a:t>
            </a:r>
            <a:r>
              <a:rPr lang="tr-TR" altLang="tr-TR" sz="3200" b="1" dirty="0" err="1">
                <a:solidFill>
                  <a:schemeClr val="accent1">
                    <a:lumMod val="60000"/>
                    <a:lumOff val="40000"/>
                  </a:schemeClr>
                </a:solidFill>
                <a:latin typeface="Arial" panose="020B0604020202020204" pitchFamily="34" charset="0"/>
                <a:sym typeface="Wingdings" panose="05000000000000000000" pitchFamily="2" charset="2"/>
              </a:rPr>
              <a:t>subject-observation</a:t>
            </a:r>
            <a:r>
              <a:rPr lang="tr-TR" altLang="tr-TR" sz="3200" b="1" dirty="0">
                <a:solidFill>
                  <a:schemeClr val="accent1">
                    <a:lumMod val="60000"/>
                    <a:lumOff val="40000"/>
                  </a:schemeClr>
                </a:solidFill>
                <a:latin typeface="Arial" panose="020B0604020202020204" pitchFamily="34" charset="0"/>
                <a:sym typeface="Wingdings" panose="05000000000000000000" pitchFamily="2" charset="2"/>
              </a:rPr>
              <a:t>):</a:t>
            </a:r>
            <a:r>
              <a:rPr lang="tr-TR" altLang="tr-TR" sz="3200" b="1" dirty="0">
                <a:solidFill>
                  <a:schemeClr val="accent1">
                    <a:lumMod val="60000"/>
                    <a:lumOff val="40000"/>
                  </a:schemeClr>
                </a:solidFill>
                <a:latin typeface="Arial" panose="020B0604020202020204" pitchFamily="34" charset="0"/>
              </a:rPr>
              <a:t> </a:t>
            </a:r>
            <a:r>
              <a:rPr lang="tr-TR" altLang="tr-TR" sz="2800" dirty="0">
                <a:latin typeface="Arial" panose="020B0604020202020204" pitchFamily="34" charset="0"/>
              </a:rPr>
              <a:t>Bilimsel çalışmanın yapıldığı birim (insan, hayvan, nesne vs.)</a:t>
            </a:r>
          </a:p>
          <a:p>
            <a:pPr>
              <a:lnSpc>
                <a:spcPct val="90000"/>
              </a:lnSpc>
              <a:spcBef>
                <a:spcPct val="0"/>
              </a:spcBef>
              <a:buClrTx/>
              <a:buNone/>
            </a:pPr>
            <a:endParaRPr kumimoji="0" lang="tr-TR" altLang="tr-TR" sz="3200" b="1" dirty="0">
              <a:solidFill>
                <a:schemeClr val="accent1"/>
              </a:solidFill>
              <a:latin typeface="Arial" panose="020B0604020202020204" pitchFamily="34" charset="0"/>
            </a:endParaRPr>
          </a:p>
          <a:p>
            <a:pPr>
              <a:lnSpc>
                <a:spcPct val="90000"/>
              </a:lnSpc>
              <a:spcBef>
                <a:spcPct val="0"/>
              </a:spcBef>
              <a:buClrTx/>
              <a:buNone/>
            </a:pPr>
            <a:r>
              <a:rPr kumimoji="0" lang="tr-TR" altLang="tr-TR" sz="3200" b="1" dirty="0">
                <a:solidFill>
                  <a:schemeClr val="accent1">
                    <a:lumMod val="60000"/>
                    <a:lumOff val="40000"/>
                  </a:schemeClr>
                </a:solidFill>
                <a:latin typeface="Arial" panose="020B0604020202020204" pitchFamily="34" charset="0"/>
              </a:rPr>
              <a:t>Değişken (</a:t>
            </a:r>
            <a:r>
              <a:rPr kumimoji="0" lang="tr-TR" altLang="tr-TR" sz="3200" b="1" dirty="0" err="1">
                <a:solidFill>
                  <a:schemeClr val="accent1">
                    <a:lumMod val="60000"/>
                    <a:lumOff val="40000"/>
                  </a:schemeClr>
                </a:solidFill>
                <a:latin typeface="Arial" panose="020B0604020202020204" pitchFamily="34" charset="0"/>
              </a:rPr>
              <a:t>variable</a:t>
            </a:r>
            <a:r>
              <a:rPr kumimoji="0" lang="tr-TR" altLang="tr-TR" sz="3200" b="1" dirty="0">
                <a:solidFill>
                  <a:schemeClr val="accent1">
                    <a:lumMod val="60000"/>
                    <a:lumOff val="40000"/>
                  </a:schemeClr>
                </a:solidFill>
                <a:latin typeface="Arial" panose="020B0604020202020204" pitchFamily="34" charset="0"/>
              </a:rPr>
              <a:t>):</a:t>
            </a:r>
            <a:r>
              <a:rPr kumimoji="0" lang="tr-TR" altLang="tr-TR" sz="3200" dirty="0">
                <a:solidFill>
                  <a:schemeClr val="accent1">
                    <a:lumMod val="60000"/>
                    <a:lumOff val="40000"/>
                  </a:schemeClr>
                </a:solidFill>
                <a:latin typeface="Arial" panose="020B0604020202020204" pitchFamily="34" charset="0"/>
              </a:rPr>
              <a:t> </a:t>
            </a:r>
          </a:p>
          <a:p>
            <a:pPr>
              <a:lnSpc>
                <a:spcPct val="90000"/>
              </a:lnSpc>
              <a:spcBef>
                <a:spcPct val="0"/>
              </a:spcBef>
              <a:buClrTx/>
              <a:buNone/>
            </a:pPr>
            <a:r>
              <a:rPr lang="tr-TR" altLang="tr-TR" sz="3200" dirty="0">
                <a:solidFill>
                  <a:schemeClr val="accent1">
                    <a:lumMod val="60000"/>
                    <a:lumOff val="40000"/>
                  </a:schemeClr>
                </a:solidFill>
                <a:latin typeface="Arial" panose="020B0604020202020204" pitchFamily="34" charset="0"/>
              </a:rPr>
              <a:t>	</a:t>
            </a:r>
            <a:r>
              <a:rPr kumimoji="0" lang="tr-TR" altLang="tr-TR" sz="2800" dirty="0">
                <a:latin typeface="Arial" panose="020B0604020202020204" pitchFamily="34" charset="0"/>
              </a:rPr>
              <a:t>İncelenen faktörün ya da karakterin, farklı bireylerde/nesnelerde farklı değerler alması </a:t>
            </a:r>
          </a:p>
          <a:p>
            <a:endParaRPr lang="tr-TR" dirty="0"/>
          </a:p>
        </p:txBody>
      </p:sp>
    </p:spTree>
    <p:extLst>
      <p:ext uri="{BB962C8B-B14F-4D97-AF65-F5344CB8AC3E}">
        <p14:creationId xmlns:p14="http://schemas.microsoft.com/office/powerpoint/2010/main" val="3394938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itle 1"/>
          <p:cNvSpPr>
            <a:spLocks noGrp="1"/>
          </p:cNvSpPr>
          <p:nvPr>
            <p:ph type="title"/>
          </p:nvPr>
        </p:nvSpPr>
        <p:spPr bwMode="auto">
          <a:xfrm>
            <a:off x="688975" y="76200"/>
            <a:ext cx="7772400" cy="1143000"/>
          </a:xfrm>
        </p:spPr>
        <p:txBody>
          <a:bodyPr wrap="square" lIns="91440" tIns="45720" rIns="91440" bIns="45720" numCol="1" anchor="ctr" anchorCtr="0" compatLnSpc="1">
            <a:prstTxWarp prst="textNoShape">
              <a:avLst/>
            </a:prstTxWarp>
          </a:bodyPr>
          <a:lstStyle/>
          <a:p>
            <a:pPr eaLnBrk="1" hangingPunct="1">
              <a:defRPr/>
            </a:pPr>
            <a:r>
              <a:rPr lang="tr-TR" dirty="0">
                <a:latin typeface="+mj-lt"/>
                <a:cs typeface="Arial" pitchFamily="34" charset="0"/>
              </a:rPr>
              <a:t>Değişken</a:t>
            </a:r>
            <a:endParaRPr lang="tr-TR" dirty="0">
              <a:latin typeface="+mj-lt"/>
            </a:endParaRPr>
          </a:p>
        </p:txBody>
      </p:sp>
      <p:sp>
        <p:nvSpPr>
          <p:cNvPr id="30723" name="Content Placeholder 4"/>
          <p:cNvSpPr>
            <a:spLocks noGrp="1"/>
          </p:cNvSpPr>
          <p:nvPr>
            <p:ph idx="1"/>
          </p:nvPr>
        </p:nvSpPr>
        <p:spPr>
          <a:xfrm>
            <a:off x="685800" y="1066800"/>
            <a:ext cx="7772400" cy="5242520"/>
          </a:xfrm>
        </p:spPr>
        <p:txBody>
          <a:bodyPr>
            <a:normAutofit lnSpcReduction="10000"/>
          </a:bodyPr>
          <a:lstStyle/>
          <a:p>
            <a:pPr marL="319088" indent="-319088" eaLnBrk="1" hangingPunct="1">
              <a:defRPr/>
            </a:pPr>
            <a:endParaRPr lang="tr-TR" sz="2300" dirty="0">
              <a:latin typeface="Arial" panose="020B0604020202020204" pitchFamily="34" charset="0"/>
              <a:cs typeface="Arial" panose="020B0604020202020204" pitchFamily="34" charset="0"/>
            </a:endParaRPr>
          </a:p>
          <a:p>
            <a:pPr marL="319088" indent="-319088" eaLnBrk="1" hangingPunct="1">
              <a:defRPr/>
            </a:pPr>
            <a:r>
              <a:rPr lang="tr-TR" sz="2300" dirty="0">
                <a:latin typeface="Arial" panose="020B0604020202020204" pitchFamily="34" charset="0"/>
                <a:cs typeface="Arial" panose="020B0604020202020204" pitchFamily="34" charset="0"/>
              </a:rPr>
              <a:t>Belirli bir özellik bakımından yapılan gözlemler sonucunda elde edilen verilerin temel niteliği ve söz konusu verilerin birbirinden farklı olmasıdır. </a:t>
            </a:r>
          </a:p>
          <a:p>
            <a:pPr marL="319088" indent="-319088" eaLnBrk="1" hangingPunct="1">
              <a:defRPr/>
            </a:pPr>
            <a:r>
              <a:rPr lang="tr-TR" sz="2300" dirty="0">
                <a:solidFill>
                  <a:srgbClr val="FFC000"/>
                </a:solidFill>
                <a:latin typeface="Arial" panose="020B0604020202020204" pitchFamily="34" charset="0"/>
                <a:cs typeface="Arial" panose="020B0604020202020204" pitchFamily="34" charset="0"/>
              </a:rPr>
              <a:t>Değişken, </a:t>
            </a:r>
            <a:r>
              <a:rPr lang="tr-TR" sz="2300" dirty="0">
                <a:latin typeface="Arial" panose="020B0604020202020204" pitchFamily="34" charset="0"/>
                <a:cs typeface="Arial" panose="020B0604020202020204" pitchFamily="34" charset="0"/>
              </a:rPr>
              <a:t>özelliğine göre bir değerler seti içinde herhangi bir değeri alabilecek şekilde değişen birimlerin</a:t>
            </a:r>
          </a:p>
          <a:p>
            <a:pPr lvl="1">
              <a:defRPr/>
            </a:pPr>
            <a:r>
              <a:rPr lang="tr-TR" sz="2100" dirty="0">
                <a:latin typeface="Arial" panose="020B0604020202020204" pitchFamily="34" charset="0"/>
                <a:cs typeface="Arial" panose="020B0604020202020204" pitchFamily="34" charset="0"/>
              </a:rPr>
              <a:t>sosyolojik </a:t>
            </a:r>
          </a:p>
          <a:p>
            <a:pPr lvl="1">
              <a:defRPr/>
            </a:pPr>
            <a:r>
              <a:rPr lang="tr-TR" sz="2300" dirty="0" err="1">
                <a:latin typeface="Arial" panose="020B0604020202020204" pitchFamily="34" charset="0"/>
                <a:cs typeface="Arial" panose="020B0604020202020204" pitchFamily="34" charset="0"/>
              </a:rPr>
              <a:t>sosyo</a:t>
            </a:r>
            <a:r>
              <a:rPr lang="tr-TR" sz="2300" dirty="0">
                <a:latin typeface="Arial" panose="020B0604020202020204" pitchFamily="34" charset="0"/>
                <a:cs typeface="Arial" panose="020B0604020202020204" pitchFamily="34" charset="0"/>
              </a:rPr>
              <a:t>-demografik </a:t>
            </a:r>
          </a:p>
          <a:p>
            <a:pPr lvl="1">
              <a:defRPr/>
            </a:pPr>
            <a:r>
              <a:rPr lang="tr-TR" sz="2300" dirty="0">
                <a:latin typeface="Arial" panose="020B0604020202020204" pitchFamily="34" charset="0"/>
                <a:cs typeface="Arial" panose="020B0604020202020204" pitchFamily="34" charset="0"/>
              </a:rPr>
              <a:t>biyolojik </a:t>
            </a:r>
          </a:p>
          <a:p>
            <a:pPr lvl="1">
              <a:defRPr/>
            </a:pPr>
            <a:r>
              <a:rPr lang="tr-TR" sz="2300" dirty="0">
                <a:latin typeface="Arial" panose="020B0604020202020204" pitchFamily="34" charset="0"/>
                <a:cs typeface="Arial" panose="020B0604020202020204" pitchFamily="34" charset="0"/>
              </a:rPr>
              <a:t>fizyolojik</a:t>
            </a:r>
          </a:p>
          <a:p>
            <a:pPr lvl="1">
              <a:defRPr/>
            </a:pPr>
            <a:r>
              <a:rPr lang="tr-TR" sz="2300" dirty="0">
                <a:latin typeface="Arial" panose="020B0604020202020204" pitchFamily="34" charset="0"/>
                <a:cs typeface="Arial" panose="020B0604020202020204" pitchFamily="34" charset="0"/>
              </a:rPr>
              <a:t>anatomik </a:t>
            </a:r>
          </a:p>
          <a:p>
            <a:pPr lvl="1">
              <a:defRPr/>
            </a:pPr>
            <a:r>
              <a:rPr lang="tr-TR" sz="2300" dirty="0">
                <a:latin typeface="Arial" panose="020B0604020202020204" pitchFamily="34" charset="0"/>
                <a:cs typeface="Arial" panose="020B0604020202020204" pitchFamily="34" charset="0"/>
              </a:rPr>
              <a:t>fiziksel vb. ölçülebilen ve sayısal olarak değerleri saptanabilen  veya atanabilen özellikleridir.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84710" y="452718"/>
            <a:ext cx="8407770" cy="672026"/>
          </a:xfrm>
        </p:spPr>
        <p:txBody>
          <a:bodyPr/>
          <a:lstStyle/>
          <a:p>
            <a:r>
              <a:rPr lang="tr-TR" sz="3600" dirty="0"/>
              <a:t>Değişkenlerin Gruplandırılması</a:t>
            </a:r>
          </a:p>
        </p:txBody>
      </p:sp>
      <p:graphicFrame>
        <p:nvGraphicFramePr>
          <p:cNvPr id="6" name="İçerik Yer Tutucusu 5"/>
          <p:cNvGraphicFramePr>
            <a:graphicFrameLocks noGrp="1"/>
          </p:cNvGraphicFramePr>
          <p:nvPr>
            <p:ph idx="1"/>
            <p:extLst>
              <p:ext uri="{D42A27DB-BD31-4B8C-83A1-F6EECF244321}">
                <p14:modId xmlns:p14="http://schemas.microsoft.com/office/powerpoint/2010/main" val="1988505005"/>
              </p:ext>
            </p:extLst>
          </p:nvPr>
        </p:nvGraphicFramePr>
        <p:xfrm>
          <a:off x="827088" y="1268760"/>
          <a:ext cx="7921376"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37179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Değişken</a:t>
            </a:r>
            <a:r>
              <a:rPr lang="en-US" dirty="0"/>
              <a:t> </a:t>
            </a:r>
            <a:r>
              <a:rPr lang="en-US" dirty="0" err="1"/>
              <a:t>Grupları</a:t>
            </a:r>
            <a:endParaRPr lang="en-US" dirty="0"/>
          </a:p>
        </p:txBody>
      </p:sp>
      <p:graphicFrame>
        <p:nvGraphicFramePr>
          <p:cNvPr id="19" name="Diagram 18"/>
          <p:cNvGraphicFramePr/>
          <p:nvPr>
            <p:extLst>
              <p:ext uri="{D42A27DB-BD31-4B8C-83A1-F6EECF244321}">
                <p14:modId xmlns:p14="http://schemas.microsoft.com/office/powerpoint/2010/main" val="2124851657"/>
              </p:ext>
            </p:extLst>
          </p:nvPr>
        </p:nvGraphicFramePr>
        <p:xfrm>
          <a:off x="1257616" y="1412776"/>
          <a:ext cx="6282474" cy="5139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5495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381000" y="2295550"/>
            <a:ext cx="3352800"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tr-TR" altLang="tr-TR" sz="2000" dirty="0">
                <a:solidFill>
                  <a:srgbClr val="FFFFFF"/>
                </a:solidFill>
                <a:latin typeface="Arial" panose="020B0604020202020204" pitchFamily="34" charset="0"/>
                <a:cs typeface="Arial" panose="020B0604020202020204" pitchFamily="34" charset="0"/>
              </a:rPr>
              <a:t>Nicelik belirten (ölçülerek ya da sayılarak elde edilen) verilerdir. </a:t>
            </a:r>
          </a:p>
          <a:p>
            <a:pPr>
              <a:spcBef>
                <a:spcPct val="50000"/>
              </a:spcBef>
            </a:pPr>
            <a:r>
              <a:rPr kumimoji="0" lang="tr-TR" altLang="tr-TR" sz="2000" i="1" dirty="0">
                <a:solidFill>
                  <a:srgbClr val="FFFFFF"/>
                </a:solidFill>
                <a:latin typeface="Arial" panose="020B0604020202020204" pitchFamily="34" charset="0"/>
                <a:cs typeface="Arial" panose="020B0604020202020204" pitchFamily="34" charset="0"/>
              </a:rPr>
              <a:t>Örneğin, yaş, ağırlık, boy, sınav başarısı gibi.</a:t>
            </a:r>
          </a:p>
        </p:txBody>
      </p:sp>
      <p:sp>
        <p:nvSpPr>
          <p:cNvPr id="5" name="Text Box 4"/>
          <p:cNvSpPr txBox="1">
            <a:spLocks noChangeArrowheads="1"/>
          </p:cNvSpPr>
          <p:nvPr/>
        </p:nvSpPr>
        <p:spPr bwMode="auto">
          <a:xfrm>
            <a:off x="4592637" y="2295550"/>
            <a:ext cx="4191000"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tr-TR" altLang="tr-TR" sz="2000" dirty="0">
                <a:solidFill>
                  <a:srgbClr val="FFFFFF"/>
                </a:solidFill>
                <a:latin typeface="Arial" panose="020B0604020202020204" pitchFamily="34" charset="0"/>
                <a:cs typeface="Arial" panose="020B0604020202020204" pitchFamily="34" charset="0"/>
              </a:rPr>
              <a:t>Bireylerin sahip olduğu özelliklerin sınıflara ayrılarak belirtildiği verilerdir. </a:t>
            </a:r>
          </a:p>
          <a:p>
            <a:pPr>
              <a:spcBef>
                <a:spcPct val="50000"/>
              </a:spcBef>
            </a:pPr>
            <a:r>
              <a:rPr kumimoji="0" lang="tr-TR" altLang="tr-TR" sz="2000" i="1" dirty="0">
                <a:solidFill>
                  <a:srgbClr val="FFFFFF"/>
                </a:solidFill>
                <a:latin typeface="Arial" panose="020B0604020202020204" pitchFamily="34" charset="0"/>
                <a:cs typeface="Arial" panose="020B0604020202020204" pitchFamily="34" charset="0"/>
              </a:rPr>
              <a:t>Örneğin, cinsiyet, medeni durum, başarılı-başarısız olma durumu gibi. </a:t>
            </a:r>
            <a:endParaRPr kumimoji="0" lang="tr-TR" altLang="tr-TR" sz="1200" i="1" dirty="0">
              <a:solidFill>
                <a:srgbClr val="FFFFFF"/>
              </a:solidFill>
              <a:latin typeface="Arial" panose="020B0604020202020204" pitchFamily="34" charset="0"/>
              <a:cs typeface="Arial" panose="020B0604020202020204" pitchFamily="34" charset="0"/>
            </a:endParaRPr>
          </a:p>
        </p:txBody>
      </p:sp>
      <p:sp>
        <p:nvSpPr>
          <p:cNvPr id="6" name="Text Box 7"/>
          <p:cNvSpPr txBox="1">
            <a:spLocks noChangeArrowheads="1"/>
          </p:cNvSpPr>
          <p:nvPr/>
        </p:nvSpPr>
        <p:spPr bwMode="auto">
          <a:xfrm>
            <a:off x="685800" y="1628800"/>
            <a:ext cx="31886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tr-TR" altLang="tr-TR" sz="2800" dirty="0">
                <a:solidFill>
                  <a:schemeClr val="tx2"/>
                </a:solidFill>
                <a:latin typeface="Arial" panose="020B0604020202020204" pitchFamily="34" charset="0"/>
                <a:cs typeface="Arial" panose="020B0604020202020204" pitchFamily="34" charset="0"/>
              </a:rPr>
              <a:t>Niceliksel </a:t>
            </a:r>
            <a:r>
              <a:rPr kumimoji="0" lang="tr-TR" altLang="tr-TR" sz="1800" i="1" dirty="0">
                <a:solidFill>
                  <a:schemeClr val="tx2"/>
                </a:solidFill>
                <a:latin typeface="Arial" panose="020B0604020202020204" pitchFamily="34" charset="0"/>
                <a:cs typeface="Arial" panose="020B0604020202020204" pitchFamily="34" charset="0"/>
              </a:rPr>
              <a:t>(</a:t>
            </a:r>
            <a:r>
              <a:rPr kumimoji="0" lang="tr-TR" altLang="tr-TR" sz="1800" i="1" dirty="0" err="1">
                <a:solidFill>
                  <a:schemeClr val="tx2"/>
                </a:solidFill>
                <a:latin typeface="Arial" panose="020B0604020202020204" pitchFamily="34" charset="0"/>
                <a:cs typeface="Arial" panose="020B0604020202020204" pitchFamily="34" charset="0"/>
              </a:rPr>
              <a:t>Quantitative</a:t>
            </a:r>
            <a:r>
              <a:rPr kumimoji="0" lang="tr-TR" altLang="tr-TR" sz="1800" i="1" dirty="0">
                <a:solidFill>
                  <a:schemeClr val="tx2"/>
                </a:solidFill>
                <a:latin typeface="Arial" panose="020B0604020202020204" pitchFamily="34" charset="0"/>
                <a:cs typeface="Arial" panose="020B0604020202020204" pitchFamily="34" charset="0"/>
              </a:rPr>
              <a:t>)</a:t>
            </a:r>
            <a:endParaRPr kumimoji="0" lang="tr-TR" altLang="tr-TR" sz="1400" i="1" dirty="0">
              <a:solidFill>
                <a:schemeClr val="tx2"/>
              </a:solidFill>
              <a:latin typeface="Arial" panose="020B0604020202020204" pitchFamily="34" charset="0"/>
              <a:cs typeface="Arial" panose="020B0604020202020204" pitchFamily="34" charset="0"/>
            </a:endParaRPr>
          </a:p>
        </p:txBody>
      </p:sp>
      <p:sp>
        <p:nvSpPr>
          <p:cNvPr id="7" name="Text Box 8"/>
          <p:cNvSpPr txBox="1">
            <a:spLocks noChangeArrowheads="1"/>
          </p:cNvSpPr>
          <p:nvPr/>
        </p:nvSpPr>
        <p:spPr bwMode="auto">
          <a:xfrm>
            <a:off x="4572000" y="1643088"/>
            <a:ext cx="296747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tr-TR" altLang="tr-TR" sz="2800" dirty="0">
                <a:solidFill>
                  <a:schemeClr val="tx2"/>
                </a:solidFill>
                <a:latin typeface="Arial" panose="020B0604020202020204" pitchFamily="34" charset="0"/>
                <a:cs typeface="Arial" panose="020B0604020202020204" pitchFamily="34" charset="0"/>
              </a:rPr>
              <a:t>Niteliksel </a:t>
            </a:r>
            <a:r>
              <a:rPr kumimoji="0" lang="tr-TR" altLang="tr-TR" sz="1800" i="1" dirty="0">
                <a:solidFill>
                  <a:schemeClr val="tx2"/>
                </a:solidFill>
                <a:latin typeface="Arial" panose="020B0604020202020204" pitchFamily="34" charset="0"/>
                <a:cs typeface="Arial" panose="020B0604020202020204" pitchFamily="34" charset="0"/>
              </a:rPr>
              <a:t>(</a:t>
            </a:r>
            <a:r>
              <a:rPr kumimoji="0" lang="tr-TR" altLang="tr-TR" sz="1800" i="1" dirty="0" err="1">
                <a:solidFill>
                  <a:schemeClr val="tx2"/>
                </a:solidFill>
                <a:latin typeface="Arial" panose="020B0604020202020204" pitchFamily="34" charset="0"/>
                <a:cs typeface="Arial" panose="020B0604020202020204" pitchFamily="34" charset="0"/>
              </a:rPr>
              <a:t>Qualitative</a:t>
            </a:r>
            <a:r>
              <a:rPr kumimoji="0" lang="tr-TR" altLang="tr-TR" sz="1800" i="1" dirty="0">
                <a:solidFill>
                  <a:schemeClr val="tx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24860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7" name="Text Box 5"/>
          <p:cNvSpPr txBox="1">
            <a:spLocks noChangeArrowheads="1"/>
          </p:cNvSpPr>
          <p:nvPr/>
        </p:nvSpPr>
        <p:spPr bwMode="auto">
          <a:xfrm>
            <a:off x="5978580" y="1837580"/>
            <a:ext cx="1321196" cy="76944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kumimoji="0" lang="tr-TR" altLang="tr-TR" dirty="0">
                <a:latin typeface="Tahoma" panose="020B0604030504040204" pitchFamily="34" charset="0"/>
              </a:rPr>
              <a:t>Sıralı </a:t>
            </a:r>
          </a:p>
          <a:p>
            <a:pPr algn="ctr"/>
            <a:r>
              <a:rPr kumimoji="0" lang="tr-TR" altLang="tr-TR" i="1" dirty="0">
                <a:solidFill>
                  <a:schemeClr val="hlink"/>
                </a:solidFill>
                <a:latin typeface="Tahoma" panose="020B0604030504040204" pitchFamily="34" charset="0"/>
              </a:rPr>
              <a:t>(</a:t>
            </a:r>
            <a:r>
              <a:rPr kumimoji="0" lang="tr-TR" altLang="tr-TR" i="1" dirty="0" err="1">
                <a:solidFill>
                  <a:schemeClr val="hlink"/>
                </a:solidFill>
                <a:latin typeface="Tahoma" panose="020B0604030504040204" pitchFamily="34" charset="0"/>
              </a:rPr>
              <a:t>Ordinal</a:t>
            </a:r>
            <a:r>
              <a:rPr kumimoji="0" lang="tr-TR" altLang="tr-TR" i="1" dirty="0">
                <a:solidFill>
                  <a:schemeClr val="hlink"/>
                </a:solidFill>
                <a:latin typeface="Tahoma" panose="020B0604030504040204" pitchFamily="34" charset="0"/>
              </a:rPr>
              <a:t>)</a:t>
            </a:r>
          </a:p>
        </p:txBody>
      </p:sp>
      <p:sp>
        <p:nvSpPr>
          <p:cNvPr id="443400" name="Text Box 8"/>
          <p:cNvSpPr txBox="1">
            <a:spLocks noChangeArrowheads="1"/>
          </p:cNvSpPr>
          <p:nvPr/>
        </p:nvSpPr>
        <p:spPr bwMode="auto">
          <a:xfrm>
            <a:off x="2140744" y="1931519"/>
            <a:ext cx="1454244" cy="76944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tr-TR" altLang="tr-TR" dirty="0">
                <a:latin typeface="Tahoma" panose="020B0604030504040204" pitchFamily="34" charset="0"/>
              </a:rPr>
              <a:t>Sınıflamalı</a:t>
            </a:r>
            <a:endParaRPr kumimoji="0" lang="tr-TR" altLang="tr-TR" dirty="0">
              <a:latin typeface="Tahoma" panose="020B0604030504040204" pitchFamily="34" charset="0"/>
            </a:endParaRPr>
          </a:p>
          <a:p>
            <a:pPr algn="ctr"/>
            <a:r>
              <a:rPr kumimoji="0" lang="tr-TR" altLang="tr-TR" i="1" dirty="0">
                <a:solidFill>
                  <a:schemeClr val="hlink"/>
                </a:solidFill>
                <a:latin typeface="Tahoma" panose="020B0604030504040204" pitchFamily="34" charset="0"/>
              </a:rPr>
              <a:t>(Nominal)</a:t>
            </a:r>
          </a:p>
        </p:txBody>
      </p:sp>
      <p:sp>
        <p:nvSpPr>
          <p:cNvPr id="443401" name="Rectangle 9"/>
          <p:cNvSpPr>
            <a:spLocks noChangeArrowheads="1"/>
          </p:cNvSpPr>
          <p:nvPr/>
        </p:nvSpPr>
        <p:spPr bwMode="auto">
          <a:xfrm>
            <a:off x="5265892" y="2698573"/>
            <a:ext cx="365465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0" lang="tr-TR" altLang="tr-TR" sz="2000" dirty="0">
                <a:solidFill>
                  <a:srgbClr val="FFFFFF"/>
                </a:solidFill>
                <a:latin typeface="Arial" panose="020B0604020202020204" pitchFamily="34" charset="0"/>
                <a:cs typeface="Arial" panose="020B0604020202020204" pitchFamily="34" charset="0"/>
              </a:rPr>
              <a:t>Niteliksel verilerde belli bir sıralama söz konusu ise (kötü-orta-iyi-gibi ya da </a:t>
            </a:r>
            <a:r>
              <a:rPr kumimoji="0" lang="tr-TR" altLang="tr-TR" sz="2000" dirty="0">
                <a:latin typeface="Arial" panose="020B0604020202020204" pitchFamily="34" charset="0"/>
                <a:cs typeface="Arial" panose="020B0604020202020204" pitchFamily="34" charset="0"/>
              </a:rPr>
              <a:t>okur yazar olmayan, okur yazar, ortaokul, </a:t>
            </a:r>
          </a:p>
          <a:p>
            <a:r>
              <a:rPr kumimoji="0" lang="tr-TR" altLang="tr-TR" sz="2000" dirty="0">
                <a:latin typeface="Arial" panose="020B0604020202020204" pitchFamily="34" charset="0"/>
                <a:cs typeface="Arial" panose="020B0604020202020204" pitchFamily="34" charset="0"/>
              </a:rPr>
              <a:t>lise, üniversite mezunu vb.</a:t>
            </a:r>
            <a:r>
              <a:rPr kumimoji="0" lang="tr-TR" altLang="tr-TR" sz="2000" dirty="0">
                <a:solidFill>
                  <a:srgbClr val="FFFFFF"/>
                </a:solidFill>
                <a:latin typeface="Arial" panose="020B0604020202020204" pitchFamily="34" charset="0"/>
                <a:cs typeface="Arial" panose="020B0604020202020204" pitchFamily="34" charset="0"/>
              </a:rPr>
              <a:t>) bu tür verilere sıralanabilir niteliksel veriler denir. </a:t>
            </a:r>
          </a:p>
        </p:txBody>
      </p:sp>
      <p:sp>
        <p:nvSpPr>
          <p:cNvPr id="443402" name="Text Box 10"/>
          <p:cNvSpPr txBox="1">
            <a:spLocks noChangeArrowheads="1"/>
          </p:cNvSpPr>
          <p:nvPr/>
        </p:nvSpPr>
        <p:spPr bwMode="auto">
          <a:xfrm>
            <a:off x="853303" y="2767280"/>
            <a:ext cx="41910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kumimoji="0" lang="tr-TR" altLang="tr-TR" sz="2000" dirty="0">
                <a:solidFill>
                  <a:srgbClr val="FFFFFF"/>
                </a:solidFill>
                <a:latin typeface="Arial" panose="020B0604020202020204" pitchFamily="34" charset="0"/>
                <a:cs typeface="Arial" panose="020B0604020202020204" pitchFamily="34" charset="0"/>
              </a:rPr>
              <a:t>Niteliksel verilerde belli bir sıralama yoksa bu tür verilere sınıflamalı nitelik veriler denir. Örneğin cinsiyet, medeni durum gibi. </a:t>
            </a:r>
          </a:p>
        </p:txBody>
      </p:sp>
      <p:sp>
        <p:nvSpPr>
          <p:cNvPr id="443405" name="Text Box 13"/>
          <p:cNvSpPr txBox="1">
            <a:spLocks noChangeArrowheads="1"/>
          </p:cNvSpPr>
          <p:nvPr/>
        </p:nvSpPr>
        <p:spPr bwMode="auto">
          <a:xfrm>
            <a:off x="245894" y="4915681"/>
            <a:ext cx="2592376" cy="70788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kumimoji="0" lang="tr-TR" altLang="tr-TR" sz="2000" dirty="0">
                <a:latin typeface="Arial" panose="020B0604020202020204" pitchFamily="34" charset="0"/>
                <a:cs typeface="Arial" panose="020B0604020202020204" pitchFamily="34" charset="0"/>
              </a:rPr>
              <a:t>İki Sınıflı</a:t>
            </a:r>
            <a:br>
              <a:rPr kumimoji="0" lang="tr-TR" altLang="tr-TR" sz="2000" dirty="0">
                <a:latin typeface="Arial" panose="020B0604020202020204" pitchFamily="34" charset="0"/>
                <a:cs typeface="Arial" panose="020B0604020202020204" pitchFamily="34" charset="0"/>
              </a:rPr>
            </a:br>
            <a:r>
              <a:rPr kumimoji="0" lang="tr-TR" altLang="tr-TR" sz="2000" dirty="0">
                <a:latin typeface="Arial" panose="020B0604020202020204" pitchFamily="34" charset="0"/>
                <a:cs typeface="Arial" panose="020B0604020202020204" pitchFamily="34" charset="0"/>
              </a:rPr>
              <a:t>(</a:t>
            </a:r>
            <a:r>
              <a:rPr lang="tr-TR" altLang="tr-TR" sz="2000" dirty="0" err="1">
                <a:latin typeface="Arial" panose="020B0604020202020204" pitchFamily="34" charset="0"/>
                <a:cs typeface="Arial" panose="020B0604020202020204" pitchFamily="34" charset="0"/>
              </a:rPr>
              <a:t>binary-</a:t>
            </a:r>
            <a:r>
              <a:rPr kumimoji="0" lang="tr-TR" altLang="tr-TR" sz="2000" dirty="0" err="1">
                <a:latin typeface="Arial" panose="020B0604020202020204" pitchFamily="34" charset="0"/>
                <a:cs typeface="Arial" panose="020B0604020202020204" pitchFamily="34" charset="0"/>
              </a:rPr>
              <a:t>dichatomous</a:t>
            </a:r>
            <a:r>
              <a:rPr kumimoji="0" lang="tr-TR" altLang="tr-TR" sz="2000" dirty="0">
                <a:latin typeface="Arial" panose="020B0604020202020204" pitchFamily="34" charset="0"/>
                <a:cs typeface="Arial" panose="020B0604020202020204" pitchFamily="34" charset="0"/>
              </a:rPr>
              <a:t>)</a:t>
            </a:r>
          </a:p>
        </p:txBody>
      </p:sp>
      <p:sp>
        <p:nvSpPr>
          <p:cNvPr id="443408" name="Text Box 16"/>
          <p:cNvSpPr txBox="1">
            <a:spLocks noChangeArrowheads="1"/>
          </p:cNvSpPr>
          <p:nvPr/>
        </p:nvSpPr>
        <p:spPr bwMode="auto">
          <a:xfrm>
            <a:off x="3390414" y="4905325"/>
            <a:ext cx="1710725" cy="70788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0" lang="tr-TR" altLang="tr-TR" sz="2000" dirty="0">
                <a:latin typeface="Arial" panose="020B0604020202020204" pitchFamily="34" charset="0"/>
                <a:cs typeface="Arial" panose="020B0604020202020204" pitchFamily="34" charset="0"/>
              </a:rPr>
              <a:t>Çok Sınıflı</a:t>
            </a:r>
          </a:p>
          <a:p>
            <a:r>
              <a:rPr lang="tr-TR" altLang="tr-TR" sz="2000" dirty="0">
                <a:latin typeface="Arial" panose="020B0604020202020204" pitchFamily="34" charset="0"/>
                <a:cs typeface="Arial" panose="020B0604020202020204" pitchFamily="34" charset="0"/>
              </a:rPr>
              <a:t>Multi-nominal</a:t>
            </a:r>
            <a:endParaRPr kumimoji="0" lang="tr-TR" altLang="tr-TR" sz="2000" dirty="0">
              <a:latin typeface="Arial" panose="020B0604020202020204" pitchFamily="34" charset="0"/>
              <a:cs typeface="Arial" panose="020B0604020202020204" pitchFamily="34" charset="0"/>
            </a:endParaRPr>
          </a:p>
        </p:txBody>
      </p:sp>
      <p:sp>
        <p:nvSpPr>
          <p:cNvPr id="443411" name="AutoShape 19"/>
          <p:cNvSpPr>
            <a:spLocks noChangeArrowheads="1"/>
          </p:cNvSpPr>
          <p:nvPr/>
        </p:nvSpPr>
        <p:spPr bwMode="auto">
          <a:xfrm rot="8920412">
            <a:off x="1574332" y="4349534"/>
            <a:ext cx="1132823" cy="293020"/>
          </a:xfrm>
          <a:prstGeom prst="rightArrow">
            <a:avLst>
              <a:gd name="adj1" fmla="val 50000"/>
              <a:gd name="adj2" fmla="val 187500"/>
            </a:avLst>
          </a:prstGeom>
          <a:solidFill>
            <a:srgbClr val="92D050"/>
          </a:solidFill>
          <a:ln>
            <a:headEnd/>
            <a:tailEnd/>
          </a:ln>
        </p:spPr>
        <p:style>
          <a:lnRef idx="1">
            <a:schemeClr val="accent5"/>
          </a:lnRef>
          <a:fillRef idx="3">
            <a:schemeClr val="accent5"/>
          </a:fillRef>
          <a:effectRef idx="2">
            <a:schemeClr val="accent5"/>
          </a:effectRef>
          <a:fontRef idx="minor">
            <a:schemeClr val="lt1"/>
          </a:fontRef>
        </p:style>
        <p:txBody>
          <a:bodyPr>
            <a:flatTx/>
          </a:bodyPr>
          <a:lstStyle/>
          <a:p>
            <a:endParaRPr lang="tr-TR" sz="2000">
              <a:solidFill>
                <a:srgbClr val="92D050"/>
              </a:solidFill>
              <a:latin typeface="Arial" panose="020B0604020202020204" pitchFamily="34" charset="0"/>
              <a:cs typeface="Arial" panose="020B0604020202020204" pitchFamily="34" charset="0"/>
            </a:endParaRPr>
          </a:p>
        </p:txBody>
      </p:sp>
      <p:sp>
        <p:nvSpPr>
          <p:cNvPr id="443412" name="AutoShape 20"/>
          <p:cNvSpPr>
            <a:spLocks noChangeArrowheads="1"/>
          </p:cNvSpPr>
          <p:nvPr/>
        </p:nvSpPr>
        <p:spPr bwMode="auto">
          <a:xfrm rot="12750412" flipH="1">
            <a:off x="2877590" y="4371733"/>
            <a:ext cx="1171569" cy="248624"/>
          </a:xfrm>
          <a:prstGeom prst="rightArrow">
            <a:avLst>
              <a:gd name="adj1" fmla="val 50000"/>
              <a:gd name="adj2" fmla="val 187500"/>
            </a:avLst>
          </a:prstGeom>
          <a:solidFill>
            <a:srgbClr val="92D050"/>
          </a:solidFill>
          <a:ln>
            <a:headEnd/>
            <a:tailEnd/>
          </a:ln>
        </p:spPr>
        <p:style>
          <a:lnRef idx="1">
            <a:schemeClr val="accent5"/>
          </a:lnRef>
          <a:fillRef idx="3">
            <a:schemeClr val="accent5"/>
          </a:fillRef>
          <a:effectRef idx="2">
            <a:schemeClr val="accent5"/>
          </a:effectRef>
          <a:fontRef idx="minor">
            <a:schemeClr val="lt1"/>
          </a:fontRef>
        </p:style>
        <p:txBody>
          <a:bodyPr>
            <a:flatTx/>
          </a:bodyPr>
          <a:lstStyle/>
          <a:p>
            <a:endParaRPr lang="tr-TR" sz="2000">
              <a:solidFill>
                <a:srgbClr val="92D050"/>
              </a:solidFill>
              <a:latin typeface="Arial" panose="020B0604020202020204" pitchFamily="34" charset="0"/>
              <a:cs typeface="Arial" panose="020B0604020202020204" pitchFamily="34" charset="0"/>
            </a:endParaRPr>
          </a:p>
        </p:txBody>
      </p:sp>
      <p:sp>
        <p:nvSpPr>
          <p:cNvPr id="2" name="Metin kutusu 1"/>
          <p:cNvSpPr txBox="1"/>
          <p:nvPr/>
        </p:nvSpPr>
        <p:spPr>
          <a:xfrm>
            <a:off x="2452936" y="739389"/>
            <a:ext cx="4846840" cy="584775"/>
          </a:xfrm>
          <a:prstGeom prst="rect">
            <a:avLst/>
          </a:prstGeom>
          <a:noFill/>
        </p:spPr>
        <p:txBody>
          <a:bodyPr wrap="none" rtlCol="0">
            <a:spAutoFit/>
          </a:bodyPr>
          <a:lstStyle/>
          <a:p>
            <a:r>
              <a:rPr lang="tr-TR" sz="3200" b="1" dirty="0">
                <a:latin typeface="Arial" panose="020B0604020202020204" pitchFamily="34" charset="0"/>
                <a:cs typeface="Arial" panose="020B0604020202020204" pitchFamily="34" charset="0"/>
              </a:rPr>
              <a:t>NİTELİKSEL </a:t>
            </a:r>
            <a:r>
              <a:rPr lang="tr-TR" sz="3200" b="1">
                <a:latin typeface="Arial" panose="020B0604020202020204" pitchFamily="34" charset="0"/>
                <a:cs typeface="Arial" panose="020B0604020202020204" pitchFamily="34" charset="0"/>
              </a:rPr>
              <a:t>(Kategorik)</a:t>
            </a:r>
            <a:endParaRPr lang="tr-TR"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7964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04800" y="709534"/>
            <a:ext cx="8610600" cy="4180820"/>
            <a:chOff x="304800" y="709534"/>
            <a:chExt cx="8610600" cy="4180820"/>
          </a:xfrm>
        </p:grpSpPr>
        <p:sp>
          <p:nvSpPr>
            <p:cNvPr id="444421" name="Text Box 5"/>
            <p:cNvSpPr txBox="1">
              <a:spLocks noChangeArrowheads="1"/>
            </p:cNvSpPr>
            <p:nvPr/>
          </p:nvSpPr>
          <p:spPr bwMode="auto">
            <a:xfrm>
              <a:off x="717825" y="2178052"/>
              <a:ext cx="3193502" cy="657039"/>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lnSpc>
                  <a:spcPct val="70000"/>
                </a:lnSpc>
              </a:pPr>
              <a:r>
                <a:rPr kumimoji="0" lang="tr-TR" altLang="tr-TR" sz="3200" dirty="0">
                  <a:latin typeface="Arial" panose="020B0604020202020204" pitchFamily="34" charset="0"/>
                  <a:cs typeface="Arial" panose="020B0604020202020204" pitchFamily="34" charset="0"/>
                </a:rPr>
                <a:t>Kesikli Değişken</a:t>
              </a:r>
            </a:p>
            <a:p>
              <a:pPr algn="ctr">
                <a:lnSpc>
                  <a:spcPct val="70000"/>
                </a:lnSpc>
              </a:pPr>
              <a:r>
                <a:rPr kumimoji="0" lang="tr-TR" altLang="tr-TR" sz="2000" i="1" dirty="0">
                  <a:solidFill>
                    <a:srgbClr val="92D050"/>
                  </a:solidFill>
                  <a:latin typeface="Arial" panose="020B0604020202020204" pitchFamily="34" charset="0"/>
                  <a:cs typeface="Arial" panose="020B0604020202020204" pitchFamily="34" charset="0"/>
                </a:rPr>
                <a:t>(</a:t>
              </a:r>
              <a:r>
                <a:rPr kumimoji="0" lang="tr-TR" altLang="tr-TR" sz="2000" i="1" dirty="0" err="1">
                  <a:solidFill>
                    <a:srgbClr val="92D050"/>
                  </a:solidFill>
                  <a:latin typeface="Arial" panose="020B0604020202020204" pitchFamily="34" charset="0"/>
                  <a:cs typeface="Arial" panose="020B0604020202020204" pitchFamily="34" charset="0"/>
                </a:rPr>
                <a:t>Discrete</a:t>
              </a:r>
              <a:r>
                <a:rPr kumimoji="0" lang="tr-TR" altLang="tr-TR" sz="2000" i="1" dirty="0">
                  <a:solidFill>
                    <a:srgbClr val="92D050"/>
                  </a:solidFill>
                  <a:latin typeface="Arial" panose="020B0604020202020204" pitchFamily="34" charset="0"/>
                  <a:cs typeface="Arial" panose="020B0604020202020204" pitchFamily="34" charset="0"/>
                </a:rPr>
                <a:t> </a:t>
              </a:r>
              <a:r>
                <a:rPr kumimoji="0" lang="tr-TR" altLang="tr-TR" sz="2000" i="1" dirty="0" err="1">
                  <a:solidFill>
                    <a:srgbClr val="92D050"/>
                  </a:solidFill>
                  <a:latin typeface="Arial" panose="020B0604020202020204" pitchFamily="34" charset="0"/>
                  <a:cs typeface="Arial" panose="020B0604020202020204" pitchFamily="34" charset="0"/>
                </a:rPr>
                <a:t>variable</a:t>
              </a:r>
              <a:r>
                <a:rPr kumimoji="0" lang="tr-TR" altLang="tr-TR" sz="2000" i="1" dirty="0">
                  <a:solidFill>
                    <a:srgbClr val="92D050"/>
                  </a:solidFill>
                  <a:latin typeface="Arial" panose="020B0604020202020204" pitchFamily="34" charset="0"/>
                  <a:cs typeface="Arial" panose="020B0604020202020204" pitchFamily="34" charset="0"/>
                </a:rPr>
                <a:t>)</a:t>
              </a:r>
            </a:p>
          </p:txBody>
        </p:sp>
        <p:sp>
          <p:nvSpPr>
            <p:cNvPr id="444424" name="Text Box 8"/>
            <p:cNvSpPr txBox="1">
              <a:spLocks noChangeArrowheads="1"/>
            </p:cNvSpPr>
            <p:nvPr/>
          </p:nvSpPr>
          <p:spPr bwMode="auto">
            <a:xfrm>
              <a:off x="5086579" y="2178052"/>
              <a:ext cx="3260829" cy="62087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nSpc>
                  <a:spcPct val="65000"/>
                </a:lnSpc>
              </a:pPr>
              <a:r>
                <a:rPr kumimoji="0" lang="tr-TR" altLang="tr-TR" sz="3200" dirty="0">
                  <a:latin typeface="Arial" panose="020B0604020202020204" pitchFamily="34" charset="0"/>
                  <a:cs typeface="Arial" panose="020B0604020202020204" pitchFamily="34" charset="0"/>
                </a:rPr>
                <a:t>Sürekli Değişken</a:t>
              </a:r>
            </a:p>
            <a:p>
              <a:pPr algn="ctr">
                <a:lnSpc>
                  <a:spcPct val="65000"/>
                </a:lnSpc>
              </a:pPr>
              <a:r>
                <a:rPr kumimoji="0" lang="tr-TR" altLang="tr-TR" sz="2000" i="1" dirty="0">
                  <a:solidFill>
                    <a:srgbClr val="92D050"/>
                  </a:solidFill>
                  <a:latin typeface="Arial" panose="020B0604020202020204" pitchFamily="34" charset="0"/>
                  <a:cs typeface="Arial" panose="020B0604020202020204" pitchFamily="34" charset="0"/>
                </a:rPr>
                <a:t>(</a:t>
              </a:r>
              <a:r>
                <a:rPr kumimoji="0" lang="tr-TR" altLang="tr-TR" sz="2000" i="1" dirty="0" err="1">
                  <a:solidFill>
                    <a:srgbClr val="92D050"/>
                  </a:solidFill>
                  <a:latin typeface="Arial" panose="020B0604020202020204" pitchFamily="34" charset="0"/>
                  <a:cs typeface="Arial" panose="020B0604020202020204" pitchFamily="34" charset="0"/>
                </a:rPr>
                <a:t>Continuous</a:t>
              </a:r>
              <a:r>
                <a:rPr kumimoji="0" lang="tr-TR" altLang="tr-TR" sz="2000" i="1" dirty="0">
                  <a:solidFill>
                    <a:srgbClr val="92D050"/>
                  </a:solidFill>
                  <a:latin typeface="Arial" panose="020B0604020202020204" pitchFamily="34" charset="0"/>
                  <a:cs typeface="Arial" panose="020B0604020202020204" pitchFamily="34" charset="0"/>
                </a:rPr>
                <a:t> </a:t>
              </a:r>
              <a:r>
                <a:rPr kumimoji="0" lang="tr-TR" altLang="tr-TR" sz="2000" i="1" dirty="0" err="1">
                  <a:solidFill>
                    <a:srgbClr val="92D050"/>
                  </a:solidFill>
                  <a:latin typeface="Arial" panose="020B0604020202020204" pitchFamily="34" charset="0"/>
                  <a:cs typeface="Arial" panose="020B0604020202020204" pitchFamily="34" charset="0"/>
                </a:rPr>
                <a:t>variable</a:t>
              </a:r>
              <a:r>
                <a:rPr kumimoji="0" lang="tr-TR" altLang="tr-TR" sz="2000" i="1" dirty="0">
                  <a:solidFill>
                    <a:srgbClr val="92D050"/>
                  </a:solidFill>
                  <a:latin typeface="Arial" panose="020B0604020202020204" pitchFamily="34" charset="0"/>
                  <a:cs typeface="Arial" panose="020B0604020202020204" pitchFamily="34" charset="0"/>
                </a:rPr>
                <a:t>)</a:t>
              </a:r>
            </a:p>
          </p:txBody>
        </p:sp>
        <p:sp>
          <p:nvSpPr>
            <p:cNvPr id="444425" name="Rectangle 9"/>
            <p:cNvSpPr>
              <a:spLocks noChangeArrowheads="1"/>
            </p:cNvSpPr>
            <p:nvPr/>
          </p:nvSpPr>
          <p:spPr bwMode="auto">
            <a:xfrm>
              <a:off x="304800" y="3259138"/>
              <a:ext cx="41148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0" lang="tr-TR" altLang="tr-TR" sz="2000" dirty="0">
                  <a:solidFill>
                    <a:srgbClr val="FFFFFF"/>
                  </a:solidFill>
                  <a:latin typeface="Arial" panose="020B0604020202020204" pitchFamily="34" charset="0"/>
                  <a:cs typeface="Arial" panose="020B0604020202020204" pitchFamily="34" charset="0"/>
                </a:rPr>
                <a:t>Belirli bir aralıktaki </a:t>
              </a:r>
              <a:r>
                <a:rPr kumimoji="0" lang="tr-TR" altLang="tr-TR" sz="2000" dirty="0">
                  <a:solidFill>
                    <a:srgbClr val="FFC000"/>
                  </a:solidFill>
                  <a:latin typeface="Arial" panose="020B0604020202020204" pitchFamily="34" charset="0"/>
                  <a:cs typeface="Arial" panose="020B0604020202020204" pitchFamily="34" charset="0"/>
                </a:rPr>
                <a:t>tam sayıları </a:t>
              </a:r>
              <a:r>
                <a:rPr kumimoji="0" lang="tr-TR" altLang="tr-TR" sz="2000" dirty="0">
                  <a:solidFill>
                    <a:srgbClr val="FFFFFF"/>
                  </a:solidFill>
                  <a:latin typeface="Arial" panose="020B0604020202020204" pitchFamily="34" charset="0"/>
                  <a:cs typeface="Arial" panose="020B0604020202020204" pitchFamily="34" charset="0"/>
                </a:rPr>
                <a:t>alan veri türüdür. </a:t>
              </a:r>
            </a:p>
            <a:p>
              <a:pPr algn="just"/>
              <a:endParaRPr kumimoji="0" lang="tr-TR" altLang="tr-TR" sz="2000" i="1" dirty="0">
                <a:solidFill>
                  <a:srgbClr val="FFFFFF"/>
                </a:solidFill>
                <a:latin typeface="Arial" panose="020B0604020202020204" pitchFamily="34" charset="0"/>
                <a:cs typeface="Arial" panose="020B0604020202020204" pitchFamily="34" charset="0"/>
              </a:endParaRPr>
            </a:p>
            <a:p>
              <a:pPr algn="just"/>
              <a:r>
                <a:rPr kumimoji="0" lang="tr-TR" altLang="tr-TR" sz="2000" i="1" dirty="0">
                  <a:solidFill>
                    <a:srgbClr val="FFFFFF"/>
                  </a:solidFill>
                  <a:latin typeface="Arial" panose="020B0604020202020204" pitchFamily="34" charset="0"/>
                  <a:cs typeface="Arial" panose="020B0604020202020204" pitchFamily="34" charset="0"/>
                </a:rPr>
                <a:t>Örnek: Sınıftaki öğrenci sayısı, bir tanktaki balık sayısı vb.</a:t>
              </a:r>
            </a:p>
          </p:txBody>
        </p:sp>
        <p:sp>
          <p:nvSpPr>
            <p:cNvPr id="444426" name="Text Box 10"/>
            <p:cNvSpPr txBox="1">
              <a:spLocks noChangeArrowheads="1"/>
            </p:cNvSpPr>
            <p:nvPr/>
          </p:nvSpPr>
          <p:spPr bwMode="auto">
            <a:xfrm>
              <a:off x="4724400" y="3200400"/>
              <a:ext cx="41910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0" lang="tr-TR" altLang="tr-TR" sz="2000" dirty="0">
                  <a:solidFill>
                    <a:srgbClr val="FFFFFF"/>
                  </a:solidFill>
                  <a:latin typeface="Arial" panose="020B0604020202020204" pitchFamily="34" charset="0"/>
                  <a:cs typeface="Arial" panose="020B0604020202020204" pitchFamily="34" charset="0"/>
                </a:rPr>
                <a:t>Ölçümle belirtilirler ve bir aralıktaki bütün değerleri alabilirler. </a:t>
              </a:r>
            </a:p>
            <a:p>
              <a:pPr algn="just"/>
              <a:endParaRPr lang="tr-TR" altLang="tr-TR" sz="2000" i="1" dirty="0">
                <a:solidFill>
                  <a:srgbClr val="FFFFFF"/>
                </a:solidFill>
                <a:latin typeface="Arial" panose="020B0604020202020204" pitchFamily="34" charset="0"/>
                <a:cs typeface="Arial" panose="020B0604020202020204" pitchFamily="34" charset="0"/>
              </a:endParaRPr>
            </a:p>
            <a:p>
              <a:pPr algn="just"/>
              <a:r>
                <a:rPr kumimoji="0" lang="tr-TR" altLang="tr-TR" sz="2000" i="1" dirty="0">
                  <a:solidFill>
                    <a:srgbClr val="FFFFFF"/>
                  </a:solidFill>
                  <a:latin typeface="Arial" panose="020B0604020202020204" pitchFamily="34" charset="0"/>
                  <a:cs typeface="Arial" panose="020B0604020202020204" pitchFamily="34" charset="0"/>
                </a:rPr>
                <a:t>Örnek: Boy uzunluğu, yaş, günlük kalsiyum tüketim miktarı vb.</a:t>
              </a:r>
            </a:p>
          </p:txBody>
        </p:sp>
        <p:sp>
          <p:nvSpPr>
            <p:cNvPr id="21" name="Metin kutusu 20"/>
            <p:cNvSpPr txBox="1"/>
            <p:nvPr/>
          </p:nvSpPr>
          <p:spPr>
            <a:xfrm>
              <a:off x="2843808" y="709534"/>
              <a:ext cx="3359509" cy="461665"/>
            </a:xfrm>
            <a:prstGeom prst="rect">
              <a:avLst/>
            </a:prstGeom>
            <a:noFill/>
          </p:spPr>
          <p:txBody>
            <a:bodyPr wrap="none" rtlCol="0">
              <a:spAutoFit/>
            </a:bodyPr>
            <a:lstStyle/>
            <a:p>
              <a:r>
                <a:rPr lang="tr-TR" sz="2400" b="1" dirty="0">
                  <a:latin typeface="Arial" panose="020B0604020202020204" pitchFamily="34" charset="0"/>
                  <a:cs typeface="Arial" panose="020B0604020202020204" pitchFamily="34" charset="0"/>
                </a:rPr>
                <a:t>NİCELİKSEL (Sayısal)</a:t>
              </a:r>
            </a:p>
          </p:txBody>
        </p:sp>
        <p:sp>
          <p:nvSpPr>
            <p:cNvPr id="11" name="AutoShape 20"/>
            <p:cNvSpPr>
              <a:spLocks noChangeArrowheads="1"/>
            </p:cNvSpPr>
            <p:nvPr/>
          </p:nvSpPr>
          <p:spPr bwMode="auto">
            <a:xfrm rot="19338156" flipH="1">
              <a:off x="2984565" y="1537937"/>
              <a:ext cx="1152933" cy="321129"/>
            </a:xfrm>
            <a:prstGeom prst="rightArrow">
              <a:avLst>
                <a:gd name="adj1" fmla="val 50000"/>
                <a:gd name="adj2" fmla="val 187500"/>
              </a:avLst>
            </a:prstGeom>
            <a:solidFill>
              <a:srgbClr val="92D050"/>
            </a:solidFill>
            <a:ln>
              <a:headEnd/>
              <a:tailEnd/>
            </a:ln>
          </p:spPr>
          <p:style>
            <a:lnRef idx="1">
              <a:schemeClr val="accent5"/>
            </a:lnRef>
            <a:fillRef idx="2">
              <a:schemeClr val="accent5"/>
            </a:fillRef>
            <a:effectRef idx="1">
              <a:schemeClr val="accent5"/>
            </a:effectRef>
            <a:fontRef idx="minor">
              <a:schemeClr val="dk1"/>
            </a:fontRef>
          </p:style>
          <p:txBody>
            <a:bodyPr>
              <a:flatTx/>
            </a:bodyPr>
            <a:lstStyle/>
            <a:p>
              <a:endParaRPr lang="tr-TR" sz="2400">
                <a:latin typeface="Arial" panose="020B0604020202020204" pitchFamily="34" charset="0"/>
                <a:cs typeface="Arial" panose="020B0604020202020204" pitchFamily="34" charset="0"/>
              </a:endParaRPr>
            </a:p>
          </p:txBody>
        </p:sp>
        <p:sp>
          <p:nvSpPr>
            <p:cNvPr id="12" name="AutoShape 20"/>
            <p:cNvSpPr>
              <a:spLocks noChangeArrowheads="1"/>
            </p:cNvSpPr>
            <p:nvPr/>
          </p:nvSpPr>
          <p:spPr bwMode="auto">
            <a:xfrm rot="12946418" flipH="1">
              <a:off x="4723364" y="1492273"/>
              <a:ext cx="1152933" cy="321129"/>
            </a:xfrm>
            <a:prstGeom prst="rightArrow">
              <a:avLst>
                <a:gd name="adj1" fmla="val 50000"/>
                <a:gd name="adj2" fmla="val 187500"/>
              </a:avLst>
            </a:prstGeom>
            <a:solidFill>
              <a:srgbClr val="92D050"/>
            </a:solidFill>
            <a:ln>
              <a:headEnd/>
              <a:tailEnd/>
            </a:ln>
          </p:spPr>
          <p:style>
            <a:lnRef idx="1">
              <a:schemeClr val="accent5"/>
            </a:lnRef>
            <a:fillRef idx="2">
              <a:schemeClr val="accent5"/>
            </a:fillRef>
            <a:effectRef idx="1">
              <a:schemeClr val="accent5"/>
            </a:effectRef>
            <a:fontRef idx="minor">
              <a:schemeClr val="dk1"/>
            </a:fontRef>
          </p:style>
          <p:txBody>
            <a:bodyPr>
              <a:flatTx/>
            </a:bodyPr>
            <a:lstStyle/>
            <a:p>
              <a:endParaRPr lang="tr-TR" sz="2400">
                <a:latin typeface="Arial" panose="020B0604020202020204" pitchFamily="34" charset="0"/>
                <a:cs typeface="Arial" panose="020B0604020202020204" pitchFamily="34" charset="0"/>
              </a:endParaRPr>
            </a:p>
          </p:txBody>
        </p:sp>
      </p:grpSp>
      <p:sp>
        <p:nvSpPr>
          <p:cNvPr id="3" name="Rectangle 2"/>
          <p:cNvSpPr/>
          <p:nvPr/>
        </p:nvSpPr>
        <p:spPr>
          <a:xfrm>
            <a:off x="154286" y="5355886"/>
            <a:ext cx="8522170" cy="646331"/>
          </a:xfrm>
          <a:prstGeom prst="rect">
            <a:avLst/>
          </a:prstGeom>
        </p:spPr>
        <p:txBody>
          <a:bodyPr wrap="square">
            <a:spAutoFit/>
          </a:bodyPr>
          <a:lstStyle/>
          <a:p>
            <a:r>
              <a:rPr lang="en-US" sz="1800" b="1" i="1" dirty="0">
                <a:solidFill>
                  <a:schemeClr val="accent5">
                    <a:lumMod val="20000"/>
                    <a:lumOff val="80000"/>
                  </a:schemeClr>
                </a:solidFill>
                <a:latin typeface="arial" charset="0"/>
              </a:rPr>
              <a:t>Bilgi </a:t>
            </a:r>
            <a:r>
              <a:rPr lang="en-US" sz="1800" b="1" i="1" dirty="0" err="1">
                <a:solidFill>
                  <a:schemeClr val="accent5">
                    <a:lumMod val="20000"/>
                    <a:lumOff val="80000"/>
                  </a:schemeClr>
                </a:solidFill>
                <a:latin typeface="arial" charset="0"/>
              </a:rPr>
              <a:t>Notu</a:t>
            </a:r>
            <a:r>
              <a:rPr lang="en-US" sz="1800" b="1" i="1" dirty="0">
                <a:solidFill>
                  <a:schemeClr val="accent5">
                    <a:lumMod val="20000"/>
                    <a:lumOff val="80000"/>
                  </a:schemeClr>
                </a:solidFill>
                <a:latin typeface="arial" charset="0"/>
              </a:rPr>
              <a:t>: </a:t>
            </a:r>
            <a:r>
              <a:rPr lang="en-US" sz="1800" i="1" dirty="0">
                <a:solidFill>
                  <a:srgbClr val="FFC000"/>
                </a:solidFill>
                <a:latin typeface="arial" charset="0"/>
              </a:rPr>
              <a:t>Tam </a:t>
            </a:r>
            <a:r>
              <a:rPr lang="en-US" sz="1800" i="1" dirty="0" err="1">
                <a:solidFill>
                  <a:srgbClr val="FFC000"/>
                </a:solidFill>
                <a:latin typeface="arial" charset="0"/>
              </a:rPr>
              <a:t>sayılar</a:t>
            </a:r>
            <a:r>
              <a:rPr lang="en-US" sz="1800" i="1" dirty="0">
                <a:solidFill>
                  <a:schemeClr val="accent5">
                    <a:lumMod val="20000"/>
                    <a:lumOff val="80000"/>
                  </a:schemeClr>
                </a:solidFill>
                <a:latin typeface="arial" charset="0"/>
              </a:rPr>
              <a:t>, </a:t>
            </a:r>
            <a:r>
              <a:rPr lang="en-US" sz="1800" i="1" dirty="0" err="1">
                <a:solidFill>
                  <a:schemeClr val="accent5">
                    <a:lumMod val="20000"/>
                    <a:lumOff val="80000"/>
                  </a:schemeClr>
                </a:solidFill>
                <a:latin typeface="arial" charset="0"/>
              </a:rPr>
              <a:t>doğal</a:t>
            </a:r>
            <a:r>
              <a:rPr lang="en-US" sz="1800" i="1" dirty="0">
                <a:solidFill>
                  <a:schemeClr val="accent5">
                    <a:lumMod val="20000"/>
                    <a:lumOff val="80000"/>
                  </a:schemeClr>
                </a:solidFill>
                <a:latin typeface="arial" charset="0"/>
              </a:rPr>
              <a:t> </a:t>
            </a:r>
            <a:r>
              <a:rPr lang="en-US" sz="1800" i="1" dirty="0" err="1">
                <a:solidFill>
                  <a:schemeClr val="accent5">
                    <a:lumMod val="20000"/>
                    <a:lumOff val="80000"/>
                  </a:schemeClr>
                </a:solidFill>
                <a:latin typeface="arial" charset="0"/>
              </a:rPr>
              <a:t>sayılar</a:t>
            </a:r>
            <a:r>
              <a:rPr lang="en-US" sz="1800" i="1" dirty="0">
                <a:solidFill>
                  <a:schemeClr val="accent5">
                    <a:lumMod val="20000"/>
                    <a:lumOff val="80000"/>
                  </a:schemeClr>
                </a:solidFill>
                <a:latin typeface="arial" charset="0"/>
              </a:rPr>
              <a:t> (0, 1, 2, 3, …) </a:t>
            </a:r>
            <a:r>
              <a:rPr lang="en-US" sz="1800" i="1" dirty="0" err="1">
                <a:solidFill>
                  <a:schemeClr val="accent5">
                    <a:lumMod val="20000"/>
                    <a:lumOff val="80000"/>
                  </a:schemeClr>
                </a:solidFill>
                <a:latin typeface="arial" charset="0"/>
              </a:rPr>
              <a:t>ile</a:t>
            </a:r>
            <a:r>
              <a:rPr lang="en-US" sz="1800" i="1" dirty="0">
                <a:solidFill>
                  <a:schemeClr val="accent5">
                    <a:lumMod val="20000"/>
                    <a:lumOff val="80000"/>
                  </a:schemeClr>
                </a:solidFill>
                <a:latin typeface="arial" charset="0"/>
              </a:rPr>
              <a:t> </a:t>
            </a:r>
            <a:r>
              <a:rPr lang="en-US" sz="1800" i="1" dirty="0" err="1">
                <a:solidFill>
                  <a:schemeClr val="accent5">
                    <a:lumMod val="20000"/>
                    <a:lumOff val="80000"/>
                  </a:schemeClr>
                </a:solidFill>
                <a:latin typeface="arial" charset="0"/>
              </a:rPr>
              <a:t>bunların</a:t>
            </a:r>
            <a:r>
              <a:rPr lang="en-US" sz="1800" i="1" dirty="0">
                <a:solidFill>
                  <a:schemeClr val="accent5">
                    <a:lumMod val="20000"/>
                    <a:lumOff val="80000"/>
                  </a:schemeClr>
                </a:solidFill>
                <a:latin typeface="arial" charset="0"/>
              </a:rPr>
              <a:t> </a:t>
            </a:r>
            <a:r>
              <a:rPr lang="en-US" sz="1800" i="1" dirty="0" err="1">
                <a:solidFill>
                  <a:schemeClr val="accent5">
                    <a:lumMod val="20000"/>
                    <a:lumOff val="80000"/>
                  </a:schemeClr>
                </a:solidFill>
                <a:latin typeface="arial" charset="0"/>
              </a:rPr>
              <a:t>negatif</a:t>
            </a:r>
            <a:r>
              <a:rPr lang="en-US" sz="1800" i="1" dirty="0">
                <a:solidFill>
                  <a:schemeClr val="accent5">
                    <a:lumMod val="20000"/>
                    <a:lumOff val="80000"/>
                  </a:schemeClr>
                </a:solidFill>
                <a:latin typeface="arial" charset="0"/>
              </a:rPr>
              <a:t> </a:t>
            </a:r>
            <a:r>
              <a:rPr lang="en-US" sz="1800" i="1" dirty="0" err="1">
                <a:solidFill>
                  <a:schemeClr val="accent5">
                    <a:lumMod val="20000"/>
                    <a:lumOff val="80000"/>
                  </a:schemeClr>
                </a:solidFill>
                <a:latin typeface="arial" charset="0"/>
              </a:rPr>
              <a:t>değerlerinden</a:t>
            </a:r>
            <a:r>
              <a:rPr lang="en-US" sz="1800" i="1" dirty="0">
                <a:solidFill>
                  <a:schemeClr val="accent5">
                    <a:lumMod val="20000"/>
                    <a:lumOff val="80000"/>
                  </a:schemeClr>
                </a:solidFill>
                <a:latin typeface="arial" charset="0"/>
              </a:rPr>
              <a:t> (…, -3, -2, -1) </a:t>
            </a:r>
            <a:r>
              <a:rPr lang="en-US" sz="1800" i="1" dirty="0" err="1">
                <a:solidFill>
                  <a:schemeClr val="accent5">
                    <a:lumMod val="20000"/>
                    <a:lumOff val="80000"/>
                  </a:schemeClr>
                </a:solidFill>
                <a:latin typeface="arial" charset="0"/>
              </a:rPr>
              <a:t>oluşan</a:t>
            </a:r>
            <a:r>
              <a:rPr lang="en-US" sz="1800" i="1" dirty="0">
                <a:solidFill>
                  <a:schemeClr val="accent5">
                    <a:lumMod val="20000"/>
                    <a:lumOff val="80000"/>
                  </a:schemeClr>
                </a:solidFill>
                <a:latin typeface="arial" charset="0"/>
              </a:rPr>
              <a:t> </a:t>
            </a:r>
            <a:r>
              <a:rPr lang="en-US" sz="1800" i="1" dirty="0" err="1">
                <a:solidFill>
                  <a:schemeClr val="accent5">
                    <a:lumMod val="20000"/>
                    <a:lumOff val="80000"/>
                  </a:schemeClr>
                </a:solidFill>
                <a:latin typeface="arial" charset="0"/>
              </a:rPr>
              <a:t>sayı</a:t>
            </a:r>
            <a:r>
              <a:rPr lang="en-US" sz="1800" i="1" dirty="0">
                <a:solidFill>
                  <a:schemeClr val="accent5">
                    <a:lumMod val="20000"/>
                    <a:lumOff val="80000"/>
                  </a:schemeClr>
                </a:solidFill>
                <a:latin typeface="arial" charset="0"/>
              </a:rPr>
              <a:t> </a:t>
            </a:r>
            <a:r>
              <a:rPr lang="en-US" sz="1800" i="1" dirty="0" err="1">
                <a:solidFill>
                  <a:schemeClr val="accent5">
                    <a:lumMod val="20000"/>
                    <a:lumOff val="80000"/>
                  </a:schemeClr>
                </a:solidFill>
                <a:latin typeface="arial" charset="0"/>
              </a:rPr>
              <a:t>kümesi</a:t>
            </a:r>
            <a:r>
              <a:rPr lang="en-US" sz="1800" i="1" dirty="0">
                <a:solidFill>
                  <a:schemeClr val="accent5">
                    <a:lumMod val="20000"/>
                    <a:lumOff val="80000"/>
                  </a:schemeClr>
                </a:solidFill>
                <a:latin typeface="arial" charset="0"/>
              </a:rPr>
              <a:t>. </a:t>
            </a:r>
            <a:endParaRPr lang="en-US" sz="1800" i="1" dirty="0">
              <a:solidFill>
                <a:schemeClr val="accent5">
                  <a:lumMod val="20000"/>
                  <a:lumOff val="80000"/>
                </a:schemeClr>
              </a:solidFill>
            </a:endParaRPr>
          </a:p>
        </p:txBody>
      </p:sp>
    </p:spTree>
    <p:extLst>
      <p:ext uri="{BB962C8B-B14F-4D97-AF65-F5344CB8AC3E}">
        <p14:creationId xmlns:p14="http://schemas.microsoft.com/office/powerpoint/2010/main" val="3309944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684213" y="404813"/>
            <a:ext cx="7772400" cy="990600"/>
          </a:xfrm>
        </p:spPr>
        <p:txBody>
          <a:bodyPr/>
          <a:lstStyle/>
          <a:p>
            <a:r>
              <a:rPr lang="tr-TR" altLang="tr-TR"/>
              <a:t>ÖLÇEK TÜRLERİ</a:t>
            </a:r>
          </a:p>
        </p:txBody>
      </p:sp>
      <p:sp>
        <p:nvSpPr>
          <p:cNvPr id="459779" name="Rectangle 3"/>
          <p:cNvSpPr>
            <a:spLocks noGrp="1" noChangeArrowheads="1"/>
          </p:cNvSpPr>
          <p:nvPr>
            <p:ph idx="1"/>
          </p:nvPr>
        </p:nvSpPr>
        <p:spPr>
          <a:xfrm>
            <a:off x="395536" y="1124744"/>
            <a:ext cx="8496944" cy="5400600"/>
          </a:xfrm>
        </p:spPr>
        <p:txBody>
          <a:bodyPr>
            <a:noAutofit/>
          </a:bodyPr>
          <a:lstStyle/>
          <a:p>
            <a:pPr>
              <a:lnSpc>
                <a:spcPct val="120000"/>
              </a:lnSpc>
            </a:pPr>
            <a:r>
              <a:rPr lang="tr-TR" altLang="tr-TR" sz="1600" dirty="0">
                <a:solidFill>
                  <a:srgbClr val="FFC000"/>
                </a:solidFill>
                <a:latin typeface="Arial" panose="020B0604020202020204" pitchFamily="34" charset="0"/>
                <a:cs typeface="Arial" panose="020B0604020202020204" pitchFamily="34" charset="0"/>
              </a:rPr>
              <a:t>Sınıflama ölçeği</a:t>
            </a:r>
          </a:p>
          <a:p>
            <a:pPr lvl="1">
              <a:lnSpc>
                <a:spcPct val="120000"/>
              </a:lnSpc>
            </a:pPr>
            <a:r>
              <a:rPr lang="tr-TR" altLang="tr-TR" sz="1400" dirty="0">
                <a:latin typeface="Arial" panose="020B0604020202020204" pitchFamily="34" charset="0"/>
                <a:cs typeface="Arial" panose="020B0604020202020204" pitchFamily="34" charset="0"/>
              </a:rPr>
              <a:t>Gruplar/sınıflar arasında bir hiyerarşi yoktur.</a:t>
            </a:r>
          </a:p>
          <a:p>
            <a:pPr lvl="2">
              <a:lnSpc>
                <a:spcPct val="120000"/>
              </a:lnSpc>
            </a:pPr>
            <a:r>
              <a:rPr lang="tr-TR" altLang="tr-TR" sz="1200" dirty="0">
                <a:latin typeface="Arial" panose="020B0604020202020204" pitchFamily="34" charset="0"/>
                <a:cs typeface="Arial" panose="020B0604020202020204" pitchFamily="34" charset="0"/>
              </a:rPr>
              <a:t>Erkek=1, Kadın=2</a:t>
            </a:r>
          </a:p>
          <a:p>
            <a:pPr>
              <a:lnSpc>
                <a:spcPct val="120000"/>
              </a:lnSpc>
            </a:pPr>
            <a:r>
              <a:rPr lang="tr-TR" altLang="tr-TR" sz="1600" dirty="0">
                <a:solidFill>
                  <a:srgbClr val="FFC000"/>
                </a:solidFill>
                <a:latin typeface="Arial" panose="020B0604020202020204" pitchFamily="34" charset="0"/>
                <a:cs typeface="Arial" panose="020B0604020202020204" pitchFamily="34" charset="0"/>
              </a:rPr>
              <a:t>Sıralama ölçeği</a:t>
            </a:r>
          </a:p>
          <a:p>
            <a:pPr lvl="1">
              <a:lnSpc>
                <a:spcPct val="120000"/>
              </a:lnSpc>
            </a:pPr>
            <a:r>
              <a:rPr lang="tr-TR" altLang="tr-TR" sz="1400" dirty="0">
                <a:latin typeface="Arial" panose="020B0604020202020204" pitchFamily="34" charset="0"/>
                <a:cs typeface="Arial" panose="020B0604020202020204" pitchFamily="34" charset="0"/>
              </a:rPr>
              <a:t>Ölçümler sadece sıra dizisini gösterir, ama aralarındaki uzaklık kesin değildir.</a:t>
            </a:r>
          </a:p>
          <a:p>
            <a:pPr lvl="2">
              <a:lnSpc>
                <a:spcPct val="120000"/>
              </a:lnSpc>
            </a:pPr>
            <a:r>
              <a:rPr lang="tr-TR" altLang="tr-TR" sz="1200" dirty="0">
                <a:latin typeface="Arial" panose="020B0604020202020204" pitchFamily="34" charset="0"/>
                <a:cs typeface="Arial" panose="020B0604020202020204" pitchFamily="34" charset="0"/>
              </a:rPr>
              <a:t>Doktora, yüksek lisans, lisans, </a:t>
            </a:r>
            <a:r>
              <a:rPr lang="tr-TR" altLang="tr-TR" sz="1200" dirty="0" err="1">
                <a:latin typeface="Arial" panose="020B0604020202020204" pitchFamily="34" charset="0"/>
                <a:cs typeface="Arial" panose="020B0604020202020204" pitchFamily="34" charset="0"/>
              </a:rPr>
              <a:t>önlisans</a:t>
            </a:r>
            <a:endParaRPr lang="tr-TR" altLang="tr-TR" sz="1200" dirty="0">
              <a:latin typeface="Arial" panose="020B0604020202020204" pitchFamily="34" charset="0"/>
              <a:cs typeface="Arial" panose="020B0604020202020204" pitchFamily="34" charset="0"/>
            </a:endParaRPr>
          </a:p>
          <a:p>
            <a:pPr>
              <a:lnSpc>
                <a:spcPct val="120000"/>
              </a:lnSpc>
            </a:pPr>
            <a:r>
              <a:rPr lang="tr-TR" altLang="tr-TR" sz="1600" dirty="0">
                <a:solidFill>
                  <a:srgbClr val="FFC000"/>
                </a:solidFill>
                <a:latin typeface="Arial" panose="020B0604020202020204" pitchFamily="34" charset="0"/>
                <a:cs typeface="Arial" panose="020B0604020202020204" pitchFamily="34" charset="0"/>
              </a:rPr>
              <a:t>Aralık ölçeği</a:t>
            </a:r>
          </a:p>
          <a:p>
            <a:pPr lvl="1">
              <a:lnSpc>
                <a:spcPct val="120000"/>
              </a:lnSpc>
            </a:pPr>
            <a:r>
              <a:rPr lang="tr-TR" altLang="tr-TR" sz="1400" dirty="0">
                <a:latin typeface="Arial" panose="020B0604020202020204" pitchFamily="34" charset="0"/>
                <a:cs typeface="Arial" panose="020B0604020202020204" pitchFamily="34" charset="0"/>
              </a:rPr>
              <a:t>Eşit bölme aralığına sahiptir</a:t>
            </a:r>
          </a:p>
          <a:p>
            <a:pPr lvl="1">
              <a:lnSpc>
                <a:spcPct val="120000"/>
              </a:lnSpc>
            </a:pPr>
            <a:r>
              <a:rPr lang="tr-TR" altLang="tr-TR" sz="1400" dirty="0">
                <a:latin typeface="Arial" panose="020B0604020202020204" pitchFamily="34" charset="0"/>
                <a:cs typeface="Arial" panose="020B0604020202020204" pitchFamily="34" charset="0"/>
              </a:rPr>
              <a:t>Başlangıç noktasının sıfır olma zorunluluğu yoktur, varsa da yokluğu göstermez</a:t>
            </a:r>
          </a:p>
          <a:p>
            <a:pPr lvl="2">
              <a:lnSpc>
                <a:spcPct val="120000"/>
              </a:lnSpc>
            </a:pPr>
            <a:r>
              <a:rPr lang="tr-TR" altLang="tr-TR" sz="1200" dirty="0">
                <a:latin typeface="Arial" panose="020B0604020202020204" pitchFamily="34" charset="0"/>
                <a:cs typeface="Arial" panose="020B0604020202020204" pitchFamily="34" charset="0"/>
              </a:rPr>
              <a:t>Sınav başarısının 0 olması ilgili dersten hiç bir şey bilinmediği anlamına gelmez</a:t>
            </a:r>
          </a:p>
          <a:p>
            <a:pPr>
              <a:lnSpc>
                <a:spcPct val="120000"/>
              </a:lnSpc>
            </a:pPr>
            <a:r>
              <a:rPr lang="tr-TR" altLang="tr-TR" sz="1600" dirty="0">
                <a:solidFill>
                  <a:srgbClr val="FFC000"/>
                </a:solidFill>
                <a:latin typeface="Arial" panose="020B0604020202020204" pitchFamily="34" charset="0"/>
                <a:cs typeface="Arial" panose="020B0604020202020204" pitchFamily="34" charset="0"/>
              </a:rPr>
              <a:t>Oran ölçeği</a:t>
            </a:r>
          </a:p>
          <a:p>
            <a:pPr lvl="1">
              <a:lnSpc>
                <a:spcPct val="120000"/>
              </a:lnSpc>
            </a:pPr>
            <a:r>
              <a:rPr lang="tr-TR" altLang="tr-TR" sz="1400" dirty="0">
                <a:latin typeface="Arial" panose="020B0604020202020204" pitchFamily="34" charset="0"/>
                <a:cs typeface="Arial" panose="020B0604020202020204" pitchFamily="34" charset="0"/>
              </a:rPr>
              <a:t>Puanlar değişkenin gerçek miktarını yansıtır, eşit ölçme birimi vardır</a:t>
            </a:r>
          </a:p>
          <a:p>
            <a:pPr lvl="1">
              <a:lnSpc>
                <a:spcPct val="120000"/>
              </a:lnSpc>
            </a:pPr>
            <a:r>
              <a:rPr lang="tr-TR" altLang="tr-TR" sz="1400" dirty="0">
                <a:latin typeface="Arial" panose="020B0604020202020204" pitchFamily="34" charset="0"/>
                <a:cs typeface="Arial" panose="020B0604020202020204" pitchFamily="34" charset="0"/>
              </a:rPr>
              <a:t>Sıfır değeri sıfır olma halini gösterir</a:t>
            </a:r>
          </a:p>
          <a:p>
            <a:pPr lvl="2">
              <a:lnSpc>
                <a:spcPct val="120000"/>
              </a:lnSpc>
            </a:pPr>
            <a:r>
              <a:rPr lang="tr-TR" altLang="tr-TR" sz="1200" dirty="0">
                <a:latin typeface="Arial" panose="020B0604020202020204" pitchFamily="34" charset="0"/>
                <a:cs typeface="Arial" panose="020B0604020202020204" pitchFamily="34" charset="0"/>
              </a:rPr>
              <a:t>uzunluk, ağırlık ölçümleri gibi</a:t>
            </a:r>
          </a:p>
          <a:p>
            <a:pPr lvl="1">
              <a:lnSpc>
                <a:spcPct val="80000"/>
              </a:lnSpc>
            </a:pPr>
            <a:endParaRPr lang="tr-TR" altLang="tr-T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412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p:cNvSpPr>
          <p:nvPr>
            <p:ph type="title"/>
          </p:nvPr>
        </p:nvSpPr>
        <p:spPr bwMode="auto">
          <a:xfrm>
            <a:off x="685800" y="76200"/>
            <a:ext cx="7772400" cy="1143000"/>
          </a:xfrm>
        </p:spPr>
        <p:txBody>
          <a:bodyPr wrap="square" lIns="91440" tIns="45720" rIns="91440" bIns="45720" numCol="1" anchorCtr="0" compatLnSpc="1">
            <a:prstTxWarp prst="textNoShape">
              <a:avLst/>
            </a:prstTxWarp>
          </a:bodyPr>
          <a:lstStyle/>
          <a:p>
            <a:pPr eaLnBrk="1" hangingPunct="1">
              <a:defRPr/>
            </a:pPr>
            <a:r>
              <a:rPr lang="tr-TR" sz="3600" dirty="0">
                <a:latin typeface="+mj-lt"/>
              </a:rPr>
              <a:t>Sınıflama-</a:t>
            </a:r>
            <a:r>
              <a:rPr lang="tr-TR" sz="3600" dirty="0" err="1">
                <a:latin typeface="+mj-lt"/>
              </a:rPr>
              <a:t>İsimsel</a:t>
            </a:r>
            <a:r>
              <a:rPr lang="tr-TR" sz="3600" dirty="0">
                <a:latin typeface="+mj-lt"/>
              </a:rPr>
              <a:t> (Nominal)</a:t>
            </a:r>
          </a:p>
        </p:txBody>
      </p:sp>
      <p:sp>
        <p:nvSpPr>
          <p:cNvPr id="38915" name="Rectangle 3"/>
          <p:cNvSpPr>
            <a:spLocks noGrp="1"/>
          </p:cNvSpPr>
          <p:nvPr>
            <p:ph idx="1"/>
          </p:nvPr>
        </p:nvSpPr>
        <p:spPr>
          <a:xfrm>
            <a:off x="685800" y="1143000"/>
            <a:ext cx="7772400" cy="5562600"/>
          </a:xfrm>
        </p:spPr>
        <p:txBody>
          <a:bodyPr>
            <a:normAutofit lnSpcReduction="10000"/>
          </a:bodyPr>
          <a:lstStyle/>
          <a:p>
            <a:pPr marL="342900" eaLnBrk="1" hangingPunct="1">
              <a:lnSpc>
                <a:spcPct val="90000"/>
              </a:lnSpc>
            </a:pPr>
            <a:r>
              <a:rPr lang="tr-TR" altLang="tr-TR" sz="2000" dirty="0">
                <a:latin typeface="Corbel" panose="020B0503020204020204" pitchFamily="34" charset="0"/>
              </a:rPr>
              <a:t>Nesneler belirli yönden benzeyip benzemediklerine göre sınıflandırılırlar.</a:t>
            </a:r>
          </a:p>
          <a:p>
            <a:pPr marL="342900" eaLnBrk="1" hangingPunct="1">
              <a:lnSpc>
                <a:spcPct val="90000"/>
              </a:lnSpc>
            </a:pPr>
            <a:r>
              <a:rPr lang="tr-TR" altLang="tr-TR" sz="2000" dirty="0">
                <a:latin typeface="Corbel" panose="020B0503020204020204" pitchFamily="34" charset="0"/>
              </a:rPr>
              <a:t>Nesnelerin farklılık ve benzerlikleri belirlenir.</a:t>
            </a:r>
          </a:p>
          <a:p>
            <a:pPr marL="342900" eaLnBrk="1" hangingPunct="1">
              <a:lnSpc>
                <a:spcPct val="90000"/>
              </a:lnSpc>
            </a:pPr>
            <a:r>
              <a:rPr lang="tr-TR" altLang="tr-TR" sz="2000" dirty="0">
                <a:latin typeface="Corbel" panose="020B0503020204020204" pitchFamily="34" charset="0"/>
              </a:rPr>
              <a:t>Bu seviyede ölçülen özelliklerin ancak adlandırılması mümkündür. </a:t>
            </a:r>
          </a:p>
          <a:p>
            <a:pPr marL="742950" lvl="1" eaLnBrk="1" hangingPunct="1">
              <a:lnSpc>
                <a:spcPct val="90000"/>
              </a:lnSpc>
            </a:pPr>
            <a:r>
              <a:rPr lang="tr-TR" altLang="tr-TR" sz="2000" dirty="0">
                <a:latin typeface="Corbel" panose="020B0503020204020204" pitchFamily="34" charset="0"/>
              </a:rPr>
              <a:t>Örneğin cinsiyet değişkeni buna örnek olarak gösterilebilir. </a:t>
            </a:r>
          </a:p>
          <a:p>
            <a:pPr marL="1143000" lvl="2" eaLnBrk="1" hangingPunct="1">
              <a:lnSpc>
                <a:spcPct val="90000"/>
              </a:lnSpc>
            </a:pPr>
            <a:r>
              <a:rPr lang="tr-TR" altLang="tr-TR" sz="2000" dirty="0">
                <a:latin typeface="Corbel" panose="020B0503020204020204" pitchFamily="34" charset="0"/>
              </a:rPr>
              <a:t>Cinsiyetiniz? ( )1. Kadın ( )2. Erkek</a:t>
            </a:r>
          </a:p>
          <a:p>
            <a:pPr marL="342900" eaLnBrk="1" hangingPunct="1">
              <a:lnSpc>
                <a:spcPct val="90000"/>
              </a:lnSpc>
            </a:pPr>
            <a:r>
              <a:rPr lang="tr-TR" altLang="tr-TR" sz="2000" dirty="0">
                <a:latin typeface="Corbel" panose="020B0503020204020204" pitchFamily="34" charset="0"/>
              </a:rPr>
              <a:t>Buradaki 1 ve 2 değerleri sadece iki grubun birbirinden ayırt edilmesine yöneliktir. Kadın ve erkek arasında ölçülebilecek gerçek bir mesafe söz konusu değildir.  </a:t>
            </a:r>
          </a:p>
          <a:p>
            <a:pPr marL="342900" eaLnBrk="1" hangingPunct="1">
              <a:lnSpc>
                <a:spcPct val="90000"/>
              </a:lnSpc>
            </a:pPr>
            <a:r>
              <a:rPr lang="tr-TR" altLang="tr-TR" sz="2000" dirty="0">
                <a:latin typeface="Corbel" panose="020B0503020204020204" pitchFamily="34" charset="0"/>
              </a:rPr>
              <a:t>Bir anket çalışmasında nominal ölçüm seviyesi kullanılırken, evren içinde söz konusu </a:t>
            </a:r>
            <a:r>
              <a:rPr lang="tr-TR" altLang="tr-TR" sz="2000" dirty="0" err="1">
                <a:latin typeface="Corbel" panose="020B0503020204020204" pitchFamily="34" charset="0"/>
              </a:rPr>
              <a:t>isimsel</a:t>
            </a:r>
            <a:r>
              <a:rPr lang="tr-TR" altLang="tr-TR" sz="2000" dirty="0">
                <a:latin typeface="Corbel" panose="020B0503020204020204" pitchFamily="34" charset="0"/>
              </a:rPr>
              <a:t> kategorilerin dışında kalabilecek herhangi bir farklı kategorinin bulunmaması ve herkesin sadece bir </a:t>
            </a:r>
            <a:r>
              <a:rPr lang="tr-TR" altLang="tr-TR" sz="2000" dirty="0" err="1">
                <a:latin typeface="Corbel" panose="020B0503020204020204" pitchFamily="34" charset="0"/>
              </a:rPr>
              <a:t>isimsel</a:t>
            </a:r>
            <a:r>
              <a:rPr lang="tr-TR" altLang="tr-TR" sz="2000" dirty="0">
                <a:latin typeface="Corbel" panose="020B0503020204020204" pitchFamily="34" charset="0"/>
              </a:rPr>
              <a:t> kategoriye dahil olabilmesi gerekmektedir. </a:t>
            </a:r>
          </a:p>
          <a:p>
            <a:pPr marL="342900" eaLnBrk="1" hangingPunct="1">
              <a:lnSpc>
                <a:spcPct val="90000"/>
              </a:lnSpc>
            </a:pPr>
            <a:r>
              <a:rPr lang="tr-TR" altLang="tr-TR" sz="2000" dirty="0">
                <a:latin typeface="Corbel" panose="020B0503020204020204" pitchFamily="34" charset="0"/>
              </a:rPr>
              <a:t>Rakamların sayısal değerleri yoktur. Miktar belirtmez , yalnızca bir nesnenin diğerinden farklı olduğunu belirtir ve tanınmasına yarar. Matematiksel işlem yapılamaz.</a:t>
            </a:r>
          </a:p>
          <a:p>
            <a:pPr marL="342900" eaLnBrk="1" hangingPunct="1">
              <a:lnSpc>
                <a:spcPct val="90000"/>
              </a:lnSpc>
            </a:pPr>
            <a:r>
              <a:rPr lang="tr-TR" altLang="tr-TR" sz="2000" dirty="0">
                <a:latin typeface="Corbel" panose="020B0503020204020204" pitchFamily="34" charset="0"/>
              </a:rPr>
              <a:t>Merkezi eğilim ölçüsü olarak  </a:t>
            </a:r>
            <a:r>
              <a:rPr lang="tr-TR" altLang="tr-TR" dirty="0">
                <a:solidFill>
                  <a:srgbClr val="FFC000"/>
                </a:solidFill>
                <a:latin typeface="Corbel" panose="020B0503020204020204" pitchFamily="34" charset="0"/>
              </a:rPr>
              <a:t>t</a:t>
            </a:r>
            <a:r>
              <a:rPr lang="tr-TR" altLang="tr-TR" sz="2000" dirty="0">
                <a:solidFill>
                  <a:srgbClr val="FFC000"/>
                </a:solidFill>
                <a:latin typeface="Corbel" panose="020B0503020204020204" pitchFamily="34" charset="0"/>
              </a:rPr>
              <a:t>epe değeri (</a:t>
            </a:r>
            <a:r>
              <a:rPr lang="tr-TR" altLang="tr-TR" sz="2000" dirty="0" err="1">
                <a:solidFill>
                  <a:srgbClr val="FFC000"/>
                </a:solidFill>
                <a:latin typeface="Corbel" panose="020B0503020204020204" pitchFamily="34" charset="0"/>
              </a:rPr>
              <a:t>mod</a:t>
            </a:r>
            <a:r>
              <a:rPr lang="tr-TR" altLang="tr-TR" sz="2000" dirty="0">
                <a:solidFill>
                  <a:srgbClr val="FFC000"/>
                </a:solidFill>
                <a:latin typeface="Corbel" panose="020B0503020204020204" pitchFamily="34" charset="0"/>
              </a:rPr>
              <a:t>) </a:t>
            </a:r>
            <a:r>
              <a:rPr lang="tr-TR" altLang="tr-TR" sz="2000" dirty="0">
                <a:latin typeface="Corbel" panose="020B0503020204020204" pitchFamily="34" charset="0"/>
              </a:rPr>
              <a:t>kullanılabilir.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p:cNvSpPr>
          <p:nvPr>
            <p:ph type="title"/>
          </p:nvPr>
        </p:nvSpPr>
        <p:spPr bwMode="auto">
          <a:xfrm>
            <a:off x="533400" y="304800"/>
            <a:ext cx="7239000" cy="1143000"/>
          </a:xfrm>
        </p:spPr>
        <p:txBody>
          <a:bodyPr wrap="square" lIns="91440" tIns="45720" rIns="91440" bIns="45720" numCol="1" anchorCtr="0" compatLnSpc="1">
            <a:prstTxWarp prst="textNoShape">
              <a:avLst/>
            </a:prstTxWarp>
          </a:bodyPr>
          <a:lstStyle/>
          <a:p>
            <a:pPr eaLnBrk="1" hangingPunct="1">
              <a:defRPr/>
            </a:pPr>
            <a:r>
              <a:rPr lang="tr-TR" sz="3200" dirty="0">
                <a:latin typeface="+mj-lt"/>
              </a:rPr>
              <a:t>Sıralama /Kademeli (Ordinal)</a:t>
            </a:r>
          </a:p>
        </p:txBody>
      </p:sp>
      <p:sp>
        <p:nvSpPr>
          <p:cNvPr id="40963" name="Rectangle 3"/>
          <p:cNvSpPr>
            <a:spLocks noGrp="1"/>
          </p:cNvSpPr>
          <p:nvPr>
            <p:ph idx="1"/>
          </p:nvPr>
        </p:nvSpPr>
        <p:spPr>
          <a:xfrm>
            <a:off x="685800" y="1219200"/>
            <a:ext cx="7772400" cy="4876800"/>
          </a:xfrm>
        </p:spPr>
        <p:txBody>
          <a:bodyPr>
            <a:normAutofit lnSpcReduction="10000"/>
          </a:bodyPr>
          <a:lstStyle/>
          <a:p>
            <a:pPr marL="342900" eaLnBrk="1" hangingPunct="1"/>
            <a:r>
              <a:rPr lang="tr-TR" altLang="tr-TR" sz="2200" dirty="0">
                <a:latin typeface="Corbel" panose="020B0503020204020204" pitchFamily="34" charset="0"/>
              </a:rPr>
              <a:t>Nesneleri belli bir özelliğe sahip oluş miktarı bakımından sıralamaktır.</a:t>
            </a:r>
          </a:p>
          <a:p>
            <a:pPr marL="342900" eaLnBrk="1" hangingPunct="1"/>
            <a:r>
              <a:rPr lang="tr-TR" altLang="tr-TR" sz="2200" dirty="0">
                <a:latin typeface="Corbel" panose="020B0503020204020204" pitchFamily="34" charset="0"/>
              </a:rPr>
              <a:t>İsimsel ölçmenin özelliklerine sahip olmakla birlikte, kategoriler arasında herhangi bir kritere göre sıralama söz konusudur.</a:t>
            </a:r>
          </a:p>
          <a:p>
            <a:pPr marL="742950" lvl="1" eaLnBrk="1" hangingPunct="1"/>
            <a:r>
              <a:rPr lang="tr-TR" altLang="tr-TR" sz="2000" dirty="0">
                <a:latin typeface="Corbel" panose="020B0503020204020204" pitchFamily="34" charset="0"/>
              </a:rPr>
              <a:t>Örneğin, Sosyoekonomik statüye ilişkin düzeyler: </a:t>
            </a:r>
          </a:p>
          <a:p>
            <a:pPr marL="1143000" lvl="2" eaLnBrk="1" hangingPunct="1"/>
            <a:r>
              <a:rPr lang="tr-TR" altLang="tr-TR" sz="1800" dirty="0">
                <a:latin typeface="Corbel" panose="020B0503020204020204" pitchFamily="34" charset="0"/>
              </a:rPr>
              <a:t>( a)Alt  ( b) Orta (c)Üst  olarak sıralı bir ölçüm düzeyinde araştırılabilir </a:t>
            </a:r>
          </a:p>
          <a:p>
            <a:pPr marL="1143000" lvl="2"/>
            <a:r>
              <a:rPr lang="tr-TR" sz="1800" dirty="0"/>
              <a:t>a&lt;b&lt;c olabilir ancak b-c= c-b gibi bir </a:t>
            </a:r>
            <a:r>
              <a:rPr lang="tr-TR" sz="1800" dirty="0" err="1"/>
              <a:t>şey</a:t>
            </a:r>
            <a:r>
              <a:rPr lang="tr-TR" sz="1800" dirty="0"/>
              <a:t> olmaz. Maddeler arasındaki </a:t>
            </a:r>
            <a:r>
              <a:rPr lang="tr-TR" sz="1800" dirty="0" err="1"/>
              <a:t>gerç̧ek</a:t>
            </a:r>
            <a:r>
              <a:rPr lang="tr-TR" sz="1800" dirty="0"/>
              <a:t> mesafe anlamlı  olmayabilir.</a:t>
            </a:r>
            <a:endParaRPr lang="tr-TR" altLang="tr-TR" sz="1800" dirty="0">
              <a:latin typeface="Corbel" panose="020B0503020204020204" pitchFamily="34" charset="0"/>
            </a:endParaRPr>
          </a:p>
          <a:p>
            <a:pPr marL="342900" eaLnBrk="1" hangingPunct="1"/>
            <a:r>
              <a:rPr lang="tr-TR" altLang="tr-TR" sz="2200" dirty="0">
                <a:latin typeface="Corbel" panose="020B0503020204020204" pitchFamily="34" charset="0"/>
              </a:rPr>
              <a:t>Sıralı ölçümlerde her bir cevap kategorisi diğerine göre sadece azlık ya da çokluk cinsinden bir  derecelendirmeyi içermektedir. </a:t>
            </a:r>
          </a:p>
          <a:p>
            <a:pPr marL="342900" eaLnBrk="1" hangingPunct="1"/>
            <a:r>
              <a:rPr lang="tr-TR" altLang="tr-TR" sz="2200" dirty="0">
                <a:latin typeface="Corbel" panose="020B0503020204020204" pitchFamily="34" charset="0"/>
              </a:rPr>
              <a:t>Merkezi eğilim ölçüsü olarak esas olarak; </a:t>
            </a:r>
            <a:r>
              <a:rPr lang="tr-TR" altLang="tr-TR" sz="2200" dirty="0">
                <a:solidFill>
                  <a:srgbClr val="FFC000"/>
                </a:solidFill>
                <a:latin typeface="Corbel" panose="020B0503020204020204" pitchFamily="34" charset="0"/>
              </a:rPr>
              <a:t>tepe değer (</a:t>
            </a:r>
            <a:r>
              <a:rPr lang="tr-TR" altLang="tr-TR" sz="2200" dirty="0" err="1">
                <a:solidFill>
                  <a:srgbClr val="FFC000"/>
                </a:solidFill>
                <a:latin typeface="Corbel" panose="020B0503020204020204" pitchFamily="34" charset="0"/>
              </a:rPr>
              <a:t>mod</a:t>
            </a:r>
            <a:r>
              <a:rPr lang="tr-TR" altLang="tr-TR" sz="2200" dirty="0">
                <a:solidFill>
                  <a:srgbClr val="FFC000"/>
                </a:solidFill>
                <a:latin typeface="Corbel" panose="020B0503020204020204" pitchFamily="34" charset="0"/>
              </a:rPr>
              <a:t>) </a:t>
            </a:r>
            <a:r>
              <a:rPr lang="tr-TR" altLang="tr-TR" sz="2200" dirty="0">
                <a:latin typeface="Corbel" panose="020B0503020204020204" pitchFamily="34" charset="0"/>
              </a:rPr>
              <a:t>ve </a:t>
            </a:r>
            <a:r>
              <a:rPr lang="tr-TR" altLang="tr-TR" sz="2200" dirty="0">
                <a:solidFill>
                  <a:srgbClr val="FFC000"/>
                </a:solidFill>
                <a:latin typeface="Corbel" panose="020B0503020204020204" pitchFamily="34" charset="0"/>
              </a:rPr>
              <a:t>ortanca (medyan) </a:t>
            </a:r>
            <a:r>
              <a:rPr lang="tr-TR" altLang="tr-TR" sz="2200" dirty="0">
                <a:latin typeface="Corbel" panose="020B0503020204020204" pitchFamily="34" charset="0"/>
              </a:rPr>
              <a:t>kullanılabilir.</a:t>
            </a:r>
          </a:p>
          <a:p>
            <a:pPr marL="342900" eaLnBrk="1" hangingPunct="1"/>
            <a:endParaRPr lang="tr-TR" altLang="tr-TR" sz="2200" dirty="0">
              <a:latin typeface="Corbel" panose="020B0503020204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p:cNvSpPr>
          <p:nvPr>
            <p:ph type="title"/>
          </p:nvPr>
        </p:nvSpPr>
        <p:spPr bwMode="auto">
          <a:xfrm>
            <a:off x="685800" y="381000"/>
            <a:ext cx="7772400" cy="1143000"/>
          </a:xfrm>
        </p:spPr>
        <p:txBody>
          <a:bodyPr wrap="square" lIns="91440" tIns="45720" rIns="91440" bIns="45720" numCol="1" anchorCtr="0" compatLnSpc="1">
            <a:prstTxWarp prst="textNoShape">
              <a:avLst/>
            </a:prstTxWarp>
          </a:bodyPr>
          <a:lstStyle/>
          <a:p>
            <a:pPr eaLnBrk="1" hangingPunct="1">
              <a:defRPr/>
            </a:pPr>
            <a:r>
              <a:rPr lang="tr-TR" dirty="0">
                <a:latin typeface="+mj-lt"/>
              </a:rPr>
              <a:t>Aralıklı (Interval)</a:t>
            </a:r>
          </a:p>
        </p:txBody>
      </p:sp>
      <p:sp>
        <p:nvSpPr>
          <p:cNvPr id="43011" name="Rectangle 3"/>
          <p:cNvSpPr>
            <a:spLocks noGrp="1"/>
          </p:cNvSpPr>
          <p:nvPr>
            <p:ph idx="1"/>
          </p:nvPr>
        </p:nvSpPr>
        <p:spPr>
          <a:xfrm>
            <a:off x="685800" y="1371600"/>
            <a:ext cx="7772400" cy="5181600"/>
          </a:xfrm>
        </p:spPr>
        <p:txBody>
          <a:bodyPr>
            <a:normAutofit fontScale="92500" lnSpcReduction="20000"/>
          </a:bodyPr>
          <a:lstStyle/>
          <a:p>
            <a:pPr marL="342900" eaLnBrk="1" hangingPunct="1"/>
            <a:r>
              <a:rPr lang="tr-TR" altLang="tr-TR" sz="2000" dirty="0">
                <a:latin typeface="Corbel" panose="020B0503020204020204" pitchFamily="34" charset="0"/>
              </a:rPr>
              <a:t>Nesnelerin belirli bir başlangıç noktasına göre ve belli bir özelliğe sahip oluş derecesi bakımından aralıklarla sıralanmasıdır.</a:t>
            </a:r>
          </a:p>
          <a:p>
            <a:pPr marL="342900"/>
            <a:r>
              <a:rPr lang="tr-TR" altLang="tr-TR" dirty="0">
                <a:solidFill>
                  <a:srgbClr val="FFC000"/>
                </a:solidFill>
                <a:latin typeface="Corbel" panose="020B0503020204020204" pitchFamily="34" charset="0"/>
              </a:rPr>
              <a:t>Anlamlı bir “0 noktası” bu tür ölçümler için söz konusu değildir.  </a:t>
            </a:r>
            <a:r>
              <a:rPr lang="tr-TR" altLang="tr-TR" dirty="0">
                <a:latin typeface="Corbel" panose="020B0503020204020204" pitchFamily="34" charset="0"/>
              </a:rPr>
              <a:t>Bir başka deyişle, “sıfır değeri” (0)  </a:t>
            </a:r>
            <a:r>
              <a:rPr lang="tr-TR" altLang="tr-TR" sz="2000" dirty="0">
                <a:latin typeface="Corbel" panose="020B0503020204020204" pitchFamily="34" charset="0"/>
              </a:rPr>
              <a:t>hiçlik ve yokluk anlamında değildir. Tanımlanmış sıfır noktası keyfidir.</a:t>
            </a:r>
          </a:p>
          <a:p>
            <a:pPr marL="342900"/>
            <a:r>
              <a:rPr lang="tr-TR" altLang="tr-TR" sz="2000" dirty="0">
                <a:latin typeface="Corbel" panose="020B0503020204020204" pitchFamily="34" charset="0"/>
              </a:rPr>
              <a:t>Değerler </a:t>
            </a:r>
            <a:r>
              <a:rPr lang="tr-TR" altLang="tr-TR" sz="2000" dirty="0">
                <a:solidFill>
                  <a:srgbClr val="FFC000"/>
                </a:solidFill>
                <a:latin typeface="Corbel" panose="020B0503020204020204" pitchFamily="34" charset="0"/>
              </a:rPr>
              <a:t>eşit aralıklarla </a:t>
            </a:r>
            <a:r>
              <a:rPr lang="tr-TR" altLang="tr-TR" sz="2000" dirty="0">
                <a:latin typeface="Corbel" panose="020B0503020204020204" pitchFamily="34" charset="0"/>
              </a:rPr>
              <a:t>bölümlenmiştir.</a:t>
            </a:r>
          </a:p>
          <a:p>
            <a:pPr marL="342900" eaLnBrk="1" hangingPunct="1"/>
            <a:r>
              <a:rPr lang="tr-TR" altLang="tr-TR" sz="2000" dirty="0">
                <a:latin typeface="Corbel" panose="020B0503020204020204" pitchFamily="34" charset="0"/>
              </a:rPr>
              <a:t>Standart bir ölçüm biriminin bu tür ölçümlerde kullanılıyor olması sebebiyle, matematiksel olarak </a:t>
            </a:r>
            <a:r>
              <a:rPr lang="tr-TR" altLang="tr-TR" sz="2000" dirty="0">
                <a:solidFill>
                  <a:srgbClr val="FFC000"/>
                </a:solidFill>
                <a:latin typeface="Corbel" panose="020B0503020204020204" pitchFamily="34" charset="0"/>
              </a:rPr>
              <a:t>toplama ve çıkarma işlemlerine </a:t>
            </a:r>
            <a:r>
              <a:rPr lang="tr-TR" altLang="tr-TR" sz="2000" dirty="0">
                <a:latin typeface="Corbel" panose="020B0503020204020204" pitchFamily="34" charset="0"/>
              </a:rPr>
              <a:t>elverişlidirler. </a:t>
            </a:r>
          </a:p>
          <a:p>
            <a:pPr marL="342900" eaLnBrk="1" hangingPunct="1"/>
            <a:r>
              <a:rPr lang="tr-TR" altLang="tr-TR" sz="2000" dirty="0">
                <a:latin typeface="Corbel" panose="020B0503020204020204" pitchFamily="34" charset="0"/>
              </a:rPr>
              <a:t>Ölçümler arasında </a:t>
            </a:r>
            <a:r>
              <a:rPr lang="tr-TR" altLang="tr-TR" sz="2000" dirty="0">
                <a:solidFill>
                  <a:srgbClr val="FFC000"/>
                </a:solidFill>
                <a:latin typeface="Corbel" panose="020B0503020204020204" pitchFamily="34" charset="0"/>
              </a:rPr>
              <a:t>oransallık yoktur. </a:t>
            </a:r>
            <a:r>
              <a:rPr lang="tr-TR" altLang="tr-TR" sz="2000" dirty="0">
                <a:latin typeface="Corbel" panose="020B0503020204020204" pitchFamily="34" charset="0"/>
              </a:rPr>
              <a:t>Merkezi eğilim ölçüleri olarak, </a:t>
            </a:r>
            <a:r>
              <a:rPr lang="tr-TR" altLang="tr-TR" sz="2000" dirty="0">
                <a:solidFill>
                  <a:srgbClr val="FFC000"/>
                </a:solidFill>
                <a:latin typeface="Corbel" panose="020B0503020204020204" pitchFamily="34" charset="0"/>
              </a:rPr>
              <a:t>aritmetik ortalama (</a:t>
            </a:r>
            <a:r>
              <a:rPr lang="tr-TR" altLang="tr-TR" sz="2000" dirty="0" err="1">
                <a:solidFill>
                  <a:srgbClr val="FFC000"/>
                </a:solidFill>
                <a:latin typeface="Corbel" panose="020B0503020204020204" pitchFamily="34" charset="0"/>
              </a:rPr>
              <a:t>mean</a:t>
            </a:r>
            <a:r>
              <a:rPr lang="tr-TR" altLang="tr-TR" sz="2000" dirty="0">
                <a:solidFill>
                  <a:srgbClr val="FFC000"/>
                </a:solidFill>
                <a:latin typeface="Corbel" panose="020B0503020204020204" pitchFamily="34" charset="0"/>
              </a:rPr>
              <a:t>), ortanca(medyan)</a:t>
            </a:r>
            <a:r>
              <a:rPr lang="tr-TR" altLang="tr-TR" sz="2000" dirty="0">
                <a:latin typeface="Corbel" panose="020B0503020204020204" pitchFamily="34" charset="0"/>
              </a:rPr>
              <a:t> ve </a:t>
            </a:r>
            <a:r>
              <a:rPr lang="tr-TR" altLang="tr-TR" sz="2000" dirty="0">
                <a:solidFill>
                  <a:srgbClr val="FFC000"/>
                </a:solidFill>
                <a:latin typeface="Corbel" panose="020B0503020204020204" pitchFamily="34" charset="0"/>
              </a:rPr>
              <a:t>tepe değeri (</a:t>
            </a:r>
            <a:r>
              <a:rPr lang="tr-TR" altLang="tr-TR" sz="2000" dirty="0" err="1">
                <a:solidFill>
                  <a:srgbClr val="FFC000"/>
                </a:solidFill>
                <a:latin typeface="Corbel" panose="020B0503020204020204" pitchFamily="34" charset="0"/>
              </a:rPr>
              <a:t>mod</a:t>
            </a:r>
            <a:r>
              <a:rPr lang="tr-TR" altLang="tr-TR" sz="2000" dirty="0">
                <a:solidFill>
                  <a:srgbClr val="FFC000"/>
                </a:solidFill>
                <a:latin typeface="Corbel" panose="020B0503020204020204" pitchFamily="34" charset="0"/>
              </a:rPr>
              <a:t>) </a:t>
            </a:r>
            <a:r>
              <a:rPr lang="tr-TR" altLang="tr-TR" sz="2000" dirty="0">
                <a:latin typeface="Corbel" panose="020B0503020204020204" pitchFamily="34" charset="0"/>
              </a:rPr>
              <a:t>kullanılabilir.</a:t>
            </a:r>
          </a:p>
          <a:p>
            <a:pPr marL="742950" lvl="1"/>
            <a:r>
              <a:rPr lang="tr-TR" altLang="tr-TR" sz="1800" dirty="0">
                <a:latin typeface="Corbel" panose="020B0503020204020204" pitchFamily="34" charset="0"/>
              </a:rPr>
              <a:t>Örnek: 10 derece sıcaklık 5 derece sıcaklığın 2 katı sıcaklığı ifade etmez. Başka bir deyişle</a:t>
            </a:r>
            <a:r>
              <a:rPr lang="tr-TR" altLang="tr-TR" dirty="0">
                <a:latin typeface="Corbel" panose="020B0503020204020204" pitchFamily="34" charset="0"/>
              </a:rPr>
              <a:t>, </a:t>
            </a:r>
            <a:r>
              <a:rPr lang="tr-TR" altLang="tr-TR" dirty="0" err="1">
                <a:latin typeface="Corbel" panose="020B0503020204020204" pitchFamily="34" charset="0"/>
              </a:rPr>
              <a:t>Başlangıc</a:t>
            </a:r>
            <a:r>
              <a:rPr lang="tr-TR" altLang="tr-TR" dirty="0">
                <a:latin typeface="Corbel" panose="020B0503020204020204" pitchFamily="34" charset="0"/>
              </a:rPr>
              <a:t>̧ ve </a:t>
            </a:r>
            <a:r>
              <a:rPr lang="tr-TR" altLang="tr-TR" dirty="0" err="1">
                <a:latin typeface="Corbel" panose="020B0503020204020204" pitchFamily="34" charset="0"/>
              </a:rPr>
              <a:t>bitis</a:t>
            </a:r>
            <a:r>
              <a:rPr lang="tr-TR" altLang="tr-TR" dirty="0">
                <a:latin typeface="Corbel" panose="020B0503020204020204" pitchFamily="34" charset="0"/>
              </a:rPr>
              <a:t>̧ keyfi </a:t>
            </a:r>
            <a:r>
              <a:rPr lang="tr-TR" altLang="tr-TR" dirty="0" err="1">
                <a:latin typeface="Corbel" panose="020B0503020204020204" pitchFamily="34" charset="0"/>
              </a:rPr>
              <a:t>olduğu</a:t>
            </a:r>
            <a:r>
              <a:rPr lang="tr-TR" altLang="tr-TR" dirty="0">
                <a:latin typeface="Corbel" panose="020B0503020204020204" pitchFamily="34" charset="0"/>
              </a:rPr>
              <a:t> </a:t>
            </a:r>
            <a:r>
              <a:rPr lang="tr-TR" altLang="tr-TR" dirty="0" err="1">
                <a:latin typeface="Corbel" panose="020B0503020204020204" pitchFamily="34" charset="0"/>
              </a:rPr>
              <a:t>için</a:t>
            </a:r>
            <a:r>
              <a:rPr lang="tr-TR" altLang="tr-TR" dirty="0">
                <a:latin typeface="Corbel" panose="020B0503020204020204" pitchFamily="34" charset="0"/>
              </a:rPr>
              <a:t> 10 derece 5 dereceden iki kat sıcak denemez.  </a:t>
            </a:r>
            <a:r>
              <a:rPr lang="tr-TR" altLang="tr-TR" sz="1800" dirty="0">
                <a:latin typeface="Corbel" panose="020B0503020204020204" pitchFamily="34" charset="0"/>
              </a:rPr>
              <a:t>Termometredeki “sıfır” noktası hava sıcaklığının olmadığını göstermez.</a:t>
            </a:r>
          </a:p>
          <a:p>
            <a:pPr marL="742950" lvl="1" eaLnBrk="1" hangingPunct="1"/>
            <a:r>
              <a:rPr lang="tr-TR" altLang="tr-TR" sz="1800" dirty="0">
                <a:latin typeface="Corbel" panose="020B0503020204020204" pitchFamily="34" charset="0"/>
              </a:rPr>
              <a:t>100 ile 110 IQ değeri arasındaki farkın 110-120 IQ değerine eşit olduğundan bahsedilebilir . Ancak “sıfır” </a:t>
            </a:r>
            <a:r>
              <a:rPr lang="tr-TR" altLang="tr-TR" sz="1800" dirty="0" err="1">
                <a:latin typeface="Corbel" panose="020B0503020204020204" pitchFamily="34" charset="0"/>
              </a:rPr>
              <a:t>IQ`lu</a:t>
            </a:r>
            <a:r>
              <a:rPr lang="tr-TR" altLang="tr-TR" sz="1800" dirty="0">
                <a:latin typeface="Corbel" panose="020B0503020204020204" pitchFamily="34" charset="0"/>
              </a:rPr>
              <a:t> birinin zekasının olmadığından söz edilemez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p:cNvSpPr>
          <p:nvPr>
            <p:ph type="title"/>
          </p:nvPr>
        </p:nvSpPr>
        <p:spPr bwMode="auto">
          <a:xfrm>
            <a:off x="685800" y="76200"/>
            <a:ext cx="7772400" cy="1143000"/>
          </a:xfrm>
        </p:spPr>
        <p:txBody>
          <a:bodyPr wrap="square" lIns="91440" tIns="45720" rIns="91440" bIns="45720" numCol="1" anchorCtr="0" compatLnSpc="1">
            <a:prstTxWarp prst="textNoShape">
              <a:avLst/>
            </a:prstTxWarp>
          </a:bodyPr>
          <a:lstStyle/>
          <a:p>
            <a:pPr eaLnBrk="1" hangingPunct="1">
              <a:defRPr/>
            </a:pPr>
            <a:r>
              <a:rPr lang="tr-TR" b="1" dirty="0">
                <a:latin typeface="Century Gothic" panose="020B0502020202020204" pitchFamily="34" charset="0"/>
              </a:rPr>
              <a:t>Oranlı (</a:t>
            </a:r>
            <a:r>
              <a:rPr lang="tr-TR" b="1" dirty="0" err="1">
                <a:latin typeface="Century Gothic" panose="020B0502020202020204" pitchFamily="34" charset="0"/>
              </a:rPr>
              <a:t>Ratio</a:t>
            </a:r>
            <a:r>
              <a:rPr lang="tr-TR" b="1" dirty="0">
                <a:latin typeface="Century Gothic" panose="020B0502020202020204" pitchFamily="34" charset="0"/>
              </a:rPr>
              <a:t>)</a:t>
            </a:r>
          </a:p>
        </p:txBody>
      </p:sp>
      <p:sp>
        <p:nvSpPr>
          <p:cNvPr id="44035" name="Rectangle 3"/>
          <p:cNvSpPr>
            <a:spLocks noGrp="1"/>
          </p:cNvSpPr>
          <p:nvPr>
            <p:ph idx="1"/>
          </p:nvPr>
        </p:nvSpPr>
        <p:spPr>
          <a:xfrm>
            <a:off x="381000" y="1143000"/>
            <a:ext cx="8458200" cy="5310336"/>
          </a:xfrm>
        </p:spPr>
        <p:txBody>
          <a:bodyPr>
            <a:normAutofit fontScale="92500" lnSpcReduction="20000"/>
          </a:bodyPr>
          <a:lstStyle/>
          <a:p>
            <a:pPr marL="342900" eaLnBrk="1" hangingPunct="1"/>
            <a:r>
              <a:rPr lang="tr-TR" altLang="tr-TR" dirty="0">
                <a:latin typeface="Corbel" panose="020B0503020204020204" pitchFamily="34" charset="0"/>
              </a:rPr>
              <a:t>Nesnelerin belirli bir başlangıç noktasına göre ve belli bir özelliğe sahip oluş derecesi bakımından eşit aralıklarla sıralanmasıdır.</a:t>
            </a:r>
          </a:p>
          <a:p>
            <a:pPr marL="342900" eaLnBrk="1" hangingPunct="1"/>
            <a:r>
              <a:rPr lang="tr-TR" altLang="tr-TR" dirty="0">
                <a:latin typeface="Corbel" panose="020B0503020204020204" pitchFamily="34" charset="0"/>
              </a:rPr>
              <a:t>Başlangıç noktası olan 0 (sıfır) noktası </a:t>
            </a:r>
            <a:r>
              <a:rPr lang="tr-TR" altLang="tr-TR" i="1" dirty="0">
                <a:solidFill>
                  <a:srgbClr val="FFC000"/>
                </a:solidFill>
                <a:latin typeface="Corbel" panose="020B0503020204020204" pitchFamily="34" charset="0"/>
              </a:rPr>
              <a:t>gerçek</a:t>
            </a:r>
            <a:r>
              <a:rPr lang="tr-TR" altLang="tr-TR" dirty="0">
                <a:solidFill>
                  <a:srgbClr val="FFC000"/>
                </a:solidFill>
                <a:latin typeface="Corbel" panose="020B0503020204020204" pitchFamily="34" charset="0"/>
              </a:rPr>
              <a:t> bir sıfır noktasıdır</a:t>
            </a:r>
            <a:r>
              <a:rPr lang="tr-TR" altLang="tr-TR" dirty="0">
                <a:latin typeface="Corbel" panose="020B0503020204020204" pitchFamily="34" charset="0"/>
              </a:rPr>
              <a:t>. </a:t>
            </a:r>
          </a:p>
          <a:p>
            <a:pPr marL="742956" lvl="1"/>
            <a:r>
              <a:rPr lang="tr-TR" altLang="tr-TR" dirty="0">
                <a:latin typeface="Corbel" panose="020B0503020204020204" pitchFamily="34" charset="0"/>
              </a:rPr>
              <a:t>Sıfır noktası ölçülen özelliğin yokluğunu, hiçliğini gösterir.</a:t>
            </a:r>
          </a:p>
          <a:p>
            <a:pPr marL="342900" eaLnBrk="1" hangingPunct="1"/>
            <a:r>
              <a:rPr lang="tr-TR" altLang="tr-TR" dirty="0">
                <a:latin typeface="Corbel" panose="020B0503020204020204" pitchFamily="34" charset="0"/>
              </a:rPr>
              <a:t>Daha önce söz edilen ölçüm seviyelerinin tümünün özelliklerinin hem de “anlamlı bir sıfır” noktasının bulunduğu ve orantılar kullanılmasına imkan veren ölçümlerdir. </a:t>
            </a:r>
          </a:p>
          <a:p>
            <a:pPr marL="342900" eaLnBrk="1" hangingPunct="1"/>
            <a:r>
              <a:rPr lang="tr-TR" altLang="tr-TR" dirty="0">
                <a:latin typeface="Corbel" panose="020B0503020204020204" pitchFamily="34" charset="0"/>
              </a:rPr>
              <a:t>Örneğin</a:t>
            </a:r>
          </a:p>
          <a:p>
            <a:pPr marL="742950" lvl="1" eaLnBrk="1" hangingPunct="1"/>
            <a:r>
              <a:rPr lang="tr-TR" altLang="tr-TR" dirty="0">
                <a:latin typeface="Corbel" panose="020B0503020204020204" pitchFamily="34" charset="0"/>
              </a:rPr>
              <a:t>Ağırlık</a:t>
            </a:r>
          </a:p>
          <a:p>
            <a:pPr marL="742950" lvl="1" eaLnBrk="1" hangingPunct="1"/>
            <a:r>
              <a:rPr lang="tr-TR" altLang="tr-TR" dirty="0">
                <a:latin typeface="Corbel" panose="020B0503020204020204" pitchFamily="34" charset="0"/>
              </a:rPr>
              <a:t>Boy </a:t>
            </a:r>
          </a:p>
          <a:p>
            <a:pPr marL="742950" lvl="1" eaLnBrk="1" hangingPunct="1"/>
            <a:r>
              <a:rPr lang="tr-TR" altLang="tr-TR" dirty="0">
                <a:latin typeface="Corbel" panose="020B0503020204020204" pitchFamily="34" charset="0"/>
              </a:rPr>
              <a:t>Harcamalar</a:t>
            </a:r>
          </a:p>
          <a:p>
            <a:pPr marL="1143008" lvl="2"/>
            <a:r>
              <a:rPr lang="tr-TR" altLang="tr-TR" dirty="0">
                <a:latin typeface="Corbel" panose="020B0503020204020204" pitchFamily="34" charset="0"/>
              </a:rPr>
              <a:t>Ör: 50 </a:t>
            </a:r>
            <a:r>
              <a:rPr lang="tr-TR" altLang="tr-TR" dirty="0" err="1">
                <a:latin typeface="Corbel" panose="020B0503020204020204" pitchFamily="34" charset="0"/>
              </a:rPr>
              <a:t>yaşında</a:t>
            </a:r>
            <a:r>
              <a:rPr lang="tr-TR" altLang="tr-TR" dirty="0">
                <a:latin typeface="Corbel" panose="020B0503020204020204" pitchFamily="34" charset="0"/>
              </a:rPr>
              <a:t> olan bir </a:t>
            </a:r>
            <a:r>
              <a:rPr lang="tr-TR" altLang="tr-TR" dirty="0" err="1">
                <a:latin typeface="Corbel" panose="020B0503020204020204" pitchFamily="34" charset="0"/>
              </a:rPr>
              <a:t>kişi</a:t>
            </a:r>
            <a:r>
              <a:rPr lang="tr-TR" altLang="tr-TR" dirty="0">
                <a:latin typeface="Corbel" panose="020B0503020204020204" pitchFamily="34" charset="0"/>
              </a:rPr>
              <a:t> 25 </a:t>
            </a:r>
            <a:r>
              <a:rPr lang="tr-TR" altLang="tr-TR" dirty="0" err="1">
                <a:latin typeface="Corbel" panose="020B0503020204020204" pitchFamily="34" charset="0"/>
              </a:rPr>
              <a:t>yaşında</a:t>
            </a:r>
            <a:r>
              <a:rPr lang="tr-TR" altLang="tr-TR" dirty="0">
                <a:latin typeface="Corbel" panose="020B0503020204020204" pitchFamily="34" charset="0"/>
              </a:rPr>
              <a:t> olan bir </a:t>
            </a:r>
            <a:r>
              <a:rPr lang="tr-TR" altLang="tr-TR" dirty="0" err="1">
                <a:latin typeface="Corbel" panose="020B0503020204020204" pitchFamily="34" charset="0"/>
              </a:rPr>
              <a:t>kişiden</a:t>
            </a:r>
            <a:r>
              <a:rPr lang="tr-TR" altLang="tr-TR" dirty="0">
                <a:latin typeface="Corbel" panose="020B0503020204020204" pitchFamily="34" charset="0"/>
              </a:rPr>
              <a:t> 2 kat daha </a:t>
            </a:r>
            <a:r>
              <a:rPr lang="tr-TR" altLang="tr-TR" dirty="0" err="1">
                <a:latin typeface="Corbel" panose="020B0503020204020204" pitchFamily="34" charset="0"/>
              </a:rPr>
              <a:t>yaşlıdır</a:t>
            </a:r>
            <a:r>
              <a:rPr lang="tr-TR" altLang="tr-TR" dirty="0">
                <a:latin typeface="Corbel" panose="020B0503020204020204" pitchFamily="34" charset="0"/>
              </a:rPr>
              <a:t>. </a:t>
            </a:r>
          </a:p>
          <a:p>
            <a:pPr marL="1143008" lvl="2"/>
            <a:r>
              <a:rPr lang="tr-TR" altLang="tr-TR" dirty="0">
                <a:latin typeface="Corbel" panose="020B0503020204020204" pitchFamily="34" charset="0"/>
              </a:rPr>
              <a:t>Yılda 100 bin lira kazanan </a:t>
            </a:r>
            <a:r>
              <a:rPr lang="tr-TR" altLang="tr-TR" dirty="0" err="1">
                <a:latin typeface="Corbel" panose="020B0503020204020204" pitchFamily="34" charset="0"/>
              </a:rPr>
              <a:t>kişi</a:t>
            </a:r>
            <a:r>
              <a:rPr lang="tr-TR" altLang="tr-TR" dirty="0">
                <a:latin typeface="Corbel" panose="020B0503020204020204" pitchFamily="34" charset="0"/>
              </a:rPr>
              <a:t> yılda 20 bin lira kazanan </a:t>
            </a:r>
            <a:r>
              <a:rPr lang="tr-TR" altLang="tr-TR" dirty="0" err="1">
                <a:latin typeface="Corbel" panose="020B0503020204020204" pitchFamily="34" charset="0"/>
              </a:rPr>
              <a:t>kişiden</a:t>
            </a:r>
            <a:r>
              <a:rPr lang="tr-TR" altLang="tr-TR" dirty="0">
                <a:latin typeface="Corbel" panose="020B0503020204020204" pitchFamily="34" charset="0"/>
              </a:rPr>
              <a:t> 5 kat fazla kazanıyor. </a:t>
            </a:r>
          </a:p>
          <a:p>
            <a:pPr marL="742950" lvl="1" eaLnBrk="1" hangingPunct="1"/>
            <a:endParaRPr lang="tr-TR" altLang="tr-TR" dirty="0">
              <a:latin typeface="Corbel" panose="020B0503020204020204" pitchFamily="34" charset="0"/>
            </a:endParaRPr>
          </a:p>
          <a:p>
            <a:pPr marL="342900" algn="just" eaLnBrk="1" hangingPunct="1"/>
            <a:r>
              <a:rPr lang="tr-TR" altLang="tr-TR" dirty="0">
                <a:latin typeface="Corbel" panose="020B0503020204020204" pitchFamily="34" charset="0"/>
              </a:rPr>
              <a:t>Dört işlem yapılmasına uygundurlar. Merkezi eğilim ölçüsü olarak; </a:t>
            </a:r>
            <a:r>
              <a:rPr lang="tr-TR" altLang="tr-TR" dirty="0">
                <a:solidFill>
                  <a:srgbClr val="FFC000"/>
                </a:solidFill>
                <a:latin typeface="Corbel" panose="020B0503020204020204" pitchFamily="34" charset="0"/>
              </a:rPr>
              <a:t>aritmetik ortalama, ortanca, </a:t>
            </a:r>
            <a:r>
              <a:rPr lang="tr-TR" altLang="tr-TR" dirty="0">
                <a:latin typeface="Corbel" panose="020B0503020204020204" pitchFamily="34" charset="0"/>
              </a:rPr>
              <a:t>ve</a:t>
            </a:r>
            <a:r>
              <a:rPr lang="tr-TR" altLang="tr-TR" dirty="0">
                <a:solidFill>
                  <a:srgbClr val="FFC000"/>
                </a:solidFill>
                <a:latin typeface="Corbel" panose="020B0503020204020204" pitchFamily="34" charset="0"/>
              </a:rPr>
              <a:t> tepe değeri  </a:t>
            </a:r>
            <a:r>
              <a:rPr lang="tr-TR" altLang="tr-TR" dirty="0">
                <a:latin typeface="Corbel" panose="020B0503020204020204" pitchFamily="34" charset="0"/>
              </a:rPr>
              <a:t>hesaplanmasına imkan verir.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5" name="Rectangle 7"/>
          <p:cNvSpPr>
            <a:spLocks noGrp="1"/>
          </p:cNvSpPr>
          <p:nvPr>
            <p:ph type="title"/>
          </p:nvPr>
        </p:nvSpPr>
        <p:spPr bwMode="auto"/>
        <p:txBody>
          <a:bodyPr wrap="square" lIns="91440" tIns="45720" rIns="91440" bIns="45720" numCol="1" anchorCtr="0" compatLnSpc="1">
            <a:prstTxWarp prst="textNoShape">
              <a:avLst/>
            </a:prstTxWarp>
          </a:bodyPr>
          <a:lstStyle/>
          <a:p>
            <a:pPr eaLnBrk="1" hangingPunct="1">
              <a:defRPr/>
            </a:pPr>
            <a:r>
              <a:rPr lang="tr-TR">
                <a:latin typeface="Consolas" pitchFamily="49" charset="0"/>
              </a:rPr>
              <a:t>Değişken Tipleri...</a:t>
            </a:r>
          </a:p>
        </p:txBody>
      </p:sp>
      <p:sp>
        <p:nvSpPr>
          <p:cNvPr id="47106" name="Content Placeholder 2"/>
          <p:cNvSpPr>
            <a:spLocks noGrp="1"/>
          </p:cNvSpPr>
          <p:nvPr>
            <p:ph idx="1"/>
          </p:nvPr>
        </p:nvSpPr>
        <p:spPr>
          <a:xfrm>
            <a:off x="500063" y="1428750"/>
            <a:ext cx="8153400" cy="2928938"/>
          </a:xfrm>
        </p:spPr>
        <p:txBody>
          <a:bodyPr>
            <a:normAutofit/>
          </a:bodyPr>
          <a:lstStyle/>
          <a:p>
            <a:pPr marL="319088" indent="-319088" eaLnBrk="1" hangingPunct="1"/>
            <a:r>
              <a:rPr lang="tr-TR" altLang="tr-TR" sz="2200" dirty="0">
                <a:solidFill>
                  <a:srgbClr val="FFC000"/>
                </a:solidFill>
                <a:latin typeface="Corbel" panose="020B0503020204020204" pitchFamily="34" charset="0"/>
                <a:cs typeface="Arial" panose="020B0604020202020204" pitchFamily="34" charset="0"/>
              </a:rPr>
              <a:t>Bağımlı değişken (Sonuç/Çıktı Değişkeni)</a:t>
            </a:r>
          </a:p>
          <a:p>
            <a:pPr marL="719144" lvl="1" indent="-319088"/>
            <a:r>
              <a:rPr lang="tr-TR" altLang="tr-TR" dirty="0" err="1">
                <a:latin typeface="Corbel" panose="020B0503020204020204" pitchFamily="34" charset="0"/>
                <a:cs typeface="Arial" panose="020B0604020202020204" pitchFamily="34" charset="0"/>
              </a:rPr>
              <a:t>Başka</a:t>
            </a:r>
            <a:r>
              <a:rPr lang="tr-TR" altLang="tr-TR" dirty="0">
                <a:latin typeface="Corbel" panose="020B0503020204020204" pitchFamily="34" charset="0"/>
                <a:cs typeface="Arial" panose="020B0604020202020204" pitchFamily="34" charset="0"/>
              </a:rPr>
              <a:t> </a:t>
            </a:r>
            <a:r>
              <a:rPr lang="tr-TR" altLang="tr-TR" dirty="0" err="1">
                <a:latin typeface="Corbel" panose="020B0503020204020204" pitchFamily="34" charset="0"/>
                <a:cs typeface="Arial" panose="020B0604020202020204" pitchFamily="34" charset="0"/>
              </a:rPr>
              <a:t>değişkenlere</a:t>
            </a:r>
            <a:r>
              <a:rPr lang="tr-TR" altLang="tr-TR" dirty="0">
                <a:latin typeface="Corbel" panose="020B0503020204020204" pitchFamily="34" charset="0"/>
                <a:cs typeface="Arial" panose="020B0604020202020204" pitchFamily="34" charset="0"/>
              </a:rPr>
              <a:t> </a:t>
            </a:r>
            <a:r>
              <a:rPr lang="tr-TR" altLang="tr-TR" dirty="0" err="1">
                <a:latin typeface="Corbel" panose="020B0503020204020204" pitchFamily="34" charset="0"/>
                <a:cs typeface="Arial" panose="020B0604020202020204" pitchFamily="34" charset="0"/>
              </a:rPr>
              <a:t>göre</a:t>
            </a:r>
            <a:r>
              <a:rPr lang="tr-TR" altLang="tr-TR" dirty="0">
                <a:latin typeface="Corbel" panose="020B0503020204020204" pitchFamily="34" charset="0"/>
                <a:cs typeface="Arial" panose="020B0604020202020204" pitchFamily="34" charset="0"/>
              </a:rPr>
              <a:t> </a:t>
            </a:r>
            <a:r>
              <a:rPr lang="tr-TR" altLang="tr-TR" dirty="0" err="1">
                <a:latin typeface="Corbel" panose="020B0503020204020204" pitchFamily="34" charset="0"/>
                <a:cs typeface="Arial" panose="020B0604020202020204" pitchFamily="34" charset="0"/>
              </a:rPr>
              <a:t>değişimi</a:t>
            </a:r>
            <a:r>
              <a:rPr lang="tr-TR" altLang="tr-TR" dirty="0">
                <a:latin typeface="Corbel" panose="020B0503020204020204" pitchFamily="34" charset="0"/>
                <a:cs typeface="Arial" panose="020B0604020202020204" pitchFamily="34" charset="0"/>
              </a:rPr>
              <a:t> incelenen </a:t>
            </a:r>
          </a:p>
          <a:p>
            <a:pPr marL="719144" lvl="1" indent="-319088"/>
            <a:r>
              <a:rPr lang="tr-TR" altLang="tr-TR" dirty="0">
                <a:latin typeface="Corbel" panose="020B0503020204020204" pitchFamily="34" charset="0"/>
                <a:cs typeface="Arial" panose="020B0604020202020204" pitchFamily="34" charset="0"/>
              </a:rPr>
              <a:t>Araştırmanın asıl çıktısı (Araştırmacının temel olarak ilgilendiği değişken)</a:t>
            </a:r>
          </a:p>
          <a:p>
            <a:pPr marL="719144" lvl="1" indent="-319088"/>
            <a:r>
              <a:rPr lang="tr-TR" altLang="tr-TR" dirty="0">
                <a:latin typeface="Corbel" panose="020B0503020204020204" pitchFamily="34" charset="0"/>
                <a:cs typeface="Arial" panose="020B0604020202020204" pitchFamily="34" charset="0"/>
              </a:rPr>
              <a:t> Amaç bu değişkendeki değişimi açıklamaktır</a:t>
            </a:r>
          </a:p>
          <a:p>
            <a:pPr marL="319088" indent="-319088" eaLnBrk="1" hangingPunct="1"/>
            <a:r>
              <a:rPr lang="tr-TR" altLang="tr-TR" sz="2200" dirty="0">
                <a:solidFill>
                  <a:srgbClr val="FFC000"/>
                </a:solidFill>
                <a:latin typeface="Corbel" panose="020B0503020204020204" pitchFamily="34" charset="0"/>
                <a:cs typeface="Arial" panose="020B0604020202020204" pitchFamily="34" charset="0"/>
              </a:rPr>
              <a:t>Bağımsız değişken (</a:t>
            </a:r>
            <a:r>
              <a:rPr lang="tr-TR" altLang="tr-TR" sz="2200" dirty="0" err="1">
                <a:solidFill>
                  <a:srgbClr val="FFC000"/>
                </a:solidFill>
                <a:latin typeface="Corbel" panose="020B0503020204020204" pitchFamily="34" charset="0"/>
                <a:cs typeface="Arial" panose="020B0604020202020204" pitchFamily="34" charset="0"/>
              </a:rPr>
              <a:t>Yordayıcı</a:t>
            </a:r>
            <a:r>
              <a:rPr lang="tr-TR" altLang="tr-TR" sz="2200" dirty="0">
                <a:solidFill>
                  <a:srgbClr val="FFC000"/>
                </a:solidFill>
                <a:latin typeface="Corbel" panose="020B0503020204020204" pitchFamily="34" charset="0"/>
                <a:cs typeface="Arial" panose="020B0604020202020204" pitchFamily="34" charset="0"/>
              </a:rPr>
              <a:t>/Tahmin Değişkeni)</a:t>
            </a:r>
          </a:p>
          <a:p>
            <a:pPr marL="719144" lvl="1" indent="-319088"/>
            <a:r>
              <a:rPr lang="tr-TR" altLang="tr-TR" dirty="0">
                <a:solidFill>
                  <a:srgbClr val="FFC000"/>
                </a:solidFill>
                <a:latin typeface="Corbel" panose="020B0503020204020204" pitchFamily="34" charset="0"/>
                <a:cs typeface="Arial" panose="020B0604020202020204" pitchFamily="34" charset="0"/>
              </a:rPr>
              <a:t> </a:t>
            </a:r>
            <a:r>
              <a:rPr lang="tr-TR" altLang="tr-TR" dirty="0">
                <a:latin typeface="Corbel" panose="020B0503020204020204" pitchFamily="34" charset="0"/>
                <a:cs typeface="Arial" panose="020B0604020202020204" pitchFamily="34" charset="0"/>
              </a:rPr>
              <a:t>Bağımlı değişkeni etkileyen ve bağımlı değişkendeki değişimin  nedeni olduğu düşünülen değişken</a:t>
            </a:r>
          </a:p>
        </p:txBody>
      </p:sp>
      <p:sp>
        <p:nvSpPr>
          <p:cNvPr id="2" name="Rectangle 1">
            <a:extLst>
              <a:ext uri="{FF2B5EF4-FFF2-40B4-BE49-F238E27FC236}">
                <a16:creationId xmlns:a16="http://schemas.microsoft.com/office/drawing/2014/main" id="{9B1D01F7-0BC9-7041-8836-622F9927D014}"/>
              </a:ext>
            </a:extLst>
          </p:cNvPr>
          <p:cNvSpPr/>
          <p:nvPr/>
        </p:nvSpPr>
        <p:spPr>
          <a:xfrm>
            <a:off x="827583" y="4774066"/>
            <a:ext cx="7825879" cy="1477328"/>
          </a:xfrm>
          <a:prstGeom prst="rect">
            <a:avLst/>
          </a:prstGeom>
        </p:spPr>
        <p:txBody>
          <a:bodyPr wrap="square">
            <a:spAutoFit/>
          </a:bodyPr>
          <a:lstStyle/>
          <a:p>
            <a:r>
              <a:rPr lang="tr-TR" sz="1800" i="1" dirty="0">
                <a:latin typeface="Arial" panose="020B0604020202020204" pitchFamily="34" charset="0"/>
                <a:cs typeface="Arial" panose="020B0604020202020204" pitchFamily="34" charset="0"/>
              </a:rPr>
              <a:t>Örneğin, öğrencilerin test puanları üzerindeki etkileri inceleyen bir araştırmada, ders çalışmak bağımsız bir değişken olacaktır. Araştırmacılar, bağımsız değişkendeki (çalışma veya çalışma süresi) değişikliklerin bağımlı değişkende (test sonuçları) önemli değişikliklere yol açıp açmadığını belirlemeye çalışacaklardır.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911" y="126937"/>
            <a:ext cx="7055380" cy="873864"/>
          </a:xfrm>
        </p:spPr>
        <p:txBody>
          <a:bodyPr/>
          <a:lstStyle/>
          <a:p>
            <a:r>
              <a:rPr lang="en-US" dirty="0" err="1"/>
              <a:t>Değişkenler</a:t>
            </a:r>
            <a:endParaRPr lang="en-US" dirty="0"/>
          </a:p>
        </p:txBody>
      </p:sp>
      <p:sp>
        <p:nvSpPr>
          <p:cNvPr id="3" name="Content Placeholder 2"/>
          <p:cNvSpPr>
            <a:spLocks noGrp="1"/>
          </p:cNvSpPr>
          <p:nvPr>
            <p:ph idx="1"/>
          </p:nvPr>
        </p:nvSpPr>
        <p:spPr>
          <a:xfrm>
            <a:off x="28507" y="1131242"/>
            <a:ext cx="8659290" cy="3453740"/>
          </a:xfrm>
        </p:spPr>
        <p:txBody>
          <a:bodyPr>
            <a:noAutofit/>
          </a:bodyPr>
          <a:lstStyle/>
          <a:p>
            <a:pPr marL="0" indent="0">
              <a:buNone/>
            </a:pPr>
            <a:r>
              <a:rPr lang="tr-TR" altLang="tr-TR" sz="1800" b="1" dirty="0">
                <a:solidFill>
                  <a:srgbClr val="FFC000"/>
                </a:solidFill>
                <a:latin typeface="Calibri" charset="0"/>
                <a:ea typeface="Calibri" charset="0"/>
                <a:cs typeface="Calibri" charset="0"/>
              </a:rPr>
              <a:t>Düzenleyici (</a:t>
            </a:r>
            <a:r>
              <a:rPr lang="tr-TR" altLang="tr-TR" sz="1800" b="1" dirty="0" err="1">
                <a:solidFill>
                  <a:srgbClr val="FFC000"/>
                </a:solidFill>
                <a:latin typeface="Calibri" charset="0"/>
                <a:ea typeface="Calibri" charset="0"/>
                <a:cs typeface="Calibri" charset="0"/>
              </a:rPr>
              <a:t>Moderatör</a:t>
            </a:r>
            <a:r>
              <a:rPr lang="tr-TR" altLang="tr-TR" sz="1800" b="1" dirty="0">
                <a:solidFill>
                  <a:srgbClr val="FFC000"/>
                </a:solidFill>
                <a:latin typeface="Calibri" charset="0"/>
                <a:ea typeface="Calibri" charset="0"/>
                <a:cs typeface="Calibri" charset="0"/>
              </a:rPr>
              <a:t>-Katalizör) Değişken </a:t>
            </a:r>
            <a:endParaRPr lang="tr-TR" altLang="tr-TR" sz="1800" dirty="0">
              <a:latin typeface="Calibri" charset="0"/>
              <a:ea typeface="Calibri" charset="0"/>
              <a:cs typeface="Calibri" charset="0"/>
            </a:endParaRPr>
          </a:p>
          <a:p>
            <a:pPr lvl="1"/>
            <a:r>
              <a:rPr lang="tr-TR" altLang="tr-TR" dirty="0">
                <a:latin typeface="Calibri" charset="0"/>
                <a:ea typeface="Calibri" charset="0"/>
                <a:cs typeface="Calibri" charset="0"/>
              </a:rPr>
              <a:t>Bağımsız- bağımlı değişken arasındaki ilişkinin yönünü ve/veya şiddetini etkileyebilen değişken. </a:t>
            </a:r>
          </a:p>
          <a:p>
            <a:pPr lvl="1"/>
            <a:r>
              <a:rPr lang="tr-TR" altLang="tr-TR" dirty="0">
                <a:latin typeface="Calibri" charset="0"/>
                <a:ea typeface="Calibri" charset="0"/>
                <a:cs typeface="Calibri" charset="0"/>
              </a:rPr>
              <a:t>Yönlendirici veya biçimlendirici olarak da adlandırılmaktadır</a:t>
            </a:r>
          </a:p>
          <a:p>
            <a:pPr lvl="1"/>
            <a:r>
              <a:rPr lang="tr-TR" altLang="tr-TR" dirty="0">
                <a:latin typeface="Calibri" charset="0"/>
                <a:ea typeface="Calibri" charset="0"/>
                <a:cs typeface="Calibri" charset="0"/>
              </a:rPr>
              <a:t>Ne zaman sorusuna cevap verir</a:t>
            </a:r>
          </a:p>
          <a:p>
            <a:pPr lvl="1"/>
            <a:r>
              <a:rPr lang="tr-TR" altLang="tr-TR" dirty="0">
                <a:latin typeface="Calibri" charset="0"/>
                <a:ea typeface="Calibri" charset="0"/>
                <a:cs typeface="Calibri" charset="0"/>
              </a:rPr>
              <a:t>Durumsal etkiye sahiptir.</a:t>
            </a:r>
          </a:p>
          <a:p>
            <a:pPr lvl="2"/>
            <a:r>
              <a:rPr lang="tr-TR" altLang="tr-TR" dirty="0">
                <a:latin typeface="Calibri" charset="0"/>
                <a:ea typeface="Calibri" charset="0"/>
                <a:cs typeface="Calibri" charset="0"/>
              </a:rPr>
              <a:t>Bağımlı değişkenin bağımsız değişkenle hangi durumlarda ilişki olduğu</a:t>
            </a:r>
          </a:p>
          <a:p>
            <a:pPr lvl="2"/>
            <a:r>
              <a:rPr lang="tr-TR" altLang="tr-TR" dirty="0">
                <a:latin typeface="Calibri" charset="0"/>
                <a:ea typeface="Calibri" charset="0"/>
                <a:cs typeface="Calibri" charset="0"/>
              </a:rPr>
              <a:t>Düzenleyicilik etkileşimsel etkiye (</a:t>
            </a:r>
            <a:r>
              <a:rPr lang="tr-TR" altLang="tr-TR" dirty="0" err="1">
                <a:latin typeface="Calibri" charset="0"/>
                <a:ea typeface="Calibri" charset="0"/>
                <a:cs typeface="Calibri" charset="0"/>
              </a:rPr>
              <a:t>interaction</a:t>
            </a:r>
            <a:r>
              <a:rPr lang="tr-TR" altLang="tr-TR" dirty="0">
                <a:latin typeface="Calibri" charset="0"/>
                <a:ea typeface="Calibri" charset="0"/>
                <a:cs typeface="Calibri" charset="0"/>
              </a:rPr>
              <a:t> </a:t>
            </a:r>
            <a:r>
              <a:rPr lang="tr-TR" altLang="tr-TR" dirty="0" err="1">
                <a:latin typeface="Calibri" charset="0"/>
                <a:ea typeface="Calibri" charset="0"/>
                <a:cs typeface="Calibri" charset="0"/>
              </a:rPr>
              <a:t>effect</a:t>
            </a:r>
            <a:r>
              <a:rPr lang="tr-TR" altLang="tr-TR" dirty="0">
                <a:latin typeface="Calibri" charset="0"/>
                <a:ea typeface="Calibri" charset="0"/>
                <a:cs typeface="Calibri" charset="0"/>
              </a:rPr>
              <a:t>) vurgu yapar</a:t>
            </a:r>
          </a:p>
          <a:p>
            <a:endParaRPr lang="en-US" sz="1800" dirty="0">
              <a:latin typeface="Calibri" charset="0"/>
              <a:ea typeface="Calibri" charset="0"/>
              <a:cs typeface="Calibri" charset="0"/>
            </a:endParaRPr>
          </a:p>
        </p:txBody>
      </p:sp>
      <p:grpSp>
        <p:nvGrpSpPr>
          <p:cNvPr id="4" name="Group 3">
            <a:extLst>
              <a:ext uri="{FF2B5EF4-FFF2-40B4-BE49-F238E27FC236}">
                <a16:creationId xmlns:a16="http://schemas.microsoft.com/office/drawing/2014/main" id="{67A11089-5630-D644-BEB3-7C112547B42E}"/>
              </a:ext>
            </a:extLst>
          </p:cNvPr>
          <p:cNvGrpSpPr/>
          <p:nvPr/>
        </p:nvGrpSpPr>
        <p:grpSpPr>
          <a:xfrm>
            <a:off x="1043608" y="4572912"/>
            <a:ext cx="6048672" cy="1835444"/>
            <a:chOff x="1759433" y="4893407"/>
            <a:chExt cx="5787479" cy="1835444"/>
          </a:xfrm>
        </p:grpSpPr>
        <p:sp>
          <p:nvSpPr>
            <p:cNvPr id="5" name="TextBox 4">
              <a:extLst>
                <a:ext uri="{FF2B5EF4-FFF2-40B4-BE49-F238E27FC236}">
                  <a16:creationId xmlns:a16="http://schemas.microsoft.com/office/drawing/2014/main" id="{129BEE72-BE6B-8048-B8AB-63544D7C3D86}"/>
                </a:ext>
              </a:extLst>
            </p:cNvPr>
            <p:cNvSpPr txBox="1"/>
            <p:nvPr/>
          </p:nvSpPr>
          <p:spPr>
            <a:xfrm>
              <a:off x="1759433" y="5721901"/>
              <a:ext cx="1971559" cy="52322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1400" dirty="0" err="1">
                  <a:latin typeface="Arial Hebrew" charset="-79"/>
                  <a:ea typeface="Arial Hebrew" charset="-79"/>
                  <a:cs typeface="Arial Hebrew" charset="-79"/>
                </a:rPr>
                <a:t>Bağımsız</a:t>
              </a:r>
              <a:r>
                <a:rPr lang="en-US" sz="1400" dirty="0">
                  <a:latin typeface="Arial Hebrew" charset="-79"/>
                  <a:ea typeface="Arial Hebrew" charset="-79"/>
                  <a:cs typeface="Arial Hebrew" charset="-79"/>
                </a:rPr>
                <a:t> </a:t>
              </a:r>
              <a:r>
                <a:rPr lang="en-US" sz="1400" dirty="0" err="1">
                  <a:latin typeface="Arial Hebrew" charset="-79"/>
                  <a:ea typeface="Arial Hebrew" charset="-79"/>
                  <a:cs typeface="Arial Hebrew" charset="-79"/>
                </a:rPr>
                <a:t>Değişken</a:t>
              </a:r>
              <a:endParaRPr lang="en-US" sz="1400" dirty="0">
                <a:latin typeface="Arial Hebrew" charset="-79"/>
                <a:ea typeface="Arial Hebrew" charset="-79"/>
                <a:cs typeface="Arial Hebrew" charset="-79"/>
              </a:endParaRPr>
            </a:p>
            <a:p>
              <a:pPr algn="ctr"/>
              <a:r>
                <a:rPr lang="en-US" sz="1400" dirty="0">
                  <a:latin typeface="Arial Hebrew" charset="-79"/>
                  <a:ea typeface="Arial Hebrew" charset="-79"/>
                  <a:cs typeface="Arial Hebrew" charset="-79"/>
                </a:rPr>
                <a:t>(X)</a:t>
              </a:r>
            </a:p>
          </p:txBody>
        </p:sp>
        <p:sp>
          <p:nvSpPr>
            <p:cNvPr id="6" name="TextBox 5">
              <a:extLst>
                <a:ext uri="{FF2B5EF4-FFF2-40B4-BE49-F238E27FC236}">
                  <a16:creationId xmlns:a16="http://schemas.microsoft.com/office/drawing/2014/main" id="{D11475BB-A10B-E14A-A53A-EF2A38E2961F}"/>
                </a:ext>
              </a:extLst>
            </p:cNvPr>
            <p:cNvSpPr txBox="1"/>
            <p:nvPr/>
          </p:nvSpPr>
          <p:spPr>
            <a:xfrm>
              <a:off x="6098064" y="5725052"/>
              <a:ext cx="1448848" cy="523220"/>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sz="1400" dirty="0" err="1">
                  <a:latin typeface="Arial Hebrew" charset="-79"/>
                  <a:ea typeface="Arial Hebrew" charset="-79"/>
                  <a:cs typeface="Arial Hebrew" charset="-79"/>
                </a:rPr>
                <a:t>Bağımlı</a:t>
              </a:r>
              <a:r>
                <a:rPr lang="en-US" sz="1400" dirty="0">
                  <a:latin typeface="Arial Hebrew" charset="-79"/>
                  <a:ea typeface="Arial Hebrew" charset="-79"/>
                  <a:cs typeface="Arial Hebrew" charset="-79"/>
                </a:rPr>
                <a:t> </a:t>
              </a:r>
              <a:r>
                <a:rPr lang="en-US" sz="1400" dirty="0" err="1">
                  <a:latin typeface="Arial Hebrew" charset="-79"/>
                  <a:ea typeface="Arial Hebrew" charset="-79"/>
                  <a:cs typeface="Arial Hebrew" charset="-79"/>
                </a:rPr>
                <a:t>Değişken</a:t>
              </a:r>
              <a:endParaRPr lang="en-US" sz="1400" dirty="0">
                <a:latin typeface="Arial Hebrew" charset="-79"/>
                <a:ea typeface="Arial Hebrew" charset="-79"/>
                <a:cs typeface="Arial Hebrew" charset="-79"/>
              </a:endParaRPr>
            </a:p>
            <a:p>
              <a:pPr algn="ctr"/>
              <a:r>
                <a:rPr lang="en-US" sz="1400" dirty="0">
                  <a:latin typeface="Arial Hebrew" charset="-79"/>
                  <a:ea typeface="Arial Hebrew" charset="-79"/>
                  <a:cs typeface="Arial Hebrew" charset="-79"/>
                </a:rPr>
                <a:t>(Y)</a:t>
              </a:r>
            </a:p>
          </p:txBody>
        </p:sp>
        <p:sp>
          <p:nvSpPr>
            <p:cNvPr id="7" name="TextBox 6">
              <a:extLst>
                <a:ext uri="{FF2B5EF4-FFF2-40B4-BE49-F238E27FC236}">
                  <a16:creationId xmlns:a16="http://schemas.microsoft.com/office/drawing/2014/main" id="{B7D1B025-BB52-DE43-861F-AB889CA22369}"/>
                </a:ext>
              </a:extLst>
            </p:cNvPr>
            <p:cNvSpPr txBox="1"/>
            <p:nvPr/>
          </p:nvSpPr>
          <p:spPr>
            <a:xfrm>
              <a:off x="3756569" y="4893407"/>
              <a:ext cx="2353151"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1400" dirty="0" err="1">
                  <a:latin typeface="Arial Hebrew" charset="-79"/>
                  <a:ea typeface="Arial Hebrew" charset="-79"/>
                  <a:cs typeface="Arial Hebrew" charset="-79"/>
                </a:rPr>
                <a:t>Düzenleyici</a:t>
              </a:r>
              <a:r>
                <a:rPr lang="en-US" sz="1400" dirty="0">
                  <a:latin typeface="Arial Hebrew" charset="-79"/>
                  <a:ea typeface="Arial Hebrew" charset="-79"/>
                  <a:cs typeface="Arial Hebrew" charset="-79"/>
                </a:rPr>
                <a:t> </a:t>
              </a:r>
              <a:r>
                <a:rPr lang="en-US" sz="1400" dirty="0" err="1">
                  <a:latin typeface="Arial Hebrew" charset="-79"/>
                  <a:ea typeface="Arial Hebrew" charset="-79"/>
                  <a:cs typeface="Arial Hebrew" charset="-79"/>
                </a:rPr>
                <a:t>Değişken</a:t>
              </a:r>
              <a:r>
                <a:rPr lang="en-US" sz="1400" dirty="0">
                  <a:latin typeface="Arial Hebrew" charset="-79"/>
                  <a:ea typeface="Arial Hebrew" charset="-79"/>
                  <a:cs typeface="Arial Hebrew" charset="-79"/>
                </a:rPr>
                <a:t> </a:t>
              </a:r>
            </a:p>
            <a:p>
              <a:pPr algn="ctr"/>
              <a:r>
                <a:rPr lang="en-US" sz="1400" dirty="0">
                  <a:latin typeface="Arial Hebrew" charset="-79"/>
                  <a:ea typeface="Arial Hebrew" charset="-79"/>
                  <a:cs typeface="Arial Hebrew" charset="-79"/>
                </a:rPr>
                <a:t>(D)</a:t>
              </a:r>
              <a:endParaRPr lang="en-US" sz="1200" dirty="0">
                <a:latin typeface="Arial Hebrew" charset="-79"/>
                <a:ea typeface="Arial Hebrew" charset="-79"/>
                <a:cs typeface="Arial Hebrew" charset="-79"/>
              </a:endParaRPr>
            </a:p>
          </p:txBody>
        </p:sp>
        <p:cxnSp>
          <p:nvCxnSpPr>
            <p:cNvPr id="8" name="Straight Arrow Connector 7">
              <a:extLst>
                <a:ext uri="{FF2B5EF4-FFF2-40B4-BE49-F238E27FC236}">
                  <a16:creationId xmlns:a16="http://schemas.microsoft.com/office/drawing/2014/main" id="{86347AF7-378D-8143-991E-58A351FCE103}"/>
                </a:ext>
              </a:extLst>
            </p:cNvPr>
            <p:cNvCxnSpPr/>
            <p:nvPr/>
          </p:nvCxnSpPr>
          <p:spPr>
            <a:xfrm>
              <a:off x="3853410" y="5983511"/>
              <a:ext cx="2153102" cy="0"/>
            </a:xfrm>
            <a:prstGeom prst="straightConnector1">
              <a:avLst/>
            </a:prstGeom>
            <a:ln>
              <a:solidFill>
                <a:srgbClr val="FFC000"/>
              </a:solidFill>
              <a:headEnd type="none" w="med" len="med"/>
              <a:tailEnd type="stealth" w="lg" len="lg"/>
            </a:ln>
          </p:spPr>
          <p:style>
            <a:lnRef idx="3">
              <a:schemeClr val="accent3"/>
            </a:lnRef>
            <a:fillRef idx="0">
              <a:schemeClr val="accent3"/>
            </a:fillRef>
            <a:effectRef idx="2">
              <a:schemeClr val="accent3"/>
            </a:effectRef>
            <a:fontRef idx="minor">
              <a:schemeClr val="tx1"/>
            </a:fontRef>
          </p:style>
        </p:cxnSp>
        <p:cxnSp>
          <p:nvCxnSpPr>
            <p:cNvPr id="9" name="Straight Arrow Connector 8">
              <a:extLst>
                <a:ext uri="{FF2B5EF4-FFF2-40B4-BE49-F238E27FC236}">
                  <a16:creationId xmlns:a16="http://schemas.microsoft.com/office/drawing/2014/main" id="{E981D1F0-2E41-2840-9727-2B55FFD12F15}"/>
                </a:ext>
              </a:extLst>
            </p:cNvPr>
            <p:cNvCxnSpPr/>
            <p:nvPr/>
          </p:nvCxnSpPr>
          <p:spPr>
            <a:xfrm>
              <a:off x="4971830" y="5416627"/>
              <a:ext cx="0" cy="544021"/>
            </a:xfrm>
            <a:prstGeom prst="straightConnector1">
              <a:avLst/>
            </a:prstGeom>
            <a:ln w="38100">
              <a:solidFill>
                <a:schemeClr val="accent6"/>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27665C1-A820-3441-90AD-304875AA5E8C}"/>
                </a:ext>
              </a:extLst>
            </p:cNvPr>
            <p:cNvSpPr txBox="1"/>
            <p:nvPr/>
          </p:nvSpPr>
          <p:spPr>
            <a:xfrm>
              <a:off x="3607192" y="6359519"/>
              <a:ext cx="2729273" cy="369332"/>
            </a:xfrm>
            <a:prstGeom prst="rect">
              <a:avLst/>
            </a:prstGeom>
            <a:noFill/>
          </p:spPr>
          <p:txBody>
            <a:bodyPr wrap="none" rtlCol="0">
              <a:spAutoFit/>
            </a:bodyPr>
            <a:lstStyle/>
            <a:p>
              <a:r>
                <a:rPr lang="en-US" sz="1800" i="1" dirty="0" err="1"/>
                <a:t>Temel</a:t>
              </a:r>
              <a:r>
                <a:rPr lang="en-US" sz="1800" i="1" dirty="0"/>
                <a:t> </a:t>
              </a:r>
              <a:r>
                <a:rPr lang="en-US" sz="1800" i="1" dirty="0" err="1"/>
                <a:t>Düzenleyicilik</a:t>
              </a:r>
              <a:r>
                <a:rPr lang="en-US" sz="1800" i="1" dirty="0"/>
                <a:t> </a:t>
              </a:r>
              <a:r>
                <a:rPr lang="en-US" sz="1800" i="1" dirty="0" err="1"/>
                <a:t>Modeli</a:t>
              </a:r>
              <a:endParaRPr lang="en-US" sz="1800" i="1" dirty="0"/>
            </a:p>
          </p:txBody>
        </p:sp>
      </p:grpSp>
    </p:spTree>
    <p:extLst>
      <p:ext uri="{BB962C8B-B14F-4D97-AF65-F5344CB8AC3E}">
        <p14:creationId xmlns:p14="http://schemas.microsoft.com/office/powerpoint/2010/main" val="1566369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7055380" cy="519077"/>
          </a:xfrm>
        </p:spPr>
        <p:txBody>
          <a:bodyPr/>
          <a:lstStyle/>
          <a:p>
            <a:r>
              <a:rPr lang="tr-TR" altLang="tr-TR" sz="2400" b="1" dirty="0">
                <a:solidFill>
                  <a:srgbClr val="FFC000"/>
                </a:solidFill>
                <a:latin typeface="Calibri" charset="0"/>
                <a:ea typeface="Calibri" charset="0"/>
                <a:cs typeface="Calibri" charset="0"/>
              </a:rPr>
              <a:t>Düzenleyici (</a:t>
            </a:r>
            <a:r>
              <a:rPr lang="tr-TR" altLang="tr-TR" sz="2400" b="1" dirty="0" err="1">
                <a:solidFill>
                  <a:srgbClr val="FFC000"/>
                </a:solidFill>
                <a:latin typeface="Calibri" charset="0"/>
                <a:ea typeface="Calibri" charset="0"/>
                <a:cs typeface="Calibri" charset="0"/>
              </a:rPr>
              <a:t>Moderator</a:t>
            </a:r>
            <a:r>
              <a:rPr lang="tr-TR" altLang="tr-TR" sz="2400" b="1" dirty="0">
                <a:solidFill>
                  <a:srgbClr val="FFC000"/>
                </a:solidFill>
                <a:latin typeface="Calibri" charset="0"/>
                <a:ea typeface="Calibri" charset="0"/>
                <a:cs typeface="Calibri" charset="0"/>
              </a:rPr>
              <a:t>) Değişken</a:t>
            </a:r>
            <a:endParaRPr lang="en-US" sz="2400" dirty="0"/>
          </a:p>
        </p:txBody>
      </p:sp>
      <p:sp>
        <p:nvSpPr>
          <p:cNvPr id="13" name="TextBox 12"/>
          <p:cNvSpPr txBox="1"/>
          <p:nvPr/>
        </p:nvSpPr>
        <p:spPr>
          <a:xfrm>
            <a:off x="171678" y="3315079"/>
            <a:ext cx="8600701" cy="2708434"/>
          </a:xfrm>
          <a:prstGeom prst="rect">
            <a:avLst/>
          </a:prstGeom>
          <a:noFill/>
        </p:spPr>
        <p:txBody>
          <a:bodyPr wrap="square" rtlCol="0">
            <a:spAutoFit/>
          </a:bodyPr>
          <a:lstStyle/>
          <a:p>
            <a:r>
              <a:rPr lang="en-US" sz="1700" dirty="0" err="1"/>
              <a:t>Düzenleyici</a:t>
            </a:r>
            <a:r>
              <a:rPr lang="en-US" sz="1700" dirty="0"/>
              <a:t> </a:t>
            </a:r>
            <a:r>
              <a:rPr lang="en-US" sz="1700" dirty="0" err="1"/>
              <a:t>etki</a:t>
            </a:r>
            <a:r>
              <a:rPr lang="en-US" sz="1700" dirty="0"/>
              <a:t>;</a:t>
            </a:r>
          </a:p>
          <a:p>
            <a:pPr marL="342900" indent="-342900">
              <a:buFont typeface="Arial" charset="0"/>
              <a:buChar char="•"/>
            </a:pPr>
            <a:r>
              <a:rPr lang="en-US" sz="1700" u="sng" dirty="0" err="1"/>
              <a:t>Artıcı</a:t>
            </a:r>
            <a:r>
              <a:rPr lang="en-US" sz="1700" u="sng" dirty="0"/>
              <a:t> </a:t>
            </a:r>
            <a:r>
              <a:rPr lang="en-US" sz="1700" u="sng" dirty="0" err="1"/>
              <a:t>yönde</a:t>
            </a:r>
            <a:r>
              <a:rPr lang="en-US" sz="1700" dirty="0"/>
              <a:t> : </a:t>
            </a:r>
            <a:r>
              <a:rPr lang="en-US" sz="1700" dirty="0" err="1"/>
              <a:t>Düzenleyici</a:t>
            </a:r>
            <a:r>
              <a:rPr lang="en-US" sz="1700" dirty="0"/>
              <a:t> </a:t>
            </a:r>
            <a:r>
              <a:rPr lang="en-US" sz="1700" dirty="0" err="1"/>
              <a:t>değişken</a:t>
            </a:r>
            <a:r>
              <a:rPr lang="en-US" sz="1700" dirty="0"/>
              <a:t> </a:t>
            </a:r>
            <a:r>
              <a:rPr lang="en-US" sz="1700" dirty="0" err="1"/>
              <a:t>artan</a:t>
            </a:r>
            <a:r>
              <a:rPr lang="en-US" sz="1700" dirty="0"/>
              <a:t> </a:t>
            </a:r>
            <a:r>
              <a:rPr lang="en-US" sz="1700" dirty="0" err="1"/>
              <a:t>değerler</a:t>
            </a:r>
            <a:r>
              <a:rPr lang="en-US" sz="1700" dirty="0"/>
              <a:t> </a:t>
            </a:r>
            <a:r>
              <a:rPr lang="en-US" sz="1700" dirty="0" err="1"/>
              <a:t>aldıkça</a:t>
            </a:r>
            <a:r>
              <a:rPr lang="en-US" sz="1700" dirty="0"/>
              <a:t>, </a:t>
            </a:r>
            <a:r>
              <a:rPr lang="en-US" sz="1700" dirty="0" err="1"/>
              <a:t>X’in</a:t>
            </a:r>
            <a:r>
              <a:rPr lang="en-US" sz="1700" dirty="0"/>
              <a:t> Y </a:t>
            </a:r>
            <a:r>
              <a:rPr lang="en-US" sz="1700" dirty="0" err="1"/>
              <a:t>üzerindeki</a:t>
            </a:r>
            <a:r>
              <a:rPr lang="en-US" sz="1700" dirty="0"/>
              <a:t> </a:t>
            </a:r>
            <a:r>
              <a:rPr lang="en-US" sz="1700" dirty="0" err="1"/>
              <a:t>etkisi</a:t>
            </a:r>
            <a:r>
              <a:rPr lang="en-US" sz="1700" dirty="0"/>
              <a:t> </a:t>
            </a:r>
            <a:r>
              <a:rPr lang="en-US" sz="1700" dirty="0" err="1"/>
              <a:t>artar</a:t>
            </a:r>
            <a:r>
              <a:rPr lang="en-US" sz="1700" dirty="0"/>
              <a:t>.</a:t>
            </a:r>
          </a:p>
          <a:p>
            <a:pPr marL="342900" indent="-342900">
              <a:buFont typeface="Arial" charset="0"/>
              <a:buChar char="•"/>
            </a:pPr>
            <a:r>
              <a:rPr lang="en-US" sz="1700" i="1" u="sng" dirty="0" err="1"/>
              <a:t>Azaltıcı</a:t>
            </a:r>
            <a:r>
              <a:rPr lang="en-US" sz="1700" i="1" u="sng" dirty="0"/>
              <a:t> </a:t>
            </a:r>
            <a:r>
              <a:rPr lang="en-US" sz="1700" i="1" u="sng" dirty="0" err="1"/>
              <a:t>yönde</a:t>
            </a:r>
            <a:r>
              <a:rPr lang="en-US" sz="1700" dirty="0"/>
              <a:t>: </a:t>
            </a:r>
            <a:r>
              <a:rPr lang="en-US" sz="1700" dirty="0" err="1"/>
              <a:t>Düzenleyici</a:t>
            </a:r>
            <a:r>
              <a:rPr lang="en-US" sz="1700" dirty="0"/>
              <a:t> </a:t>
            </a:r>
            <a:r>
              <a:rPr lang="en-US" sz="1700" dirty="0" err="1"/>
              <a:t>değişken</a:t>
            </a:r>
            <a:r>
              <a:rPr lang="en-US" sz="1700" dirty="0"/>
              <a:t> </a:t>
            </a:r>
            <a:r>
              <a:rPr lang="en-US" sz="1700" dirty="0" err="1"/>
              <a:t>artan</a:t>
            </a:r>
            <a:r>
              <a:rPr lang="en-US" sz="1700" dirty="0"/>
              <a:t> </a:t>
            </a:r>
            <a:r>
              <a:rPr lang="en-US" sz="1700" dirty="0" err="1"/>
              <a:t>değerler</a:t>
            </a:r>
            <a:r>
              <a:rPr lang="en-US" sz="1700" dirty="0"/>
              <a:t> </a:t>
            </a:r>
            <a:r>
              <a:rPr lang="en-US" sz="1700" dirty="0" err="1"/>
              <a:t>aldıkça</a:t>
            </a:r>
            <a:r>
              <a:rPr lang="en-US" sz="1700" dirty="0"/>
              <a:t>, </a:t>
            </a:r>
            <a:r>
              <a:rPr lang="en-US" sz="1700" dirty="0" err="1"/>
              <a:t>X’in</a:t>
            </a:r>
            <a:r>
              <a:rPr lang="en-US" sz="1700" dirty="0"/>
              <a:t> Y </a:t>
            </a:r>
            <a:r>
              <a:rPr lang="en-US" sz="1700" dirty="0" err="1"/>
              <a:t>üzerindeki</a:t>
            </a:r>
            <a:r>
              <a:rPr lang="en-US" sz="1700" dirty="0"/>
              <a:t> </a:t>
            </a:r>
            <a:r>
              <a:rPr lang="en-US" sz="1700" dirty="0" err="1"/>
              <a:t>etkisi</a:t>
            </a:r>
            <a:r>
              <a:rPr lang="en-US" sz="1700" dirty="0"/>
              <a:t> </a:t>
            </a:r>
            <a:r>
              <a:rPr lang="en-US" sz="1700" dirty="0" err="1"/>
              <a:t>azalır</a:t>
            </a:r>
            <a:r>
              <a:rPr lang="en-US" sz="1700" dirty="0"/>
              <a:t>.</a:t>
            </a:r>
          </a:p>
          <a:p>
            <a:pPr marL="342900" indent="-342900">
              <a:buFont typeface="Arial" charset="0"/>
              <a:buChar char="•"/>
            </a:pPr>
            <a:r>
              <a:rPr lang="en-US" sz="1700" u="sng" dirty="0" err="1"/>
              <a:t>Karşıt</a:t>
            </a:r>
            <a:r>
              <a:rPr lang="en-US" sz="1700" u="sng" dirty="0"/>
              <a:t> </a:t>
            </a:r>
            <a:r>
              <a:rPr lang="en-US" sz="1700" u="sng" dirty="0" err="1"/>
              <a:t>yönde</a:t>
            </a:r>
            <a:r>
              <a:rPr lang="en-US" sz="1700" dirty="0"/>
              <a:t>: </a:t>
            </a:r>
            <a:r>
              <a:rPr lang="en-US" sz="1700" dirty="0" err="1"/>
              <a:t>Düzenleyici</a:t>
            </a:r>
            <a:r>
              <a:rPr lang="en-US" sz="1700" dirty="0"/>
              <a:t> </a:t>
            </a:r>
            <a:r>
              <a:rPr lang="en-US" sz="1700" dirty="0" err="1"/>
              <a:t>değişken</a:t>
            </a:r>
            <a:r>
              <a:rPr lang="en-US" sz="1700" dirty="0"/>
              <a:t> </a:t>
            </a:r>
            <a:r>
              <a:rPr lang="en-US" sz="1700" dirty="0" err="1"/>
              <a:t>artan</a:t>
            </a:r>
            <a:r>
              <a:rPr lang="en-US" sz="1700" dirty="0"/>
              <a:t> </a:t>
            </a:r>
            <a:r>
              <a:rPr lang="en-US" sz="1700" dirty="0" err="1"/>
              <a:t>değerler</a:t>
            </a:r>
            <a:r>
              <a:rPr lang="en-US" sz="1700" dirty="0"/>
              <a:t> </a:t>
            </a:r>
            <a:r>
              <a:rPr lang="en-US" sz="1700" dirty="0" err="1"/>
              <a:t>aldıkça</a:t>
            </a:r>
            <a:r>
              <a:rPr lang="en-US" sz="1700" dirty="0"/>
              <a:t>, </a:t>
            </a:r>
            <a:r>
              <a:rPr lang="en-US" sz="1700" dirty="0" err="1"/>
              <a:t>X’in</a:t>
            </a:r>
            <a:r>
              <a:rPr lang="en-US" sz="1700" dirty="0"/>
              <a:t> Y </a:t>
            </a:r>
            <a:r>
              <a:rPr lang="en-US" sz="1700" dirty="0" err="1"/>
              <a:t>üzerindeki</a:t>
            </a:r>
            <a:r>
              <a:rPr lang="en-US" sz="1700" dirty="0"/>
              <a:t> </a:t>
            </a:r>
            <a:r>
              <a:rPr lang="en-US" sz="1700" dirty="0" err="1"/>
              <a:t>etkisini</a:t>
            </a:r>
            <a:r>
              <a:rPr lang="en-US" sz="1700" dirty="0"/>
              <a:t> zıt </a:t>
            </a:r>
            <a:r>
              <a:rPr lang="en-US" sz="1700" dirty="0" err="1"/>
              <a:t>yöne</a:t>
            </a:r>
            <a:r>
              <a:rPr lang="en-US" sz="1700" dirty="0"/>
              <a:t> </a:t>
            </a:r>
            <a:r>
              <a:rPr lang="en-US" sz="1700" dirty="0" err="1"/>
              <a:t>çevirir</a:t>
            </a:r>
            <a:r>
              <a:rPr lang="en-US" sz="1700" dirty="0"/>
              <a:t>.</a:t>
            </a:r>
          </a:p>
          <a:p>
            <a:endParaRPr lang="en-US" sz="1700" dirty="0"/>
          </a:p>
          <a:p>
            <a:r>
              <a:rPr lang="en-US" sz="1700" dirty="0"/>
              <a:t>X </a:t>
            </a:r>
            <a:r>
              <a:rPr lang="en-US" sz="1700" dirty="0" err="1"/>
              <a:t>ve</a:t>
            </a:r>
            <a:r>
              <a:rPr lang="en-US" sz="1700" dirty="0"/>
              <a:t> Y </a:t>
            </a:r>
            <a:r>
              <a:rPr lang="en-US" sz="1700" dirty="0" err="1"/>
              <a:t>değişkenleri</a:t>
            </a:r>
            <a:r>
              <a:rPr lang="en-US" sz="1700" dirty="0"/>
              <a:t> </a:t>
            </a:r>
            <a:r>
              <a:rPr lang="en-US" sz="1700" dirty="0" err="1"/>
              <a:t>arasındaki</a:t>
            </a:r>
            <a:r>
              <a:rPr lang="en-US" sz="1700" dirty="0"/>
              <a:t> </a:t>
            </a:r>
            <a:r>
              <a:rPr lang="en-US" sz="1700" dirty="0" err="1"/>
              <a:t>ilişki</a:t>
            </a:r>
            <a:r>
              <a:rPr lang="en-US" sz="1700" dirty="0"/>
              <a:t> </a:t>
            </a:r>
            <a:r>
              <a:rPr lang="en-US" sz="1700" dirty="0" err="1"/>
              <a:t>üzerinde</a:t>
            </a:r>
            <a:r>
              <a:rPr lang="en-US" sz="1700" dirty="0"/>
              <a:t> </a:t>
            </a:r>
            <a:r>
              <a:rPr lang="en-US" sz="1700" dirty="0" err="1"/>
              <a:t>düzenleyici</a:t>
            </a:r>
            <a:r>
              <a:rPr lang="en-US" sz="1700" dirty="0"/>
              <a:t> </a:t>
            </a:r>
            <a:r>
              <a:rPr lang="en-US" sz="1700" dirty="0" err="1"/>
              <a:t>bir</a:t>
            </a:r>
            <a:r>
              <a:rPr lang="en-US" sz="1700" dirty="0"/>
              <a:t> </a:t>
            </a:r>
            <a:r>
              <a:rPr lang="en-US" sz="1700" dirty="0" err="1"/>
              <a:t>etkinin</a:t>
            </a:r>
            <a:r>
              <a:rPr lang="en-US" sz="1700" dirty="0"/>
              <a:t> </a:t>
            </a:r>
            <a:r>
              <a:rPr lang="en-US" sz="1700" dirty="0" err="1"/>
              <a:t>varlığından</a:t>
            </a:r>
            <a:r>
              <a:rPr lang="en-US" sz="1700" dirty="0"/>
              <a:t> </a:t>
            </a:r>
            <a:r>
              <a:rPr lang="en-US" sz="1700" dirty="0" err="1"/>
              <a:t>söz</a:t>
            </a:r>
            <a:r>
              <a:rPr lang="en-US" sz="1700" dirty="0"/>
              <a:t> </a:t>
            </a:r>
            <a:r>
              <a:rPr lang="en-US" sz="1700" dirty="0" err="1"/>
              <a:t>edebilmemiz</a:t>
            </a:r>
            <a:r>
              <a:rPr lang="en-US" sz="1700" dirty="0"/>
              <a:t> </a:t>
            </a:r>
            <a:r>
              <a:rPr lang="en-US" sz="1700" dirty="0" err="1"/>
              <a:t>için</a:t>
            </a:r>
            <a:r>
              <a:rPr lang="en-US" sz="1700" dirty="0"/>
              <a:t>;</a:t>
            </a:r>
          </a:p>
          <a:p>
            <a:pPr marL="342900" indent="-342900">
              <a:buFont typeface="Arial" charset="0"/>
              <a:buChar char="•"/>
            </a:pPr>
            <a:r>
              <a:rPr lang="en-US" sz="1700" dirty="0" err="1"/>
              <a:t>Düzenleyici</a:t>
            </a:r>
            <a:r>
              <a:rPr lang="en-US" sz="1700" dirty="0"/>
              <a:t> </a:t>
            </a:r>
            <a:r>
              <a:rPr lang="en-US" sz="1700" dirty="0" err="1"/>
              <a:t>değişken</a:t>
            </a:r>
            <a:r>
              <a:rPr lang="en-US" sz="1700" dirty="0"/>
              <a:t> (M) </a:t>
            </a:r>
            <a:r>
              <a:rPr lang="en-US" sz="1700" dirty="0" err="1"/>
              <a:t>farklı</a:t>
            </a:r>
            <a:r>
              <a:rPr lang="en-US" sz="1700" dirty="0"/>
              <a:t> </a:t>
            </a:r>
            <a:r>
              <a:rPr lang="en-US" sz="1700" dirty="0" err="1"/>
              <a:t>değerler</a:t>
            </a:r>
            <a:r>
              <a:rPr lang="en-US" sz="1700" dirty="0"/>
              <a:t> </a:t>
            </a:r>
            <a:r>
              <a:rPr lang="en-US" sz="1700" dirty="0" err="1"/>
              <a:t>aldıkça</a:t>
            </a:r>
            <a:r>
              <a:rPr lang="en-US" sz="1700" dirty="0"/>
              <a:t> X </a:t>
            </a:r>
            <a:r>
              <a:rPr lang="en-US" sz="1700" dirty="0" err="1"/>
              <a:t>ve</a:t>
            </a:r>
            <a:r>
              <a:rPr lang="en-US" sz="1700" dirty="0"/>
              <a:t> Y </a:t>
            </a:r>
            <a:r>
              <a:rPr lang="en-US" sz="1700" dirty="0" err="1"/>
              <a:t>arasındaki</a:t>
            </a:r>
            <a:r>
              <a:rPr lang="en-US" sz="1700" dirty="0"/>
              <a:t> </a:t>
            </a:r>
            <a:r>
              <a:rPr lang="en-US" sz="1700" dirty="0" err="1"/>
              <a:t>ilişkinin</a:t>
            </a:r>
            <a:r>
              <a:rPr lang="en-US" sz="1700" dirty="0"/>
              <a:t> </a:t>
            </a:r>
            <a:r>
              <a:rPr lang="en-US" sz="1700" dirty="0" err="1"/>
              <a:t>farklılaşması</a:t>
            </a:r>
            <a:r>
              <a:rPr lang="en-US" sz="1700" dirty="0"/>
              <a:t> </a:t>
            </a:r>
            <a:r>
              <a:rPr lang="en-US" sz="1700" dirty="0" err="1"/>
              <a:t>gerekir</a:t>
            </a:r>
            <a:endParaRPr lang="en-US" sz="1700" dirty="0"/>
          </a:p>
        </p:txBody>
      </p:sp>
      <p:grpSp>
        <p:nvGrpSpPr>
          <p:cNvPr id="14" name="Group 13"/>
          <p:cNvGrpSpPr/>
          <p:nvPr/>
        </p:nvGrpSpPr>
        <p:grpSpPr>
          <a:xfrm>
            <a:off x="1259632" y="1052736"/>
            <a:ext cx="6048672" cy="1139422"/>
            <a:chOff x="1759433" y="4893407"/>
            <a:chExt cx="5787479" cy="1139422"/>
          </a:xfrm>
        </p:grpSpPr>
        <p:sp>
          <p:nvSpPr>
            <p:cNvPr id="15" name="TextBox 14"/>
            <p:cNvSpPr txBox="1"/>
            <p:nvPr/>
          </p:nvSpPr>
          <p:spPr>
            <a:xfrm>
              <a:off x="1759433" y="5721901"/>
              <a:ext cx="1971559" cy="30777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1400" dirty="0" err="1">
                  <a:latin typeface="Arial Hebrew" charset="-79"/>
                  <a:ea typeface="Arial Hebrew" charset="-79"/>
                  <a:cs typeface="Arial Hebrew" charset="-79"/>
                </a:rPr>
                <a:t>Merak</a:t>
              </a:r>
              <a:endParaRPr lang="en-US" sz="1400" dirty="0">
                <a:latin typeface="Arial Hebrew" charset="-79"/>
                <a:ea typeface="Arial Hebrew" charset="-79"/>
                <a:cs typeface="Arial Hebrew" charset="-79"/>
              </a:endParaRPr>
            </a:p>
          </p:txBody>
        </p:sp>
        <p:sp>
          <p:nvSpPr>
            <p:cNvPr id="16" name="TextBox 15"/>
            <p:cNvSpPr txBox="1"/>
            <p:nvPr/>
          </p:nvSpPr>
          <p:spPr>
            <a:xfrm>
              <a:off x="6098064" y="5725052"/>
              <a:ext cx="1448848" cy="307777"/>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sz="1400" dirty="0" err="1">
                  <a:latin typeface="Arial Hebrew" charset="-79"/>
                  <a:ea typeface="Arial Hebrew" charset="-79"/>
                  <a:cs typeface="Arial Hebrew" charset="-79"/>
                </a:rPr>
                <a:t>Öğrenme</a:t>
              </a:r>
              <a:endParaRPr lang="en-US" sz="1400" dirty="0">
                <a:latin typeface="Arial Hebrew" charset="-79"/>
                <a:ea typeface="Arial Hebrew" charset="-79"/>
                <a:cs typeface="Arial Hebrew" charset="-79"/>
              </a:endParaRPr>
            </a:p>
          </p:txBody>
        </p:sp>
        <p:sp>
          <p:nvSpPr>
            <p:cNvPr id="17" name="TextBox 16"/>
            <p:cNvSpPr txBox="1"/>
            <p:nvPr/>
          </p:nvSpPr>
          <p:spPr>
            <a:xfrm>
              <a:off x="3756569" y="4893407"/>
              <a:ext cx="2353151"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sz="1400" dirty="0" err="1">
                  <a:latin typeface="Arial Hebrew" charset="-79"/>
                  <a:ea typeface="Arial Hebrew" charset="-79"/>
                  <a:cs typeface="Arial Hebrew" charset="-79"/>
                </a:rPr>
                <a:t>Dikkat</a:t>
              </a:r>
              <a:r>
                <a:rPr lang="en-US" sz="1400" dirty="0">
                  <a:latin typeface="Arial Hebrew" charset="-79"/>
                  <a:ea typeface="Arial Hebrew" charset="-79"/>
                  <a:cs typeface="Arial Hebrew" charset="-79"/>
                </a:rPr>
                <a:t> </a:t>
              </a:r>
              <a:r>
                <a:rPr lang="en-US" sz="1400" dirty="0" err="1">
                  <a:latin typeface="Arial Hebrew" charset="-79"/>
                  <a:ea typeface="Arial Hebrew" charset="-79"/>
                  <a:cs typeface="Arial Hebrew" charset="-79"/>
                </a:rPr>
                <a:t>Dağıtıcı</a:t>
              </a:r>
              <a:r>
                <a:rPr lang="en-US" sz="1400" dirty="0">
                  <a:latin typeface="Arial Hebrew" charset="-79"/>
                  <a:ea typeface="Arial Hebrew" charset="-79"/>
                  <a:cs typeface="Arial Hebrew" charset="-79"/>
                </a:rPr>
                <a:t> </a:t>
              </a:r>
              <a:r>
                <a:rPr lang="en-US" sz="1400" dirty="0" err="1">
                  <a:latin typeface="Arial Hebrew" charset="-79"/>
                  <a:ea typeface="Arial Hebrew" charset="-79"/>
                  <a:cs typeface="Arial Hebrew" charset="-79"/>
                </a:rPr>
                <a:t>Unsur</a:t>
              </a:r>
              <a:r>
                <a:rPr lang="en-US" sz="1400" dirty="0">
                  <a:latin typeface="Arial Hebrew" charset="-79"/>
                  <a:ea typeface="Arial Hebrew" charset="-79"/>
                  <a:cs typeface="Arial Hebrew" charset="-79"/>
                </a:rPr>
                <a:t> (</a:t>
              </a:r>
              <a:r>
                <a:rPr lang="en-US" sz="1400" dirty="0" err="1">
                  <a:latin typeface="Arial Hebrew" charset="-79"/>
                  <a:ea typeface="Arial Hebrew" charset="-79"/>
                  <a:cs typeface="Arial Hebrew" charset="-79"/>
                </a:rPr>
                <a:t>Gürültü</a:t>
              </a:r>
              <a:r>
                <a:rPr lang="en-US" sz="1400" dirty="0">
                  <a:latin typeface="Arial Hebrew" charset="-79"/>
                  <a:ea typeface="Arial Hebrew" charset="-79"/>
                  <a:cs typeface="Arial Hebrew" charset="-79"/>
                </a:rPr>
                <a:t>)</a:t>
              </a:r>
              <a:endParaRPr lang="en-US" sz="1200" dirty="0">
                <a:latin typeface="Arial Hebrew" charset="-79"/>
                <a:ea typeface="Arial Hebrew" charset="-79"/>
                <a:cs typeface="Arial Hebrew" charset="-79"/>
              </a:endParaRPr>
            </a:p>
          </p:txBody>
        </p:sp>
        <p:cxnSp>
          <p:nvCxnSpPr>
            <p:cNvPr id="18" name="Straight Arrow Connector 17"/>
            <p:cNvCxnSpPr/>
            <p:nvPr/>
          </p:nvCxnSpPr>
          <p:spPr>
            <a:xfrm>
              <a:off x="3853410" y="5983511"/>
              <a:ext cx="2153102" cy="0"/>
            </a:xfrm>
            <a:prstGeom prst="straightConnector1">
              <a:avLst/>
            </a:prstGeom>
            <a:ln>
              <a:solidFill>
                <a:srgbClr val="FFC000"/>
              </a:solidFill>
              <a:headEnd type="none" w="med" len="med"/>
              <a:tailEnd type="stealth" w="lg" len="lg"/>
            </a:ln>
          </p:spPr>
          <p:style>
            <a:lnRef idx="3">
              <a:schemeClr val="accent3"/>
            </a:lnRef>
            <a:fillRef idx="0">
              <a:schemeClr val="accent3"/>
            </a:fillRef>
            <a:effectRef idx="2">
              <a:schemeClr val="accent3"/>
            </a:effectRef>
            <a:fontRef idx="minor">
              <a:schemeClr val="tx1"/>
            </a:fontRef>
          </p:style>
        </p:cxnSp>
        <p:cxnSp>
          <p:nvCxnSpPr>
            <p:cNvPr id="19" name="Straight Arrow Connector 18"/>
            <p:cNvCxnSpPr/>
            <p:nvPr/>
          </p:nvCxnSpPr>
          <p:spPr>
            <a:xfrm>
              <a:off x="4971830" y="5416627"/>
              <a:ext cx="0" cy="544021"/>
            </a:xfrm>
            <a:prstGeom prst="straightConnector1">
              <a:avLst/>
            </a:prstGeom>
            <a:ln w="38100">
              <a:solidFill>
                <a:schemeClr val="accent6"/>
              </a:solidFill>
              <a:prstDash val="soli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38303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238890" y="1211772"/>
            <a:ext cx="5908436" cy="1360301"/>
            <a:chOff x="1259632" y="3674897"/>
            <a:chExt cx="6552729" cy="1918301"/>
          </a:xfrm>
          <a:solidFill>
            <a:schemeClr val="tx1"/>
          </a:solidFill>
        </p:grpSpPr>
        <p:sp>
          <p:nvSpPr>
            <p:cNvPr id="5" name="TextBox 4"/>
            <p:cNvSpPr txBox="1"/>
            <p:nvPr/>
          </p:nvSpPr>
          <p:spPr>
            <a:xfrm>
              <a:off x="1259632" y="4720632"/>
              <a:ext cx="2232248" cy="86805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1700" dirty="0" err="1">
                  <a:latin typeface="Arial" charset="0"/>
                  <a:ea typeface="Arial" charset="0"/>
                  <a:cs typeface="Arial" charset="0"/>
                </a:rPr>
                <a:t>Büyüdüğü</a:t>
              </a:r>
              <a:r>
                <a:rPr lang="en-US" sz="1700" dirty="0">
                  <a:latin typeface="Arial" charset="0"/>
                  <a:ea typeface="Arial" charset="0"/>
                  <a:cs typeface="Arial" charset="0"/>
                </a:rPr>
                <a:t> </a:t>
              </a:r>
              <a:r>
                <a:rPr lang="en-US" sz="1700" dirty="0" err="1">
                  <a:latin typeface="Arial" charset="0"/>
                  <a:ea typeface="Arial" charset="0"/>
                  <a:cs typeface="Arial" charset="0"/>
                </a:rPr>
                <a:t>Ailedeki</a:t>
              </a:r>
              <a:r>
                <a:rPr lang="en-US" sz="1700" dirty="0">
                  <a:latin typeface="Arial" charset="0"/>
                  <a:ea typeface="Arial" charset="0"/>
                  <a:cs typeface="Arial" charset="0"/>
                </a:rPr>
                <a:t> </a:t>
              </a:r>
              <a:r>
                <a:rPr lang="en-US" sz="1700" dirty="0" err="1">
                  <a:latin typeface="Arial" charset="0"/>
                  <a:ea typeface="Arial" charset="0"/>
                  <a:cs typeface="Arial" charset="0"/>
                </a:rPr>
                <a:t>Çocuk</a:t>
              </a:r>
              <a:r>
                <a:rPr lang="en-US" sz="1700" dirty="0">
                  <a:latin typeface="Arial" charset="0"/>
                  <a:ea typeface="Arial" charset="0"/>
                  <a:cs typeface="Arial" charset="0"/>
                </a:rPr>
                <a:t> </a:t>
              </a:r>
              <a:r>
                <a:rPr lang="en-US" sz="1700" dirty="0" err="1">
                  <a:latin typeface="Arial" charset="0"/>
                  <a:ea typeface="Arial" charset="0"/>
                  <a:cs typeface="Arial" charset="0"/>
                </a:rPr>
                <a:t>Sayısı</a:t>
              </a:r>
              <a:endParaRPr lang="en-US" sz="1700" dirty="0">
                <a:latin typeface="Arial" charset="0"/>
                <a:ea typeface="Arial" charset="0"/>
                <a:cs typeface="Arial" charset="0"/>
              </a:endParaRPr>
            </a:p>
          </p:txBody>
        </p:sp>
        <p:sp>
          <p:nvSpPr>
            <p:cNvPr id="6" name="TextBox 5"/>
            <p:cNvSpPr txBox="1"/>
            <p:nvPr/>
          </p:nvSpPr>
          <p:spPr>
            <a:xfrm>
              <a:off x="6171938" y="4725143"/>
              <a:ext cx="1640423" cy="86805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1700" dirty="0" err="1">
                  <a:latin typeface="Arial" charset="0"/>
                  <a:ea typeface="Arial" charset="0"/>
                  <a:cs typeface="Arial" charset="0"/>
                </a:rPr>
                <a:t>Büyük</a:t>
              </a:r>
              <a:r>
                <a:rPr lang="en-US" sz="1700" dirty="0">
                  <a:latin typeface="Arial" charset="0"/>
                  <a:ea typeface="Arial" charset="0"/>
                  <a:cs typeface="Arial" charset="0"/>
                </a:rPr>
                <a:t> </a:t>
              </a:r>
              <a:r>
                <a:rPr lang="en-US" sz="1700" dirty="0" err="1">
                  <a:latin typeface="Arial" charset="0"/>
                  <a:ea typeface="Arial" charset="0"/>
                  <a:cs typeface="Arial" charset="0"/>
                </a:rPr>
                <a:t>Aile</a:t>
              </a:r>
              <a:r>
                <a:rPr lang="en-US" sz="1700" dirty="0">
                  <a:latin typeface="Arial" charset="0"/>
                  <a:ea typeface="Arial" charset="0"/>
                  <a:cs typeface="Arial" charset="0"/>
                </a:rPr>
                <a:t> </a:t>
              </a:r>
              <a:r>
                <a:rPr lang="en-US" sz="1700" dirty="0" err="1">
                  <a:latin typeface="Arial" charset="0"/>
                  <a:ea typeface="Arial" charset="0"/>
                  <a:cs typeface="Arial" charset="0"/>
                </a:rPr>
                <a:t>Kurma</a:t>
              </a:r>
              <a:r>
                <a:rPr lang="en-US" sz="1700" dirty="0">
                  <a:latin typeface="Arial" charset="0"/>
                  <a:ea typeface="Arial" charset="0"/>
                  <a:cs typeface="Arial" charset="0"/>
                </a:rPr>
                <a:t> </a:t>
              </a:r>
              <a:r>
                <a:rPr lang="en-US" sz="1700" dirty="0" err="1">
                  <a:latin typeface="Arial" charset="0"/>
                  <a:ea typeface="Arial" charset="0"/>
                  <a:cs typeface="Arial" charset="0"/>
                </a:rPr>
                <a:t>Niyeti</a:t>
              </a:r>
              <a:endParaRPr lang="en-US" sz="1700" dirty="0">
                <a:latin typeface="Arial" charset="0"/>
                <a:ea typeface="Arial" charset="0"/>
                <a:cs typeface="Arial" charset="0"/>
              </a:endParaRPr>
            </a:p>
          </p:txBody>
        </p:sp>
        <p:sp>
          <p:nvSpPr>
            <p:cNvPr id="7" name="TextBox 6"/>
            <p:cNvSpPr txBox="1"/>
            <p:nvPr/>
          </p:nvSpPr>
          <p:spPr>
            <a:xfrm>
              <a:off x="3815159" y="3674897"/>
              <a:ext cx="1573700" cy="499132"/>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1700" dirty="0" err="1">
                  <a:latin typeface="Arial" charset="0"/>
                  <a:ea typeface="Arial" charset="0"/>
                  <a:cs typeface="Arial" charset="0"/>
                </a:rPr>
                <a:t>Aylık</a:t>
              </a:r>
              <a:r>
                <a:rPr lang="en-US" sz="1700" dirty="0">
                  <a:latin typeface="Arial" charset="0"/>
                  <a:ea typeface="Arial" charset="0"/>
                  <a:cs typeface="Arial" charset="0"/>
                </a:rPr>
                <a:t> </a:t>
              </a:r>
              <a:r>
                <a:rPr lang="en-US" sz="1700" dirty="0" err="1">
                  <a:latin typeface="Arial" charset="0"/>
                  <a:ea typeface="Arial" charset="0"/>
                  <a:cs typeface="Arial" charset="0"/>
                </a:rPr>
                <a:t>Gelir</a:t>
              </a:r>
              <a:endParaRPr lang="en-US" sz="1700" dirty="0">
                <a:latin typeface="Arial" charset="0"/>
                <a:ea typeface="Arial" charset="0"/>
                <a:cs typeface="Arial" charset="0"/>
              </a:endParaRPr>
            </a:p>
          </p:txBody>
        </p:sp>
        <p:cxnSp>
          <p:nvCxnSpPr>
            <p:cNvPr id="11" name="Straight Arrow Connector 10"/>
            <p:cNvCxnSpPr/>
            <p:nvPr/>
          </p:nvCxnSpPr>
          <p:spPr>
            <a:xfrm>
              <a:off x="3567964" y="5078497"/>
              <a:ext cx="2437796" cy="0"/>
            </a:xfrm>
            <a:prstGeom prst="straightConnector1">
              <a:avLst/>
            </a:prstGeom>
            <a:ln>
              <a:headEnd type="none" w="med" len="med"/>
              <a:tailEnd type="stealth" w="lg" len="lg"/>
            </a:ln>
          </p:spPr>
          <p:style>
            <a:lnRef idx="1">
              <a:schemeClr val="accent2"/>
            </a:lnRef>
            <a:fillRef idx="2">
              <a:schemeClr val="accent2"/>
            </a:fillRef>
            <a:effectRef idx="1">
              <a:schemeClr val="accent2"/>
            </a:effectRef>
            <a:fontRef idx="minor">
              <a:schemeClr val="dk1"/>
            </a:fontRef>
          </p:style>
        </p:cxnSp>
        <p:cxnSp>
          <p:nvCxnSpPr>
            <p:cNvPr id="12" name="Straight Arrow Connector 11"/>
            <p:cNvCxnSpPr/>
            <p:nvPr/>
          </p:nvCxnSpPr>
          <p:spPr>
            <a:xfrm>
              <a:off x="4627142" y="4122067"/>
              <a:ext cx="0" cy="956430"/>
            </a:xfrm>
            <a:prstGeom prst="straightConnector1">
              <a:avLst/>
            </a:prstGeom>
            <a:ln>
              <a:tailEnd type="triangle"/>
            </a:ln>
          </p:spPr>
          <p:style>
            <a:lnRef idx="1">
              <a:schemeClr val="accent2"/>
            </a:lnRef>
            <a:fillRef idx="2">
              <a:schemeClr val="accent2"/>
            </a:fillRef>
            <a:effectRef idx="1">
              <a:schemeClr val="accent2"/>
            </a:effectRef>
            <a:fontRef idx="minor">
              <a:schemeClr val="dk1"/>
            </a:fontRef>
          </p:style>
        </p:cxnSp>
      </p:grpSp>
      <p:sp>
        <p:nvSpPr>
          <p:cNvPr id="13" name="Title 1"/>
          <p:cNvSpPr>
            <a:spLocks noGrp="1"/>
          </p:cNvSpPr>
          <p:nvPr>
            <p:ph type="title"/>
          </p:nvPr>
        </p:nvSpPr>
        <p:spPr>
          <a:xfrm>
            <a:off x="395536" y="260648"/>
            <a:ext cx="7055380" cy="519077"/>
          </a:xfrm>
        </p:spPr>
        <p:txBody>
          <a:bodyPr/>
          <a:lstStyle/>
          <a:p>
            <a:r>
              <a:rPr lang="tr-TR" altLang="tr-TR" sz="2400" b="1" dirty="0">
                <a:solidFill>
                  <a:srgbClr val="FFC000"/>
                </a:solidFill>
                <a:latin typeface="Calibri" charset="0"/>
                <a:ea typeface="Calibri" charset="0"/>
                <a:cs typeface="Calibri" charset="0"/>
              </a:rPr>
              <a:t>Düzenleyici (</a:t>
            </a:r>
            <a:r>
              <a:rPr lang="tr-TR" altLang="tr-TR" sz="2400" b="1" dirty="0" err="1">
                <a:solidFill>
                  <a:srgbClr val="FFC000"/>
                </a:solidFill>
                <a:latin typeface="Calibri" charset="0"/>
                <a:ea typeface="Calibri" charset="0"/>
                <a:cs typeface="Calibri" charset="0"/>
              </a:rPr>
              <a:t>Moderator</a:t>
            </a:r>
            <a:r>
              <a:rPr lang="tr-TR" altLang="tr-TR" sz="2400" b="1" dirty="0">
                <a:solidFill>
                  <a:srgbClr val="FFC000"/>
                </a:solidFill>
                <a:latin typeface="Calibri" charset="0"/>
                <a:ea typeface="Calibri" charset="0"/>
                <a:cs typeface="Calibri" charset="0"/>
              </a:rPr>
              <a:t>) Değişken</a:t>
            </a:r>
            <a:endParaRPr lang="en-US" sz="2400" dirty="0"/>
          </a:p>
        </p:txBody>
      </p:sp>
      <p:grpSp>
        <p:nvGrpSpPr>
          <p:cNvPr id="2" name="Group 1">
            <a:extLst>
              <a:ext uri="{FF2B5EF4-FFF2-40B4-BE49-F238E27FC236}">
                <a16:creationId xmlns:a16="http://schemas.microsoft.com/office/drawing/2014/main" id="{C793E6AB-BCCD-9C4A-B5E0-707224FE20D6}"/>
              </a:ext>
            </a:extLst>
          </p:cNvPr>
          <p:cNvGrpSpPr/>
          <p:nvPr/>
        </p:nvGrpSpPr>
        <p:grpSpPr>
          <a:xfrm>
            <a:off x="1316966" y="2894678"/>
            <a:ext cx="7125872" cy="3881343"/>
            <a:chOff x="1730287" y="1196752"/>
            <a:chExt cx="7125872" cy="3881343"/>
          </a:xfrm>
        </p:grpSpPr>
        <p:grpSp>
          <p:nvGrpSpPr>
            <p:cNvPr id="20" name="Group 19"/>
            <p:cNvGrpSpPr/>
            <p:nvPr/>
          </p:nvGrpSpPr>
          <p:grpSpPr>
            <a:xfrm>
              <a:off x="2411760" y="1196752"/>
              <a:ext cx="3672408" cy="2952328"/>
              <a:chOff x="755576" y="1196752"/>
              <a:chExt cx="3672408" cy="2952328"/>
            </a:xfrm>
          </p:grpSpPr>
          <p:sp>
            <p:nvSpPr>
              <p:cNvPr id="14" name="Rectangle 13"/>
              <p:cNvSpPr/>
              <p:nvPr/>
            </p:nvSpPr>
            <p:spPr>
              <a:xfrm>
                <a:off x="755576" y="1196752"/>
                <a:ext cx="3672408" cy="29523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b="1">
                  <a:latin typeface="Arial" charset="0"/>
                  <a:ea typeface="Arial" charset="0"/>
                  <a:cs typeface="Arial" charset="0"/>
                </a:endParaRPr>
              </a:p>
            </p:txBody>
          </p:sp>
          <p:cxnSp>
            <p:nvCxnSpPr>
              <p:cNvPr id="16" name="Straight Arrow Connector 15"/>
              <p:cNvCxnSpPr/>
              <p:nvPr/>
            </p:nvCxnSpPr>
            <p:spPr>
              <a:xfrm flipV="1">
                <a:off x="1403648" y="2292269"/>
                <a:ext cx="2193884" cy="991545"/>
              </a:xfrm>
              <a:prstGeom prst="straightConnector1">
                <a:avLst/>
              </a:prstGeom>
              <a:ln>
                <a:solidFill>
                  <a:schemeClr val="accent1"/>
                </a:solidFill>
                <a:prstDash val="solid"/>
                <a:headEnd type="diamond" w="med" len="med"/>
                <a:tailEnd type="diamond" w="med" len="med"/>
              </a:ln>
            </p:spPr>
            <p:style>
              <a:lnRef idx="3">
                <a:schemeClr val="accent5"/>
              </a:lnRef>
              <a:fillRef idx="0">
                <a:schemeClr val="accent5"/>
              </a:fillRef>
              <a:effectRef idx="2">
                <a:schemeClr val="accent5"/>
              </a:effectRef>
              <a:fontRef idx="minor">
                <a:schemeClr val="tx1"/>
              </a:fontRef>
            </p:style>
          </p:cxnSp>
          <p:cxnSp>
            <p:nvCxnSpPr>
              <p:cNvPr id="17" name="Straight Arrow Connector 16"/>
              <p:cNvCxnSpPr/>
              <p:nvPr/>
            </p:nvCxnSpPr>
            <p:spPr>
              <a:xfrm flipV="1">
                <a:off x="1416393" y="3236399"/>
                <a:ext cx="2180434" cy="305369"/>
              </a:xfrm>
              <a:prstGeom prst="straightConnector1">
                <a:avLst/>
              </a:prstGeom>
              <a:ln w="28575">
                <a:solidFill>
                  <a:schemeClr val="accent5"/>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cxnSp>
          <p:nvCxnSpPr>
            <p:cNvPr id="22" name="Straight Connector 21"/>
            <p:cNvCxnSpPr/>
            <p:nvPr/>
          </p:nvCxnSpPr>
          <p:spPr>
            <a:xfrm>
              <a:off x="2339752" y="3933056"/>
              <a:ext cx="720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325675" y="3501008"/>
              <a:ext cx="720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323321" y="3068960"/>
              <a:ext cx="720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323321" y="2661994"/>
              <a:ext cx="720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339752" y="2277998"/>
              <a:ext cx="720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341588" y="1844824"/>
              <a:ext cx="720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343262" y="1484784"/>
              <a:ext cx="72008"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rot="16200000" flipH="1">
              <a:off x="533370" y="2421924"/>
              <a:ext cx="2732388" cy="338554"/>
            </a:xfrm>
            <a:prstGeom prst="rect">
              <a:avLst/>
            </a:prstGeom>
            <a:noFill/>
          </p:spPr>
          <p:txBody>
            <a:bodyPr wrap="square" rtlCol="0">
              <a:spAutoFit/>
            </a:bodyPr>
            <a:lstStyle/>
            <a:p>
              <a:r>
                <a:rPr lang="en-US" sz="1600" b="1" dirty="0" err="1">
                  <a:latin typeface="Arial" charset="0"/>
                  <a:ea typeface="Arial" charset="0"/>
                  <a:cs typeface="Arial" charset="0"/>
                </a:rPr>
                <a:t>Büyük</a:t>
              </a:r>
              <a:r>
                <a:rPr lang="en-US" sz="1600" b="1" dirty="0">
                  <a:latin typeface="Arial" charset="0"/>
                  <a:ea typeface="Arial" charset="0"/>
                  <a:cs typeface="Arial" charset="0"/>
                </a:rPr>
                <a:t>  </a:t>
              </a:r>
              <a:r>
                <a:rPr lang="en-US" sz="1600" b="1" dirty="0" err="1">
                  <a:latin typeface="Arial" charset="0"/>
                  <a:ea typeface="Arial" charset="0"/>
                  <a:cs typeface="Arial" charset="0"/>
                </a:rPr>
                <a:t>Aile</a:t>
              </a:r>
              <a:r>
                <a:rPr lang="en-US" sz="1600" b="1" dirty="0">
                  <a:latin typeface="Arial" charset="0"/>
                  <a:ea typeface="Arial" charset="0"/>
                  <a:cs typeface="Arial" charset="0"/>
                </a:rPr>
                <a:t> </a:t>
              </a:r>
              <a:r>
                <a:rPr lang="en-US" sz="1600" b="1" dirty="0" err="1">
                  <a:latin typeface="Arial" charset="0"/>
                  <a:ea typeface="Arial" charset="0"/>
                  <a:cs typeface="Arial" charset="0"/>
                </a:rPr>
                <a:t>Kurma</a:t>
              </a:r>
              <a:r>
                <a:rPr lang="en-US" sz="1600" b="1" dirty="0">
                  <a:latin typeface="Arial" charset="0"/>
                  <a:ea typeface="Arial" charset="0"/>
                  <a:cs typeface="Arial" charset="0"/>
                </a:rPr>
                <a:t> </a:t>
              </a:r>
              <a:r>
                <a:rPr lang="en-US" sz="1600" b="1" dirty="0" err="1">
                  <a:latin typeface="Arial" charset="0"/>
                  <a:ea typeface="Arial" charset="0"/>
                  <a:cs typeface="Arial" charset="0"/>
                </a:rPr>
                <a:t>Niyeti</a:t>
              </a:r>
              <a:endParaRPr lang="en-US" sz="1600" b="1" dirty="0">
                <a:latin typeface="Arial" charset="0"/>
                <a:ea typeface="Arial" charset="0"/>
                <a:cs typeface="Arial" charset="0"/>
              </a:endParaRPr>
            </a:p>
          </p:txBody>
        </p:sp>
        <p:sp>
          <p:nvSpPr>
            <p:cNvPr id="30" name="TextBox 29"/>
            <p:cNvSpPr txBox="1"/>
            <p:nvPr/>
          </p:nvSpPr>
          <p:spPr>
            <a:xfrm flipH="1">
              <a:off x="2323321" y="4554875"/>
              <a:ext cx="3592428" cy="523220"/>
            </a:xfrm>
            <a:prstGeom prst="rect">
              <a:avLst/>
            </a:prstGeom>
            <a:noFill/>
          </p:spPr>
          <p:txBody>
            <a:bodyPr wrap="square" rtlCol="0">
              <a:spAutoFit/>
            </a:bodyPr>
            <a:lstStyle/>
            <a:p>
              <a:pPr algn="ctr"/>
              <a:r>
                <a:rPr lang="en-US" sz="1400" b="1" dirty="0" err="1">
                  <a:latin typeface="Arial" charset="0"/>
                  <a:ea typeface="Arial" charset="0"/>
                  <a:cs typeface="Arial" charset="0"/>
                </a:rPr>
                <a:t>Büyüdüğü</a:t>
              </a:r>
              <a:r>
                <a:rPr lang="en-US" sz="1400" b="1" dirty="0">
                  <a:latin typeface="Arial" charset="0"/>
                  <a:ea typeface="Arial" charset="0"/>
                  <a:cs typeface="Arial" charset="0"/>
                </a:rPr>
                <a:t> </a:t>
              </a:r>
              <a:r>
                <a:rPr lang="en-US" sz="1400" b="1" dirty="0" err="1">
                  <a:latin typeface="Arial" charset="0"/>
                  <a:ea typeface="Arial" charset="0"/>
                  <a:cs typeface="Arial" charset="0"/>
                </a:rPr>
                <a:t>Ailedeki</a:t>
              </a:r>
              <a:r>
                <a:rPr lang="en-US" sz="1400" b="1" dirty="0">
                  <a:latin typeface="Arial" charset="0"/>
                  <a:ea typeface="Arial" charset="0"/>
                  <a:cs typeface="Arial" charset="0"/>
                </a:rPr>
                <a:t> </a:t>
              </a:r>
            </a:p>
            <a:p>
              <a:pPr algn="ctr"/>
              <a:r>
                <a:rPr lang="en-US" sz="1400" b="1" dirty="0" err="1">
                  <a:latin typeface="Arial" charset="0"/>
                  <a:ea typeface="Arial" charset="0"/>
                  <a:cs typeface="Arial" charset="0"/>
                </a:rPr>
                <a:t>Çocuk</a:t>
              </a:r>
              <a:r>
                <a:rPr lang="en-US" sz="1400" b="1" dirty="0">
                  <a:latin typeface="Arial" charset="0"/>
                  <a:ea typeface="Arial" charset="0"/>
                  <a:cs typeface="Arial" charset="0"/>
                </a:rPr>
                <a:t> </a:t>
              </a:r>
              <a:r>
                <a:rPr lang="en-US" sz="1400" b="1" dirty="0" err="1">
                  <a:latin typeface="Arial" charset="0"/>
                  <a:ea typeface="Arial" charset="0"/>
                  <a:cs typeface="Arial" charset="0"/>
                </a:rPr>
                <a:t>Sayısı</a:t>
              </a:r>
              <a:endParaRPr lang="en-US" sz="1400" b="1" dirty="0">
                <a:latin typeface="Arial" charset="0"/>
                <a:ea typeface="Arial" charset="0"/>
                <a:cs typeface="Arial" charset="0"/>
              </a:endParaRPr>
            </a:p>
          </p:txBody>
        </p:sp>
        <p:cxnSp>
          <p:nvCxnSpPr>
            <p:cNvPr id="31" name="Straight Connector 30"/>
            <p:cNvCxnSpPr/>
            <p:nvPr/>
          </p:nvCxnSpPr>
          <p:spPr>
            <a:xfrm flipV="1">
              <a:off x="3059832" y="4149080"/>
              <a:ext cx="0" cy="144016"/>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750292" y="4297388"/>
              <a:ext cx="654346" cy="276999"/>
            </a:xfrm>
            <a:prstGeom prst="rect">
              <a:avLst/>
            </a:prstGeom>
            <a:noFill/>
          </p:spPr>
          <p:txBody>
            <a:bodyPr wrap="none" rtlCol="0">
              <a:spAutoFit/>
            </a:bodyPr>
            <a:lstStyle/>
            <a:p>
              <a:r>
                <a:rPr lang="en-US" sz="1200" b="1">
                  <a:latin typeface="Arial" charset="0"/>
                  <a:ea typeface="Arial" charset="0"/>
                  <a:cs typeface="Arial" charset="0"/>
                </a:rPr>
                <a:t>Düşük</a:t>
              </a:r>
              <a:endParaRPr lang="en-US" sz="1200" b="1" dirty="0">
                <a:latin typeface="Arial" charset="0"/>
                <a:ea typeface="Arial" charset="0"/>
                <a:cs typeface="Arial" charset="0"/>
              </a:endParaRPr>
            </a:p>
          </p:txBody>
        </p:sp>
        <p:cxnSp>
          <p:nvCxnSpPr>
            <p:cNvPr id="37" name="Straight Connector 36"/>
            <p:cNvCxnSpPr/>
            <p:nvPr/>
          </p:nvCxnSpPr>
          <p:spPr>
            <a:xfrm flipV="1">
              <a:off x="5326509" y="4149080"/>
              <a:ext cx="0" cy="144016"/>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941874" y="4346893"/>
              <a:ext cx="721672" cy="276999"/>
            </a:xfrm>
            <a:prstGeom prst="rect">
              <a:avLst/>
            </a:prstGeom>
            <a:noFill/>
          </p:spPr>
          <p:txBody>
            <a:bodyPr wrap="none" rtlCol="0">
              <a:spAutoFit/>
            </a:bodyPr>
            <a:lstStyle/>
            <a:p>
              <a:r>
                <a:rPr lang="en-US" sz="1200" b="1">
                  <a:latin typeface="Arial" charset="0"/>
                  <a:ea typeface="Arial" charset="0"/>
                  <a:cs typeface="Arial" charset="0"/>
                </a:rPr>
                <a:t>Yüksek</a:t>
              </a:r>
              <a:endParaRPr lang="en-US" sz="1200" b="1" dirty="0">
                <a:latin typeface="Arial" charset="0"/>
                <a:ea typeface="Arial" charset="0"/>
                <a:cs typeface="Arial" charset="0"/>
              </a:endParaRPr>
            </a:p>
          </p:txBody>
        </p:sp>
        <p:cxnSp>
          <p:nvCxnSpPr>
            <p:cNvPr id="42" name="Straight Arrow Connector 41"/>
            <p:cNvCxnSpPr/>
            <p:nvPr/>
          </p:nvCxnSpPr>
          <p:spPr>
            <a:xfrm flipV="1">
              <a:off x="6462617" y="1988840"/>
              <a:ext cx="413639" cy="6219"/>
            </a:xfrm>
            <a:prstGeom prst="straightConnector1">
              <a:avLst/>
            </a:prstGeom>
            <a:ln>
              <a:solidFill>
                <a:schemeClr val="accent1"/>
              </a:solidFill>
              <a:prstDash val="solid"/>
              <a:headEnd type="diamond" w="med" len="med"/>
              <a:tailEnd type="diamond" w="med" len="med"/>
            </a:ln>
          </p:spPr>
          <p:style>
            <a:lnRef idx="3">
              <a:schemeClr val="accent5"/>
            </a:lnRef>
            <a:fillRef idx="0">
              <a:schemeClr val="accent5"/>
            </a:fillRef>
            <a:effectRef idx="2">
              <a:schemeClr val="accent5"/>
            </a:effectRef>
            <a:fontRef idx="minor">
              <a:schemeClr val="tx1"/>
            </a:fontRef>
          </p:style>
        </p:cxnSp>
        <p:sp>
          <p:nvSpPr>
            <p:cNvPr id="45" name="TextBox 44"/>
            <p:cNvSpPr txBox="1"/>
            <p:nvPr/>
          </p:nvSpPr>
          <p:spPr>
            <a:xfrm>
              <a:off x="6948264" y="1835351"/>
              <a:ext cx="1907895" cy="338554"/>
            </a:xfrm>
            <a:prstGeom prst="rect">
              <a:avLst/>
            </a:prstGeom>
            <a:noFill/>
          </p:spPr>
          <p:txBody>
            <a:bodyPr wrap="none" rtlCol="0">
              <a:spAutoFit/>
            </a:bodyPr>
            <a:lstStyle/>
            <a:p>
              <a:r>
                <a:rPr lang="en-US" sz="1600" b="1" dirty="0" err="1">
                  <a:latin typeface="Arial" charset="0"/>
                  <a:ea typeface="Arial" charset="0"/>
                  <a:cs typeface="Arial" charset="0"/>
                </a:rPr>
                <a:t>Yüksek</a:t>
              </a:r>
              <a:r>
                <a:rPr lang="en-US" sz="1600" b="1" dirty="0">
                  <a:latin typeface="Arial" charset="0"/>
                  <a:ea typeface="Arial" charset="0"/>
                  <a:cs typeface="Arial" charset="0"/>
                </a:rPr>
                <a:t> </a:t>
              </a:r>
              <a:r>
                <a:rPr lang="en-US" sz="1600" b="1" dirty="0" err="1">
                  <a:latin typeface="Arial" charset="0"/>
                  <a:ea typeface="Arial" charset="0"/>
                  <a:cs typeface="Arial" charset="0"/>
                </a:rPr>
                <a:t>aylık</a:t>
              </a:r>
              <a:r>
                <a:rPr lang="en-US" sz="1600" b="1" dirty="0">
                  <a:latin typeface="Arial" charset="0"/>
                  <a:ea typeface="Arial" charset="0"/>
                  <a:cs typeface="Arial" charset="0"/>
                </a:rPr>
                <a:t> </a:t>
              </a:r>
              <a:r>
                <a:rPr lang="en-US" sz="1600" b="1" dirty="0" err="1">
                  <a:latin typeface="Arial" charset="0"/>
                  <a:ea typeface="Arial" charset="0"/>
                  <a:cs typeface="Arial" charset="0"/>
                </a:rPr>
                <a:t>gelir</a:t>
              </a:r>
              <a:endParaRPr lang="en-US" sz="1600" b="1" dirty="0">
                <a:latin typeface="Arial" charset="0"/>
                <a:ea typeface="Arial" charset="0"/>
                <a:cs typeface="Arial" charset="0"/>
              </a:endParaRPr>
            </a:p>
          </p:txBody>
        </p:sp>
        <p:cxnSp>
          <p:nvCxnSpPr>
            <p:cNvPr id="46" name="Straight Arrow Connector 45"/>
            <p:cNvCxnSpPr/>
            <p:nvPr/>
          </p:nvCxnSpPr>
          <p:spPr>
            <a:xfrm flipV="1">
              <a:off x="6451865" y="2369386"/>
              <a:ext cx="413639" cy="6219"/>
            </a:xfrm>
            <a:prstGeom prst="straightConnector1">
              <a:avLst/>
            </a:prstGeom>
            <a:ln>
              <a:solidFill>
                <a:schemeClr val="accent5"/>
              </a:solidFill>
              <a:prstDash val="solid"/>
              <a:headEnd type="oval" w="med" len="med"/>
              <a:tailEnd type="oval" w="med" len="med"/>
            </a:ln>
          </p:spPr>
          <p:style>
            <a:lnRef idx="3">
              <a:schemeClr val="accent5"/>
            </a:lnRef>
            <a:fillRef idx="0">
              <a:schemeClr val="accent5"/>
            </a:fillRef>
            <a:effectRef idx="2">
              <a:schemeClr val="accent5"/>
            </a:effectRef>
            <a:fontRef idx="minor">
              <a:schemeClr val="tx1"/>
            </a:fontRef>
          </p:style>
        </p:cxnSp>
        <p:sp>
          <p:nvSpPr>
            <p:cNvPr id="47" name="TextBox 46"/>
            <p:cNvSpPr txBox="1"/>
            <p:nvPr/>
          </p:nvSpPr>
          <p:spPr>
            <a:xfrm>
              <a:off x="6937512" y="2215897"/>
              <a:ext cx="1816523" cy="338554"/>
            </a:xfrm>
            <a:prstGeom prst="rect">
              <a:avLst/>
            </a:prstGeom>
            <a:noFill/>
          </p:spPr>
          <p:txBody>
            <a:bodyPr wrap="none" rtlCol="0">
              <a:spAutoFit/>
            </a:bodyPr>
            <a:lstStyle/>
            <a:p>
              <a:r>
                <a:rPr lang="en-US" sz="1600" b="1" dirty="0" err="1">
                  <a:latin typeface="Arial" charset="0"/>
                  <a:ea typeface="Arial" charset="0"/>
                  <a:cs typeface="Arial" charset="0"/>
                </a:rPr>
                <a:t>Düşük</a:t>
              </a:r>
              <a:r>
                <a:rPr lang="en-US" sz="1600" b="1" dirty="0">
                  <a:latin typeface="Arial" charset="0"/>
                  <a:ea typeface="Arial" charset="0"/>
                  <a:cs typeface="Arial" charset="0"/>
                </a:rPr>
                <a:t> </a:t>
              </a:r>
              <a:r>
                <a:rPr lang="en-US" sz="1600" b="1" dirty="0" err="1">
                  <a:latin typeface="Arial" charset="0"/>
                  <a:ea typeface="Arial" charset="0"/>
                  <a:cs typeface="Arial" charset="0"/>
                </a:rPr>
                <a:t>aylık</a:t>
              </a:r>
              <a:r>
                <a:rPr lang="en-US" sz="1600" b="1" dirty="0">
                  <a:latin typeface="Arial" charset="0"/>
                  <a:ea typeface="Arial" charset="0"/>
                  <a:cs typeface="Arial" charset="0"/>
                </a:rPr>
                <a:t> </a:t>
              </a:r>
              <a:r>
                <a:rPr lang="en-US" sz="1600" b="1" dirty="0" err="1">
                  <a:latin typeface="Arial" charset="0"/>
                  <a:ea typeface="Arial" charset="0"/>
                  <a:cs typeface="Arial" charset="0"/>
                </a:rPr>
                <a:t>gelir</a:t>
              </a:r>
              <a:endParaRPr lang="en-US" sz="1600" b="1" dirty="0">
                <a:latin typeface="Arial" charset="0"/>
                <a:ea typeface="Arial" charset="0"/>
                <a:cs typeface="Arial" charset="0"/>
              </a:endParaRPr>
            </a:p>
          </p:txBody>
        </p:sp>
      </p:grpSp>
    </p:spTree>
    <p:extLst>
      <p:ext uri="{BB962C8B-B14F-4D97-AF65-F5344CB8AC3E}">
        <p14:creationId xmlns:p14="http://schemas.microsoft.com/office/powerpoint/2010/main" val="4168317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7055380" cy="672026"/>
          </a:xfrm>
        </p:spPr>
        <p:txBody>
          <a:bodyPr/>
          <a:lstStyle/>
          <a:p>
            <a:r>
              <a:rPr lang="en-US" dirty="0" err="1"/>
              <a:t>Değişkenler</a:t>
            </a:r>
            <a:endParaRPr lang="en-US" dirty="0"/>
          </a:p>
        </p:txBody>
      </p:sp>
      <p:sp>
        <p:nvSpPr>
          <p:cNvPr id="4" name="İçerik Yer Tutucusu 2"/>
          <p:cNvSpPr>
            <a:spLocks noGrp="1"/>
          </p:cNvSpPr>
          <p:nvPr>
            <p:ph idx="1"/>
          </p:nvPr>
        </p:nvSpPr>
        <p:spPr>
          <a:xfrm>
            <a:off x="129581" y="869258"/>
            <a:ext cx="8064780" cy="2016223"/>
          </a:xfrm>
        </p:spPr>
        <p:txBody>
          <a:bodyPr>
            <a:normAutofit lnSpcReduction="10000"/>
          </a:bodyPr>
          <a:lstStyle/>
          <a:p>
            <a:pPr marL="0" indent="0">
              <a:buNone/>
              <a:defRPr/>
            </a:pPr>
            <a:r>
              <a:rPr lang="tr-TR" b="1" dirty="0">
                <a:solidFill>
                  <a:srgbClr val="FFC000"/>
                </a:solidFill>
                <a:latin typeface="Arial" charset="0"/>
                <a:ea typeface="Arial" charset="0"/>
                <a:cs typeface="Arial" charset="0"/>
              </a:rPr>
              <a:t>Aracı (</a:t>
            </a:r>
            <a:r>
              <a:rPr lang="tr-TR" b="1" dirty="0" err="1">
                <a:solidFill>
                  <a:srgbClr val="FFC000"/>
                </a:solidFill>
                <a:latin typeface="Arial" charset="0"/>
                <a:ea typeface="Arial" charset="0"/>
                <a:cs typeface="Arial" charset="0"/>
              </a:rPr>
              <a:t>Mediator</a:t>
            </a:r>
            <a:r>
              <a:rPr lang="tr-TR" b="1" dirty="0">
                <a:solidFill>
                  <a:srgbClr val="FFC000"/>
                </a:solidFill>
                <a:latin typeface="Arial" charset="0"/>
                <a:ea typeface="Arial" charset="0"/>
                <a:cs typeface="Arial" charset="0"/>
              </a:rPr>
              <a:t>) değişken</a:t>
            </a:r>
          </a:p>
          <a:p>
            <a:pPr>
              <a:defRPr/>
            </a:pPr>
            <a:r>
              <a:rPr lang="tr-TR" sz="1600" dirty="0">
                <a:latin typeface="Arial" charset="0"/>
                <a:ea typeface="Arial" charset="0"/>
                <a:cs typeface="Arial" charset="0"/>
              </a:rPr>
              <a:t>Bağımsız değişkenin etkisini bağımlı değişkene ileten veya aracılık eden değişkendir</a:t>
            </a:r>
          </a:p>
          <a:p>
            <a:pPr marL="342906" lvl="1" indent="-342906">
              <a:defRPr/>
            </a:pPr>
            <a:r>
              <a:rPr lang="tr-TR" altLang="tr-TR" sz="1600" dirty="0">
                <a:latin typeface="Arial" charset="0"/>
                <a:ea typeface="Arial" charset="0"/>
                <a:cs typeface="Arial" charset="0"/>
              </a:rPr>
              <a:t>Bağımsız değişkenin bağımlı değişken üzerindeki etkisini açıklamaya yardımcı olur</a:t>
            </a:r>
          </a:p>
          <a:p>
            <a:pPr marL="342906" lvl="1" indent="-342906">
              <a:defRPr/>
            </a:pPr>
            <a:r>
              <a:rPr lang="tr-TR" altLang="tr-TR" sz="1600" dirty="0">
                <a:latin typeface="Arial" charset="0"/>
                <a:ea typeface="Arial" charset="0"/>
                <a:cs typeface="Arial" charset="0"/>
              </a:rPr>
              <a:t>X ve Y arasında bağıntı mekanizması gibi işlev görür</a:t>
            </a:r>
          </a:p>
          <a:p>
            <a:pPr marL="342906" lvl="1" indent="-342906">
              <a:defRPr/>
            </a:pPr>
            <a:r>
              <a:rPr lang="tr-TR" sz="1600" dirty="0">
                <a:latin typeface="Arial" panose="020B0604020202020204" pitchFamily="34" charset="0"/>
                <a:cs typeface="Arial" panose="020B0604020202020204" pitchFamily="34" charset="0"/>
              </a:rPr>
              <a:t>Nasıl/neden sorusuna cevap verir</a:t>
            </a:r>
          </a:p>
          <a:p>
            <a:pPr marL="342906" lvl="1" indent="-342906">
              <a:defRPr/>
            </a:pPr>
            <a:endParaRPr lang="tr-TR" altLang="tr-TR" sz="1600" dirty="0">
              <a:latin typeface="Arial" charset="0"/>
              <a:ea typeface="Arial" charset="0"/>
              <a:cs typeface="Arial" charset="0"/>
            </a:endParaRPr>
          </a:p>
        </p:txBody>
      </p:sp>
      <p:sp>
        <p:nvSpPr>
          <p:cNvPr id="42" name="Content Placeholder 2"/>
          <p:cNvSpPr txBox="1">
            <a:spLocks/>
          </p:cNvSpPr>
          <p:nvPr/>
        </p:nvSpPr>
        <p:spPr>
          <a:xfrm>
            <a:off x="412230" y="3670588"/>
            <a:ext cx="3096228" cy="2647928"/>
          </a:xfrm>
          <a:prstGeom prst="rect">
            <a:avLst/>
          </a:prstGeom>
        </p:spPr>
        <p:txBody>
          <a:bodyPr vert="horz" lIns="91440" tIns="45720" rIns="91440" bIns="45720" rtlCol="0">
            <a:norm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fontAlgn="auto">
              <a:buFont typeface="Courier New" charset="0"/>
              <a:buChar char="o"/>
            </a:pPr>
            <a:r>
              <a:rPr lang="tr-TR" sz="1400" dirty="0" err="1">
                <a:latin typeface="Arial" charset="0"/>
                <a:ea typeface="Arial" charset="0"/>
                <a:cs typeface="Arial" charset="0"/>
              </a:rPr>
              <a:t>X’in</a:t>
            </a:r>
            <a:r>
              <a:rPr lang="tr-TR" sz="1400" dirty="0">
                <a:latin typeface="Arial" charset="0"/>
                <a:ea typeface="Arial" charset="0"/>
                <a:cs typeface="Arial" charset="0"/>
              </a:rPr>
              <a:t> Y üzerindeki etkisi </a:t>
            </a:r>
            <a:r>
              <a:rPr lang="tr-TR" sz="1400" b="1" dirty="0">
                <a:latin typeface="Arial" charset="0"/>
                <a:ea typeface="Arial" charset="0"/>
                <a:cs typeface="Arial" charset="0"/>
              </a:rPr>
              <a:t>c</a:t>
            </a:r>
          </a:p>
          <a:p>
            <a:pPr fontAlgn="auto">
              <a:buFont typeface="Courier New" charset="0"/>
              <a:buChar char="o"/>
            </a:pPr>
            <a:r>
              <a:rPr lang="tr-TR" sz="1400" dirty="0" err="1">
                <a:latin typeface="Arial" charset="0"/>
                <a:ea typeface="Arial" charset="0"/>
                <a:cs typeface="Arial" charset="0"/>
              </a:rPr>
              <a:t>X’in</a:t>
            </a:r>
            <a:r>
              <a:rPr lang="tr-TR" sz="1400" dirty="0">
                <a:latin typeface="Arial" charset="0"/>
                <a:ea typeface="Arial" charset="0"/>
                <a:cs typeface="Arial" charset="0"/>
              </a:rPr>
              <a:t> M üzerindeki etkisi </a:t>
            </a:r>
            <a:r>
              <a:rPr lang="tr-TR" sz="1400" b="1" dirty="0">
                <a:latin typeface="Arial" charset="0"/>
                <a:ea typeface="Arial" charset="0"/>
                <a:cs typeface="Arial" charset="0"/>
              </a:rPr>
              <a:t>a</a:t>
            </a:r>
          </a:p>
          <a:p>
            <a:pPr fontAlgn="auto">
              <a:buFont typeface="Courier New" charset="0"/>
              <a:buChar char="o"/>
            </a:pPr>
            <a:r>
              <a:rPr lang="tr-TR" sz="1400" dirty="0">
                <a:latin typeface="Arial" charset="0"/>
                <a:ea typeface="Arial" charset="0"/>
                <a:cs typeface="Arial" charset="0"/>
              </a:rPr>
              <a:t>M’nin Y üzerindeki etkisi </a:t>
            </a:r>
            <a:r>
              <a:rPr lang="tr-TR" sz="1400" b="1" dirty="0">
                <a:latin typeface="Arial" charset="0"/>
                <a:ea typeface="Arial" charset="0"/>
                <a:cs typeface="Arial" charset="0"/>
              </a:rPr>
              <a:t>b</a:t>
            </a:r>
          </a:p>
          <a:p>
            <a:pPr fontAlgn="auto">
              <a:buFont typeface="Courier New" charset="0"/>
              <a:buChar char="o"/>
            </a:pPr>
            <a:r>
              <a:rPr lang="tr-TR" sz="1400" dirty="0" err="1">
                <a:latin typeface="Arial" charset="0"/>
                <a:ea typeface="Arial" charset="0"/>
                <a:cs typeface="Arial" charset="0"/>
              </a:rPr>
              <a:t>X’in</a:t>
            </a:r>
            <a:r>
              <a:rPr lang="tr-TR" sz="1400" dirty="0">
                <a:latin typeface="Arial" charset="0"/>
                <a:ea typeface="Arial" charset="0"/>
                <a:cs typeface="Arial" charset="0"/>
              </a:rPr>
              <a:t> Y üzerinde aracı değişkenin kontrolündeki etkisi </a:t>
            </a:r>
            <a:r>
              <a:rPr lang="tr-TR" sz="1400" b="1" dirty="0" err="1">
                <a:latin typeface="Arial" charset="0"/>
                <a:ea typeface="Arial" charset="0"/>
                <a:cs typeface="Arial" charset="0"/>
              </a:rPr>
              <a:t>c</a:t>
            </a:r>
            <a:r>
              <a:rPr lang="tr-TR" sz="1400" b="1" baseline="30000" dirty="0" err="1">
                <a:latin typeface="Arial" charset="0"/>
                <a:ea typeface="Arial" charset="0"/>
                <a:cs typeface="Arial" charset="0"/>
              </a:rPr>
              <a:t>ı</a:t>
            </a:r>
            <a:endParaRPr lang="tr-TR" sz="1400" b="1" baseline="30000" dirty="0">
              <a:latin typeface="Arial" charset="0"/>
              <a:ea typeface="Arial" charset="0"/>
              <a:cs typeface="Arial" charset="0"/>
            </a:endParaRPr>
          </a:p>
          <a:p>
            <a:pPr fontAlgn="auto">
              <a:buFont typeface="Courier New" charset="0"/>
              <a:buChar char="o"/>
            </a:pPr>
            <a:r>
              <a:rPr lang="tr-TR" sz="1400" dirty="0">
                <a:latin typeface="Arial" charset="0"/>
                <a:ea typeface="Arial" charset="0"/>
                <a:cs typeface="Arial" charset="0"/>
              </a:rPr>
              <a:t>Eğer </a:t>
            </a:r>
            <a:r>
              <a:rPr lang="tr-TR" sz="1400" b="1" dirty="0" err="1">
                <a:latin typeface="Arial" charset="0"/>
                <a:ea typeface="Arial" charset="0"/>
                <a:cs typeface="Arial" charset="0"/>
              </a:rPr>
              <a:t>c</a:t>
            </a:r>
            <a:r>
              <a:rPr lang="tr-TR" sz="1400" b="1" baseline="30000" dirty="0" err="1">
                <a:latin typeface="Arial" charset="0"/>
                <a:ea typeface="Arial" charset="0"/>
                <a:cs typeface="Arial" charset="0"/>
              </a:rPr>
              <a:t>ı</a:t>
            </a:r>
            <a:r>
              <a:rPr lang="tr-TR" sz="1400" b="1" baseline="30000" dirty="0">
                <a:latin typeface="Arial" charset="0"/>
                <a:ea typeface="Arial" charset="0"/>
                <a:cs typeface="Arial" charset="0"/>
              </a:rPr>
              <a:t>  </a:t>
            </a:r>
            <a:r>
              <a:rPr lang="tr-TR" sz="1400" dirty="0">
                <a:latin typeface="Arial" charset="0"/>
                <a:ea typeface="Arial" charset="0"/>
                <a:cs typeface="Arial" charset="0"/>
              </a:rPr>
              <a:t>etkisi c etkisinden farklılaşıyorsa bu etkinin bir bölümünün aracı  değişken tarafından paylaşıldığı söylenir.</a:t>
            </a:r>
          </a:p>
          <a:p>
            <a:pPr fontAlgn="auto">
              <a:buFont typeface="Courier New" charset="0"/>
              <a:buChar char="o"/>
            </a:pPr>
            <a:endParaRPr lang="tr-TR" sz="1400" dirty="0">
              <a:latin typeface="Arial" charset="0"/>
              <a:ea typeface="Arial" charset="0"/>
              <a:cs typeface="Arial" charset="0"/>
            </a:endParaRPr>
          </a:p>
          <a:p>
            <a:pPr fontAlgn="auto">
              <a:buFont typeface="Courier New" charset="0"/>
              <a:buChar char="o"/>
            </a:pPr>
            <a:endParaRPr lang="tr-TR" sz="1400" dirty="0">
              <a:latin typeface="Arial" charset="0"/>
              <a:ea typeface="Arial" charset="0"/>
              <a:cs typeface="Arial" charset="0"/>
            </a:endParaRPr>
          </a:p>
          <a:p>
            <a:pPr fontAlgn="auto">
              <a:buFont typeface="Courier New" charset="0"/>
              <a:buChar char="o"/>
            </a:pPr>
            <a:endParaRPr lang="tr-TR" sz="1400" dirty="0">
              <a:latin typeface="Arial" charset="0"/>
              <a:ea typeface="Arial" charset="0"/>
              <a:cs typeface="Arial" charset="0"/>
            </a:endParaRPr>
          </a:p>
        </p:txBody>
      </p:sp>
      <p:grpSp>
        <p:nvGrpSpPr>
          <p:cNvPr id="43" name="Group 42"/>
          <p:cNvGrpSpPr/>
          <p:nvPr/>
        </p:nvGrpSpPr>
        <p:grpSpPr>
          <a:xfrm>
            <a:off x="3855283" y="3153999"/>
            <a:ext cx="5040560" cy="3428221"/>
            <a:chOff x="1619672" y="3357572"/>
            <a:chExt cx="5818345" cy="3818495"/>
          </a:xfrm>
        </p:grpSpPr>
        <p:sp>
          <p:nvSpPr>
            <p:cNvPr id="44" name="TextBox 43"/>
            <p:cNvSpPr txBox="1"/>
            <p:nvPr/>
          </p:nvSpPr>
          <p:spPr>
            <a:xfrm>
              <a:off x="1619672" y="6006641"/>
              <a:ext cx="1971559" cy="52322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tr-TR" sz="1200" dirty="0">
                  <a:latin typeface="Arial" charset="0"/>
                  <a:ea typeface="Arial" charset="0"/>
                  <a:cs typeface="Arial" charset="0"/>
                </a:rPr>
                <a:t>Bağımsız Değişken</a:t>
              </a:r>
            </a:p>
            <a:p>
              <a:pPr algn="ctr"/>
              <a:r>
                <a:rPr lang="tr-TR" sz="1200" dirty="0">
                  <a:latin typeface="Arial" charset="0"/>
                  <a:ea typeface="Arial" charset="0"/>
                  <a:cs typeface="Arial" charset="0"/>
                </a:rPr>
                <a:t>(X)</a:t>
              </a:r>
            </a:p>
          </p:txBody>
        </p:sp>
        <p:sp>
          <p:nvSpPr>
            <p:cNvPr id="45" name="TextBox 44"/>
            <p:cNvSpPr txBox="1"/>
            <p:nvPr/>
          </p:nvSpPr>
          <p:spPr>
            <a:xfrm>
              <a:off x="5989169" y="6006641"/>
              <a:ext cx="1448848" cy="719910"/>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tr-TR" sz="1200" dirty="0">
                  <a:latin typeface="Arial" charset="0"/>
                  <a:ea typeface="Arial" charset="0"/>
                  <a:cs typeface="Arial" charset="0"/>
                </a:rPr>
                <a:t>Bağımlı Değişken</a:t>
              </a:r>
            </a:p>
            <a:p>
              <a:pPr algn="ctr"/>
              <a:r>
                <a:rPr lang="tr-TR" sz="1200" dirty="0">
                  <a:latin typeface="Arial" charset="0"/>
                  <a:ea typeface="Arial" charset="0"/>
                  <a:cs typeface="Arial" charset="0"/>
                </a:rPr>
                <a:t>(Y)</a:t>
              </a:r>
            </a:p>
          </p:txBody>
        </p:sp>
        <p:sp>
          <p:nvSpPr>
            <p:cNvPr id="46" name="TextBox 45"/>
            <p:cNvSpPr txBox="1"/>
            <p:nvPr/>
          </p:nvSpPr>
          <p:spPr>
            <a:xfrm>
              <a:off x="3832832" y="5013176"/>
              <a:ext cx="174728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tr-TR" sz="1200" dirty="0">
                  <a:latin typeface="Arial" charset="0"/>
                  <a:ea typeface="Arial" charset="0"/>
                  <a:cs typeface="Arial" charset="0"/>
                </a:rPr>
                <a:t>Aracı Değişken </a:t>
              </a:r>
            </a:p>
            <a:p>
              <a:pPr algn="ctr"/>
              <a:r>
                <a:rPr lang="tr-TR" sz="1200" dirty="0">
                  <a:latin typeface="Arial" charset="0"/>
                  <a:ea typeface="Arial" charset="0"/>
                  <a:cs typeface="Arial" charset="0"/>
                </a:rPr>
                <a:t>(M)</a:t>
              </a:r>
              <a:endParaRPr lang="tr-TR" sz="1100" dirty="0">
                <a:latin typeface="Arial" charset="0"/>
                <a:ea typeface="Arial" charset="0"/>
                <a:cs typeface="Arial" charset="0"/>
              </a:endParaRPr>
            </a:p>
          </p:txBody>
        </p:sp>
        <p:cxnSp>
          <p:nvCxnSpPr>
            <p:cNvPr id="47" name="Straight Arrow Connector 46"/>
            <p:cNvCxnSpPr/>
            <p:nvPr/>
          </p:nvCxnSpPr>
          <p:spPr>
            <a:xfrm>
              <a:off x="3713649" y="6219370"/>
              <a:ext cx="2153102" cy="0"/>
            </a:xfrm>
            <a:prstGeom prst="straightConnector1">
              <a:avLst/>
            </a:prstGeom>
            <a:ln>
              <a:solidFill>
                <a:srgbClr val="FFC000"/>
              </a:solidFill>
              <a:headEnd type="none" w="med" len="med"/>
              <a:tailEnd type="stealth" w="lg" len="lg"/>
            </a:ln>
          </p:spPr>
          <p:style>
            <a:lnRef idx="3">
              <a:schemeClr val="accent3"/>
            </a:lnRef>
            <a:fillRef idx="0">
              <a:schemeClr val="accent3"/>
            </a:fillRef>
            <a:effectRef idx="2">
              <a:schemeClr val="accent3"/>
            </a:effectRef>
            <a:fontRef idx="minor">
              <a:schemeClr val="tx1"/>
            </a:fontRef>
          </p:style>
        </p:cxnSp>
        <p:sp>
          <p:nvSpPr>
            <p:cNvPr id="48" name="TextBox 47"/>
            <p:cNvSpPr txBox="1"/>
            <p:nvPr/>
          </p:nvSpPr>
          <p:spPr>
            <a:xfrm>
              <a:off x="3503338" y="6798971"/>
              <a:ext cx="2458826" cy="377096"/>
            </a:xfrm>
            <a:prstGeom prst="rect">
              <a:avLst/>
            </a:prstGeom>
            <a:noFill/>
          </p:spPr>
          <p:txBody>
            <a:bodyPr wrap="none" rtlCol="0">
              <a:spAutoFit/>
            </a:bodyPr>
            <a:lstStyle/>
            <a:p>
              <a:r>
                <a:rPr lang="tr-TR" sz="1600" i="1" dirty="0">
                  <a:latin typeface="Arial" charset="0"/>
                  <a:ea typeface="Arial" charset="0"/>
                  <a:cs typeface="Arial" charset="0"/>
                </a:rPr>
                <a:t>Temel Aracılık Modeli</a:t>
              </a:r>
            </a:p>
          </p:txBody>
        </p:sp>
        <p:cxnSp>
          <p:nvCxnSpPr>
            <p:cNvPr id="49" name="Straight Arrow Connector 48"/>
            <p:cNvCxnSpPr/>
            <p:nvPr/>
          </p:nvCxnSpPr>
          <p:spPr>
            <a:xfrm>
              <a:off x="5687477" y="5275621"/>
              <a:ext cx="1116771" cy="618018"/>
            </a:xfrm>
            <a:prstGeom prst="straightConnector1">
              <a:avLst/>
            </a:prstGeom>
            <a:ln>
              <a:solidFill>
                <a:srgbClr val="FFC000"/>
              </a:solidFill>
              <a:headEnd type="none" w="med" len="med"/>
              <a:tailEnd type="stealth" w="lg" len="lg"/>
            </a:ln>
          </p:spPr>
          <p:style>
            <a:lnRef idx="3">
              <a:schemeClr val="accent3"/>
            </a:lnRef>
            <a:fillRef idx="0">
              <a:schemeClr val="accent3"/>
            </a:fillRef>
            <a:effectRef idx="2">
              <a:schemeClr val="accent3"/>
            </a:effectRef>
            <a:fontRef idx="minor">
              <a:schemeClr val="tx1"/>
            </a:fontRef>
          </p:style>
        </p:cxnSp>
        <p:cxnSp>
          <p:nvCxnSpPr>
            <p:cNvPr id="50" name="Straight Arrow Connector 49"/>
            <p:cNvCxnSpPr/>
            <p:nvPr/>
          </p:nvCxnSpPr>
          <p:spPr>
            <a:xfrm flipV="1">
              <a:off x="2513492" y="5232036"/>
              <a:ext cx="1200157" cy="649118"/>
            </a:xfrm>
            <a:prstGeom prst="straightConnector1">
              <a:avLst/>
            </a:prstGeom>
            <a:ln>
              <a:solidFill>
                <a:srgbClr val="FFC000"/>
              </a:solidFill>
              <a:headEnd type="none" w="med" len="med"/>
              <a:tailEnd type="stealth" w="lg" len="lg"/>
            </a:ln>
          </p:spPr>
          <p:style>
            <a:lnRef idx="3">
              <a:schemeClr val="accent3"/>
            </a:lnRef>
            <a:fillRef idx="0">
              <a:schemeClr val="accent3"/>
            </a:fillRef>
            <a:effectRef idx="2">
              <a:schemeClr val="accent3"/>
            </a:effectRef>
            <a:fontRef idx="minor">
              <a:schemeClr val="tx1"/>
            </a:fontRef>
          </p:style>
        </p:cxnSp>
        <p:sp>
          <p:nvSpPr>
            <p:cNvPr id="51" name="TextBox 50"/>
            <p:cNvSpPr txBox="1"/>
            <p:nvPr/>
          </p:nvSpPr>
          <p:spPr>
            <a:xfrm>
              <a:off x="1619672" y="3573016"/>
              <a:ext cx="1971559" cy="52322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tr-TR" sz="1200" dirty="0">
                  <a:latin typeface="Arial" charset="0"/>
                  <a:ea typeface="Arial" charset="0"/>
                  <a:cs typeface="Arial" charset="0"/>
                </a:rPr>
                <a:t>Bağımsız Değişken</a:t>
              </a:r>
            </a:p>
            <a:p>
              <a:pPr algn="ctr"/>
              <a:r>
                <a:rPr lang="tr-TR" sz="1200" dirty="0">
                  <a:latin typeface="Arial" charset="0"/>
                  <a:ea typeface="Arial" charset="0"/>
                  <a:cs typeface="Arial" charset="0"/>
                </a:rPr>
                <a:t>(X)</a:t>
              </a:r>
            </a:p>
          </p:txBody>
        </p:sp>
        <p:sp>
          <p:nvSpPr>
            <p:cNvPr id="52" name="TextBox 51"/>
            <p:cNvSpPr txBox="1"/>
            <p:nvPr/>
          </p:nvSpPr>
          <p:spPr>
            <a:xfrm>
              <a:off x="5989169" y="3573016"/>
              <a:ext cx="1448848" cy="719910"/>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tr-TR" sz="1200" dirty="0">
                  <a:latin typeface="Arial" charset="0"/>
                  <a:ea typeface="Arial" charset="0"/>
                  <a:cs typeface="Arial" charset="0"/>
                </a:rPr>
                <a:t>Bağımlı Değişken</a:t>
              </a:r>
            </a:p>
            <a:p>
              <a:pPr algn="ctr"/>
              <a:r>
                <a:rPr lang="tr-TR" sz="1200" dirty="0">
                  <a:latin typeface="Arial" charset="0"/>
                  <a:ea typeface="Arial" charset="0"/>
                  <a:cs typeface="Arial" charset="0"/>
                </a:rPr>
                <a:t>(Y)</a:t>
              </a:r>
            </a:p>
          </p:txBody>
        </p:sp>
        <p:cxnSp>
          <p:nvCxnSpPr>
            <p:cNvPr id="53" name="Straight Arrow Connector 52"/>
            <p:cNvCxnSpPr/>
            <p:nvPr/>
          </p:nvCxnSpPr>
          <p:spPr>
            <a:xfrm>
              <a:off x="3713649" y="3824498"/>
              <a:ext cx="2153102" cy="0"/>
            </a:xfrm>
            <a:prstGeom prst="straightConnector1">
              <a:avLst/>
            </a:prstGeom>
            <a:ln>
              <a:solidFill>
                <a:srgbClr val="FFC000"/>
              </a:solidFill>
              <a:headEnd type="none" w="med" len="med"/>
              <a:tailEnd type="stealth" w="lg" len="lg"/>
            </a:ln>
          </p:spPr>
          <p:style>
            <a:lnRef idx="3">
              <a:schemeClr val="accent3"/>
            </a:lnRef>
            <a:fillRef idx="0">
              <a:schemeClr val="accent3"/>
            </a:fillRef>
            <a:effectRef idx="2">
              <a:schemeClr val="accent3"/>
            </a:effectRef>
            <a:fontRef idx="minor">
              <a:schemeClr val="tx1"/>
            </a:fontRef>
          </p:style>
        </p:cxnSp>
        <p:sp>
          <p:nvSpPr>
            <p:cNvPr id="54" name="TextBox 53"/>
            <p:cNvSpPr txBox="1"/>
            <p:nvPr/>
          </p:nvSpPr>
          <p:spPr>
            <a:xfrm>
              <a:off x="4649538" y="3357572"/>
              <a:ext cx="361189" cy="445659"/>
            </a:xfrm>
            <a:prstGeom prst="rect">
              <a:avLst/>
            </a:prstGeom>
            <a:noFill/>
          </p:spPr>
          <p:txBody>
            <a:bodyPr wrap="none" rtlCol="0">
              <a:spAutoFit/>
            </a:bodyPr>
            <a:lstStyle/>
            <a:p>
              <a:r>
                <a:rPr lang="tr-TR" sz="2000" dirty="0">
                  <a:latin typeface="Arial" charset="0"/>
                  <a:ea typeface="Arial" charset="0"/>
                  <a:cs typeface="Arial" charset="0"/>
                </a:rPr>
                <a:t>c</a:t>
              </a:r>
            </a:p>
          </p:txBody>
        </p:sp>
        <p:sp>
          <p:nvSpPr>
            <p:cNvPr id="55" name="TextBox 54"/>
            <p:cNvSpPr txBox="1"/>
            <p:nvPr/>
          </p:nvSpPr>
          <p:spPr>
            <a:xfrm>
              <a:off x="6133904" y="5089154"/>
              <a:ext cx="377843" cy="445659"/>
            </a:xfrm>
            <a:prstGeom prst="rect">
              <a:avLst/>
            </a:prstGeom>
            <a:noFill/>
          </p:spPr>
          <p:txBody>
            <a:bodyPr wrap="none" rtlCol="0">
              <a:spAutoFit/>
            </a:bodyPr>
            <a:lstStyle/>
            <a:p>
              <a:r>
                <a:rPr lang="tr-TR" sz="2000" dirty="0">
                  <a:latin typeface="Arial" charset="0"/>
                  <a:ea typeface="Arial" charset="0"/>
                  <a:cs typeface="Arial" charset="0"/>
                </a:rPr>
                <a:t>b</a:t>
              </a:r>
            </a:p>
          </p:txBody>
        </p:sp>
        <p:sp>
          <p:nvSpPr>
            <p:cNvPr id="56" name="TextBox 55"/>
            <p:cNvSpPr txBox="1"/>
            <p:nvPr/>
          </p:nvSpPr>
          <p:spPr>
            <a:xfrm>
              <a:off x="2802467" y="5153743"/>
              <a:ext cx="377843" cy="445659"/>
            </a:xfrm>
            <a:prstGeom prst="rect">
              <a:avLst/>
            </a:prstGeom>
            <a:noFill/>
          </p:spPr>
          <p:txBody>
            <a:bodyPr wrap="none" rtlCol="0">
              <a:spAutoFit/>
            </a:bodyPr>
            <a:lstStyle/>
            <a:p>
              <a:r>
                <a:rPr lang="tr-TR" sz="2000" dirty="0">
                  <a:latin typeface="Arial" charset="0"/>
                  <a:ea typeface="Arial" charset="0"/>
                  <a:cs typeface="Arial" charset="0"/>
                </a:rPr>
                <a:t>a</a:t>
              </a:r>
            </a:p>
          </p:txBody>
        </p:sp>
        <p:sp>
          <p:nvSpPr>
            <p:cNvPr id="57" name="TextBox 56"/>
            <p:cNvSpPr txBox="1"/>
            <p:nvPr/>
          </p:nvSpPr>
          <p:spPr>
            <a:xfrm>
              <a:off x="4514333" y="5741644"/>
              <a:ext cx="416700" cy="445659"/>
            </a:xfrm>
            <a:prstGeom prst="rect">
              <a:avLst/>
            </a:prstGeom>
            <a:noFill/>
          </p:spPr>
          <p:txBody>
            <a:bodyPr wrap="none" rtlCol="0">
              <a:spAutoFit/>
            </a:bodyPr>
            <a:lstStyle/>
            <a:p>
              <a:r>
                <a:rPr lang="tr-TR" sz="2000" dirty="0" err="1">
                  <a:latin typeface="Arial" charset="0"/>
                  <a:ea typeface="Arial" charset="0"/>
                  <a:cs typeface="Arial" charset="0"/>
                </a:rPr>
                <a:t>c</a:t>
              </a:r>
              <a:r>
                <a:rPr lang="tr-TR" sz="2000" baseline="30000" dirty="0" err="1">
                  <a:latin typeface="Arial" charset="0"/>
                  <a:ea typeface="Arial" charset="0"/>
                  <a:cs typeface="Arial" charset="0"/>
                </a:rPr>
                <a:t>ı</a:t>
              </a:r>
              <a:endParaRPr lang="tr-TR" sz="2000" dirty="0">
                <a:latin typeface="Arial" charset="0"/>
                <a:ea typeface="Arial" charset="0"/>
                <a:cs typeface="Arial" charset="0"/>
              </a:endParaRPr>
            </a:p>
          </p:txBody>
        </p:sp>
      </p:grpSp>
    </p:spTree>
    <p:extLst>
      <p:ext uri="{BB962C8B-B14F-4D97-AF65-F5344CB8AC3E}">
        <p14:creationId xmlns:p14="http://schemas.microsoft.com/office/powerpoint/2010/main" val="1204754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197894" y="188640"/>
            <a:ext cx="3301930" cy="430887"/>
          </a:xfrm>
          <a:prstGeom prst="rect">
            <a:avLst/>
          </a:prstGeom>
        </p:spPr>
        <p:txBody>
          <a:bodyPr wrap="none">
            <a:spAutoFit/>
          </a:bodyPr>
          <a:lstStyle/>
          <a:p>
            <a:pPr marL="0" indent="0">
              <a:buNone/>
              <a:defRPr/>
            </a:pPr>
            <a:r>
              <a:rPr lang="tr-TR" b="1" dirty="0">
                <a:solidFill>
                  <a:srgbClr val="FFC000"/>
                </a:solidFill>
              </a:rPr>
              <a:t>Aracı (</a:t>
            </a:r>
            <a:r>
              <a:rPr lang="tr-TR" b="1" dirty="0" err="1">
                <a:solidFill>
                  <a:srgbClr val="FFC000"/>
                </a:solidFill>
              </a:rPr>
              <a:t>Mediator</a:t>
            </a:r>
            <a:r>
              <a:rPr lang="tr-TR" b="1" dirty="0">
                <a:solidFill>
                  <a:srgbClr val="FFC000"/>
                </a:solidFill>
              </a:rPr>
              <a:t>) değişken</a:t>
            </a:r>
          </a:p>
        </p:txBody>
      </p:sp>
      <p:sp>
        <p:nvSpPr>
          <p:cNvPr id="20" name="Content Placeholder 19"/>
          <p:cNvSpPr>
            <a:spLocks noGrp="1"/>
          </p:cNvSpPr>
          <p:nvPr>
            <p:ph idx="1"/>
          </p:nvPr>
        </p:nvSpPr>
        <p:spPr>
          <a:xfrm>
            <a:off x="323528" y="1052736"/>
            <a:ext cx="8496944" cy="3528392"/>
          </a:xfrm>
        </p:spPr>
        <p:txBody>
          <a:bodyPr>
            <a:normAutofit/>
          </a:bodyPr>
          <a:lstStyle/>
          <a:p>
            <a:r>
              <a:rPr lang="tr-TR" dirty="0"/>
              <a:t>Baron &amp; </a:t>
            </a:r>
            <a:r>
              <a:rPr lang="tr-TR" dirty="0" err="1"/>
              <a:t>Kenny</a:t>
            </a:r>
            <a:r>
              <a:rPr lang="tr-TR" dirty="0"/>
              <a:t> Yöntemi</a:t>
            </a:r>
          </a:p>
          <a:p>
            <a:pPr lvl="1"/>
            <a:r>
              <a:rPr lang="tr-TR" dirty="0"/>
              <a:t>X ile Y arasında istatistiksel olarak </a:t>
            </a:r>
            <a:r>
              <a:rPr lang="tr-TR" dirty="0">
                <a:solidFill>
                  <a:schemeClr val="accent5"/>
                </a:solidFill>
              </a:rPr>
              <a:t>anlamlı bir ilişki olmalı</a:t>
            </a:r>
          </a:p>
          <a:p>
            <a:pPr lvl="1"/>
            <a:r>
              <a:rPr lang="tr-TR" dirty="0"/>
              <a:t>X ile M arasında istatistiksel olarak </a:t>
            </a:r>
            <a:r>
              <a:rPr lang="tr-TR" dirty="0">
                <a:solidFill>
                  <a:schemeClr val="accent5"/>
                </a:solidFill>
              </a:rPr>
              <a:t>anlamlı bir ilişki olmalı</a:t>
            </a:r>
          </a:p>
          <a:p>
            <a:pPr lvl="1"/>
            <a:r>
              <a:rPr lang="tr-TR" dirty="0"/>
              <a:t>X ile birlikte model içerisinde kullanıldığında, M ile Y arasında istatistiksel olarak anlamlı bir ilişki olmalı</a:t>
            </a:r>
          </a:p>
          <a:p>
            <a:pPr lvl="1"/>
            <a:r>
              <a:rPr lang="tr-TR" dirty="0">
                <a:solidFill>
                  <a:schemeClr val="accent3"/>
                </a:solidFill>
              </a:rPr>
              <a:t>Tam aracılık etkisi: </a:t>
            </a:r>
            <a:r>
              <a:rPr lang="tr-TR" dirty="0"/>
              <a:t>X ile M aynı modelde olduğunda, X ile Y arasında istatistiksel olarak anlamlı bir ilişki ortadan kalkarsa</a:t>
            </a:r>
          </a:p>
          <a:p>
            <a:pPr lvl="1"/>
            <a:r>
              <a:rPr lang="tr-TR" dirty="0">
                <a:solidFill>
                  <a:srgbClr val="FFC000"/>
                </a:solidFill>
              </a:rPr>
              <a:t>Kısmi aracılık etkisi: </a:t>
            </a:r>
            <a:r>
              <a:rPr lang="tr-TR" dirty="0"/>
              <a:t>X ile M aynı modelde olduğunda, X ile Y arasındaki ilişkide azalma meydana gelirse kısmi aracılık etkisi gözlenir.</a:t>
            </a:r>
          </a:p>
        </p:txBody>
      </p:sp>
    </p:spTree>
    <p:extLst>
      <p:ext uri="{BB962C8B-B14F-4D97-AF65-F5344CB8AC3E}">
        <p14:creationId xmlns:p14="http://schemas.microsoft.com/office/powerpoint/2010/main" val="1105925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32AFB-3BB7-3944-BFB3-16DC0E905E58}"/>
              </a:ext>
            </a:extLst>
          </p:cNvPr>
          <p:cNvSpPr>
            <a:spLocks noGrp="1"/>
          </p:cNvSpPr>
          <p:nvPr>
            <p:ph type="title"/>
          </p:nvPr>
        </p:nvSpPr>
        <p:spPr>
          <a:xfrm>
            <a:off x="683568" y="237577"/>
            <a:ext cx="7055380" cy="744034"/>
          </a:xfrm>
        </p:spPr>
        <p:txBody>
          <a:bodyPr/>
          <a:lstStyle/>
          <a:p>
            <a:r>
              <a:rPr lang="en-TR" dirty="0"/>
              <a:t>Sıra Sizde</a:t>
            </a:r>
          </a:p>
        </p:txBody>
      </p:sp>
      <p:sp>
        <p:nvSpPr>
          <p:cNvPr id="3" name="Content Placeholder 2">
            <a:extLst>
              <a:ext uri="{FF2B5EF4-FFF2-40B4-BE49-F238E27FC236}">
                <a16:creationId xmlns:a16="http://schemas.microsoft.com/office/drawing/2014/main" id="{0CBC96F3-9912-504B-9542-94936CC3969E}"/>
              </a:ext>
            </a:extLst>
          </p:cNvPr>
          <p:cNvSpPr>
            <a:spLocks noGrp="1"/>
          </p:cNvSpPr>
          <p:nvPr>
            <p:ph idx="1"/>
          </p:nvPr>
        </p:nvSpPr>
        <p:spPr>
          <a:xfrm>
            <a:off x="323528" y="1013243"/>
            <a:ext cx="8208796" cy="2847805"/>
          </a:xfrm>
        </p:spPr>
        <p:txBody>
          <a:bodyPr>
            <a:normAutofit lnSpcReduction="10000"/>
          </a:bodyPr>
          <a:lstStyle/>
          <a:p>
            <a:r>
              <a:rPr lang="en-TR" sz="1600" dirty="0"/>
              <a:t>Düzenleyici (moderatör) değişken </a:t>
            </a:r>
            <a:r>
              <a:rPr lang="tr-TR" sz="1600" dirty="0"/>
              <a:t>bağımsız değişkenin nedensel sonucu olmamalıdır. Yani düzenleyici olarak seçilen değişkenin bağımsız değişkenden etkilenme şartı bulunmamaktadır.</a:t>
            </a:r>
          </a:p>
          <a:p>
            <a:pPr lvl="1"/>
            <a:r>
              <a:rPr lang="tr-TR" sz="1600" dirty="0">
                <a:solidFill>
                  <a:schemeClr val="accent5"/>
                </a:solidFill>
              </a:rPr>
              <a:t>Temel amaç: </a:t>
            </a:r>
            <a:r>
              <a:rPr lang="tr-TR" sz="1600" dirty="0"/>
              <a:t>Düzenleyici olarak seçilen değişkenin, bağımlı ve bağımsız değişken arasındaki ilişkinin gücünü ve yönünü nasıl etkilediğini ortaya koymaktır.</a:t>
            </a:r>
          </a:p>
          <a:p>
            <a:r>
              <a:rPr lang="en-US" sz="1600" dirty="0" err="1"/>
              <a:t>Aracı</a:t>
            </a:r>
            <a:r>
              <a:rPr lang="en-US" sz="1600" dirty="0"/>
              <a:t> </a:t>
            </a:r>
            <a:r>
              <a:rPr lang="en-US" sz="1600" dirty="0" err="1"/>
              <a:t>olarak</a:t>
            </a:r>
            <a:r>
              <a:rPr lang="en-US" sz="1600" dirty="0"/>
              <a:t> </a:t>
            </a:r>
            <a:r>
              <a:rPr lang="en-US" sz="1600" dirty="0" err="1"/>
              <a:t>seçilen</a:t>
            </a:r>
            <a:r>
              <a:rPr lang="en-US" sz="1600" dirty="0"/>
              <a:t> </a:t>
            </a:r>
            <a:r>
              <a:rPr lang="en-US" sz="1600" dirty="0" err="1"/>
              <a:t>değişken</a:t>
            </a:r>
            <a:r>
              <a:rPr lang="en-US" sz="1600" dirty="0"/>
              <a:t>, </a:t>
            </a:r>
            <a:r>
              <a:rPr lang="tr-TR" sz="1600" dirty="0"/>
              <a:t>bağımsız değişkenin nedensel sonucu ve bağımlı değişkenin nedensel bir öncülü olmalıdır.</a:t>
            </a:r>
            <a:r>
              <a:rPr lang="tr-TR" sz="1600" dirty="0">
                <a:solidFill>
                  <a:schemeClr val="accent5"/>
                </a:solidFill>
              </a:rPr>
              <a:t> </a:t>
            </a:r>
          </a:p>
          <a:p>
            <a:pPr lvl="1"/>
            <a:r>
              <a:rPr lang="en-US" sz="1600" dirty="0" err="1">
                <a:solidFill>
                  <a:schemeClr val="accent5"/>
                </a:solidFill>
              </a:rPr>
              <a:t>Temel</a:t>
            </a:r>
            <a:r>
              <a:rPr lang="en-US" sz="1600" dirty="0">
                <a:solidFill>
                  <a:schemeClr val="accent5"/>
                </a:solidFill>
              </a:rPr>
              <a:t> </a:t>
            </a:r>
            <a:r>
              <a:rPr lang="en-US" sz="1600" dirty="0" err="1">
                <a:solidFill>
                  <a:schemeClr val="accent5"/>
                </a:solidFill>
              </a:rPr>
              <a:t>amaç</a:t>
            </a:r>
            <a:r>
              <a:rPr lang="en-US" sz="1600" dirty="0">
                <a:solidFill>
                  <a:schemeClr val="accent5"/>
                </a:solidFill>
              </a:rPr>
              <a:t>: </a:t>
            </a:r>
            <a:r>
              <a:rPr lang="en-US" sz="1600" dirty="0" err="1"/>
              <a:t>Aracı</a:t>
            </a:r>
            <a:r>
              <a:rPr lang="en-US" sz="1600" dirty="0"/>
              <a:t> </a:t>
            </a:r>
            <a:r>
              <a:rPr lang="en-US" sz="1600" dirty="0" err="1"/>
              <a:t>değişken</a:t>
            </a:r>
            <a:r>
              <a:rPr lang="en-US" sz="1600" dirty="0"/>
              <a:t> </a:t>
            </a:r>
            <a:r>
              <a:rPr lang="en-US" sz="1600" dirty="0" err="1"/>
              <a:t>bağımlı</a:t>
            </a:r>
            <a:r>
              <a:rPr lang="en-US" sz="1600" dirty="0"/>
              <a:t> </a:t>
            </a:r>
            <a:r>
              <a:rPr lang="en-US" sz="1600" dirty="0" err="1"/>
              <a:t>ve</a:t>
            </a:r>
            <a:r>
              <a:rPr lang="en-US" sz="1600" dirty="0"/>
              <a:t> </a:t>
            </a:r>
            <a:r>
              <a:rPr lang="en-US" sz="1600" dirty="0" err="1"/>
              <a:t>bağımsız</a:t>
            </a:r>
            <a:r>
              <a:rPr lang="en-US" sz="1600" dirty="0"/>
              <a:t> </a:t>
            </a:r>
            <a:r>
              <a:rPr lang="en-US" sz="1600" dirty="0" err="1"/>
              <a:t>değişkenler</a:t>
            </a:r>
            <a:r>
              <a:rPr lang="en-US" sz="1600" dirty="0"/>
              <a:t> </a:t>
            </a:r>
            <a:r>
              <a:rPr lang="en-US" sz="1600" dirty="0" err="1"/>
              <a:t>arasındaki</a:t>
            </a:r>
            <a:r>
              <a:rPr lang="en-US" sz="1600" dirty="0"/>
              <a:t> </a:t>
            </a:r>
            <a:r>
              <a:rPr lang="en-US" sz="1600" dirty="0" err="1"/>
              <a:t>ilişkinin</a:t>
            </a:r>
            <a:r>
              <a:rPr lang="en-US" sz="1600" dirty="0"/>
              <a:t> </a:t>
            </a:r>
            <a:r>
              <a:rPr lang="en-US" sz="1600" dirty="0" err="1"/>
              <a:t>bir</a:t>
            </a:r>
            <a:r>
              <a:rPr lang="en-US" sz="1600" dirty="0"/>
              <a:t> </a:t>
            </a:r>
            <a:r>
              <a:rPr lang="en-US" sz="1600" dirty="0" err="1"/>
              <a:t>kısmını</a:t>
            </a:r>
            <a:r>
              <a:rPr lang="en-US" sz="1600" dirty="0"/>
              <a:t> </a:t>
            </a:r>
            <a:r>
              <a:rPr lang="en-US" sz="1600" dirty="0" err="1"/>
              <a:t>veya</a:t>
            </a:r>
            <a:r>
              <a:rPr lang="en-US" sz="1600" dirty="0"/>
              <a:t> </a:t>
            </a:r>
            <a:r>
              <a:rPr lang="en-US" sz="1600" dirty="0" err="1"/>
              <a:t>tamamını</a:t>
            </a:r>
            <a:r>
              <a:rPr lang="en-US" sz="1600" dirty="0"/>
              <a:t> </a:t>
            </a:r>
            <a:r>
              <a:rPr lang="en-US" sz="1600" dirty="0" err="1"/>
              <a:t>üstlenen</a:t>
            </a:r>
            <a:r>
              <a:rPr lang="en-US" sz="1600" dirty="0"/>
              <a:t> </a:t>
            </a:r>
            <a:r>
              <a:rPr lang="en-US" sz="1600" dirty="0" err="1"/>
              <a:t>değişkendir</a:t>
            </a:r>
            <a:r>
              <a:rPr lang="en-US" sz="1600" dirty="0"/>
              <a:t>.</a:t>
            </a:r>
            <a:endParaRPr lang="en-TR" sz="1600" dirty="0"/>
          </a:p>
        </p:txBody>
      </p:sp>
      <p:graphicFrame>
        <p:nvGraphicFramePr>
          <p:cNvPr id="5" name="Diagram 4">
            <a:extLst>
              <a:ext uri="{FF2B5EF4-FFF2-40B4-BE49-F238E27FC236}">
                <a16:creationId xmlns:a16="http://schemas.microsoft.com/office/drawing/2014/main" id="{54792667-BE6D-4443-A211-928EAEE06F2D}"/>
              </a:ext>
            </a:extLst>
          </p:cNvPr>
          <p:cNvGraphicFramePr/>
          <p:nvPr>
            <p:extLst>
              <p:ext uri="{D42A27DB-BD31-4B8C-83A1-F6EECF244321}">
                <p14:modId xmlns:p14="http://schemas.microsoft.com/office/powerpoint/2010/main" val="1316557385"/>
              </p:ext>
            </p:extLst>
          </p:nvPr>
        </p:nvGraphicFramePr>
        <p:xfrm>
          <a:off x="1379926" y="4005064"/>
          <a:ext cx="6096000" cy="23920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61F058E5-4215-124D-B3E2-EC33359EFF11}"/>
              </a:ext>
            </a:extLst>
          </p:cNvPr>
          <p:cNvSpPr/>
          <p:nvPr/>
        </p:nvSpPr>
        <p:spPr>
          <a:xfrm>
            <a:off x="2767936" y="3836334"/>
            <a:ext cx="3608127" cy="461665"/>
          </a:xfrm>
          <a:prstGeom prst="rect">
            <a:avLst/>
          </a:prstGeom>
        </p:spPr>
        <p:txBody>
          <a:bodyPr wrap="square">
            <a:spAutoFit/>
          </a:bodyPr>
          <a:lstStyle/>
          <a:p>
            <a:r>
              <a:rPr lang="en-TR" sz="2400" b="1" dirty="0">
                <a:solidFill>
                  <a:schemeClr val="tx2"/>
                </a:solidFill>
              </a:rPr>
              <a:t>(Düzenleyici veya Aracı?)</a:t>
            </a:r>
            <a:endParaRPr lang="en-TR" b="1" dirty="0">
              <a:solidFill>
                <a:schemeClr val="tx2"/>
              </a:solidFill>
            </a:endParaRPr>
          </a:p>
        </p:txBody>
      </p:sp>
    </p:spTree>
    <p:extLst>
      <p:ext uri="{BB962C8B-B14F-4D97-AF65-F5344CB8AC3E}">
        <p14:creationId xmlns:p14="http://schemas.microsoft.com/office/powerpoint/2010/main" val="9137211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VeriAnalizi</Template>
  <TotalTime>2161</TotalTime>
  <Words>2192</Words>
  <Application>Microsoft Macintosh PowerPoint</Application>
  <PresentationFormat>On-screen Show (4:3)</PresentationFormat>
  <Paragraphs>335</Paragraphs>
  <Slides>32</Slides>
  <Notes>12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32</vt:i4>
      </vt:variant>
    </vt:vector>
  </HeadingPairs>
  <TitlesOfParts>
    <vt:vector size="45" baseType="lpstr">
      <vt:lpstr>Arial</vt:lpstr>
      <vt:lpstr>Arial</vt:lpstr>
      <vt:lpstr>Arial Hebrew</vt:lpstr>
      <vt:lpstr>Calibri</vt:lpstr>
      <vt:lpstr>Cambria Math</vt:lpstr>
      <vt:lpstr>Century Gothic</vt:lpstr>
      <vt:lpstr>Consolas</vt:lpstr>
      <vt:lpstr>Corbel</vt:lpstr>
      <vt:lpstr>Courier New</vt:lpstr>
      <vt:lpstr>Tahoma</vt:lpstr>
      <vt:lpstr>Wingdings</vt:lpstr>
      <vt:lpstr>Wingdings 3</vt:lpstr>
      <vt:lpstr>Ion</vt:lpstr>
      <vt:lpstr>  NİCEL VERİ ANALİZİ</vt:lpstr>
      <vt:lpstr>Bu dersin sonunda</vt:lpstr>
      <vt:lpstr>İstatistik?</vt:lpstr>
      <vt:lpstr>Uygulama Alanları</vt:lpstr>
      <vt:lpstr>İstatistiksel Yöntemler</vt:lpstr>
      <vt:lpstr>PowerPoint Presentation</vt:lpstr>
      <vt:lpstr>PowerPoint Presentation</vt:lpstr>
      <vt:lpstr>Kavramlar</vt:lpstr>
      <vt:lpstr>Kavramlar…</vt:lpstr>
      <vt:lpstr>Parametre-Örnek İstatistiği İlişkisi</vt:lpstr>
      <vt:lpstr>Sembolik Gösterim</vt:lpstr>
      <vt:lpstr>Örneklem-Avantajları</vt:lpstr>
      <vt:lpstr>Nicel Araştırmalarda Örneklem</vt:lpstr>
      <vt:lpstr>Kavramlar</vt:lpstr>
      <vt:lpstr>Değişken</vt:lpstr>
      <vt:lpstr>Değişkenlerin Gruplandırılması</vt:lpstr>
      <vt:lpstr>Değişken Grupları</vt:lpstr>
      <vt:lpstr>PowerPoint Presentation</vt:lpstr>
      <vt:lpstr>PowerPoint Presentation</vt:lpstr>
      <vt:lpstr>PowerPoint Presentation</vt:lpstr>
      <vt:lpstr>ÖLÇEK TÜRLERİ</vt:lpstr>
      <vt:lpstr>Sınıflama-İsimsel (Nominal)</vt:lpstr>
      <vt:lpstr>Sıralama /Kademeli (Ordinal)</vt:lpstr>
      <vt:lpstr>Aralıklı (Interval)</vt:lpstr>
      <vt:lpstr>Oranlı (Ratio)</vt:lpstr>
      <vt:lpstr>Değişken Tipleri...</vt:lpstr>
      <vt:lpstr>Değişkenler</vt:lpstr>
      <vt:lpstr>Düzenleyici (Moderator) Değişken</vt:lpstr>
      <vt:lpstr>Düzenleyici (Moderator) Değişken</vt:lpstr>
      <vt:lpstr>Değişkenler</vt:lpstr>
      <vt:lpstr>PowerPoint Presentation</vt:lpstr>
      <vt:lpstr>Sıra Sizde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Sosyal Bilimlerde  Nicel Araştırma Tasarlama</dc:title>
  <dc:creator>Evrim Genç KUMTEPE</dc:creator>
  <cp:lastModifiedBy>Evrim Kumtepe</cp:lastModifiedBy>
  <cp:revision>162</cp:revision>
  <cp:lastPrinted>2018-10-09T13:16:47Z</cp:lastPrinted>
  <dcterms:created xsi:type="dcterms:W3CDTF">2008-04-17T07:06:05Z</dcterms:created>
  <dcterms:modified xsi:type="dcterms:W3CDTF">2021-10-12T09:33:52Z</dcterms:modified>
</cp:coreProperties>
</file>